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58"/>
  </p:notesMasterIdLst>
  <p:handoutMasterIdLst>
    <p:handoutMasterId r:id="rId59"/>
  </p:handoutMasterIdLst>
  <p:sldIdLst>
    <p:sldId id="339" r:id="rId2"/>
    <p:sldId id="325" r:id="rId3"/>
    <p:sldId id="295" r:id="rId4"/>
    <p:sldId id="272" r:id="rId5"/>
    <p:sldId id="326" r:id="rId6"/>
    <p:sldId id="291" r:id="rId7"/>
    <p:sldId id="338" r:id="rId8"/>
    <p:sldId id="340" r:id="rId9"/>
    <p:sldId id="346" r:id="rId10"/>
    <p:sldId id="292" r:id="rId11"/>
    <p:sldId id="345" r:id="rId12"/>
    <p:sldId id="342" r:id="rId13"/>
    <p:sldId id="343" r:id="rId14"/>
    <p:sldId id="361" r:id="rId15"/>
    <p:sldId id="344" r:id="rId16"/>
    <p:sldId id="299" r:id="rId17"/>
    <p:sldId id="301" r:id="rId18"/>
    <p:sldId id="304" r:id="rId19"/>
    <p:sldId id="305" r:id="rId20"/>
    <p:sldId id="362" r:id="rId21"/>
    <p:sldId id="306" r:id="rId22"/>
    <p:sldId id="302" r:id="rId23"/>
    <p:sldId id="311" r:id="rId24"/>
    <p:sldId id="348" r:id="rId25"/>
    <p:sldId id="350" r:id="rId26"/>
    <p:sldId id="351" r:id="rId27"/>
    <p:sldId id="354" r:id="rId28"/>
    <p:sldId id="352" r:id="rId29"/>
    <p:sldId id="353" r:id="rId30"/>
    <p:sldId id="277" r:id="rId31"/>
    <p:sldId id="297" r:id="rId32"/>
    <p:sldId id="307" r:id="rId33"/>
    <p:sldId id="341" r:id="rId34"/>
    <p:sldId id="349" r:id="rId35"/>
    <p:sldId id="308" r:id="rId36"/>
    <p:sldId id="296" r:id="rId37"/>
    <p:sldId id="310" r:id="rId38"/>
    <p:sldId id="360" r:id="rId39"/>
    <p:sldId id="314" r:id="rId40"/>
    <p:sldId id="294" r:id="rId41"/>
    <p:sldId id="322" r:id="rId42"/>
    <p:sldId id="315" r:id="rId43"/>
    <p:sldId id="319" r:id="rId44"/>
    <p:sldId id="318" r:id="rId45"/>
    <p:sldId id="327" r:id="rId46"/>
    <p:sldId id="356" r:id="rId47"/>
    <p:sldId id="357" r:id="rId48"/>
    <p:sldId id="358" r:id="rId49"/>
    <p:sldId id="359" r:id="rId50"/>
    <p:sldId id="328" r:id="rId51"/>
    <p:sldId id="316" r:id="rId52"/>
    <p:sldId id="329" r:id="rId53"/>
    <p:sldId id="330" r:id="rId54"/>
    <p:sldId id="331" r:id="rId55"/>
    <p:sldId id="363" r:id="rId56"/>
    <p:sldId id="323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PT模板使用规范" id="{2D0BC75F-AEDB-445B-A8DF-6B2E50BC58C3}">
          <p14:sldIdLst>
            <p14:sldId id="339"/>
          </p14:sldIdLst>
        </p14:section>
        <p14:section name="封面" id="{8F77FA3A-588E-450A-B9CE-5A3267D68CEE}">
          <p14:sldIdLst>
            <p14:sldId id="325"/>
            <p14:sldId id="295"/>
          </p14:sldIdLst>
        </p14:section>
        <p14:section name="目录" id="{86DAC16A-7886-441B-AF52-1893A52FC4FB}">
          <p14:sldIdLst>
            <p14:sldId id="272"/>
          </p14:sldIdLst>
        </p14:section>
        <p14:section name="内容" id="{FD2D9871-9423-459C-8020-44B6B39BFAF9}">
          <p14:sldIdLst>
            <p14:sldId id="326"/>
            <p14:sldId id="291"/>
            <p14:sldId id="338"/>
            <p14:sldId id="340"/>
            <p14:sldId id="346"/>
            <p14:sldId id="292"/>
            <p14:sldId id="345"/>
            <p14:sldId id="342"/>
            <p14:sldId id="343"/>
            <p14:sldId id="361"/>
            <p14:sldId id="344"/>
            <p14:sldId id="299"/>
            <p14:sldId id="301"/>
            <p14:sldId id="304"/>
            <p14:sldId id="305"/>
            <p14:sldId id="362"/>
            <p14:sldId id="306"/>
            <p14:sldId id="302"/>
            <p14:sldId id="311"/>
            <p14:sldId id="348"/>
            <p14:sldId id="350"/>
            <p14:sldId id="351"/>
            <p14:sldId id="354"/>
            <p14:sldId id="352"/>
            <p14:sldId id="353"/>
            <p14:sldId id="277"/>
            <p14:sldId id="297"/>
            <p14:sldId id="307"/>
            <p14:sldId id="341"/>
            <p14:sldId id="349"/>
            <p14:sldId id="308"/>
            <p14:sldId id="296"/>
            <p14:sldId id="310"/>
            <p14:sldId id="360"/>
            <p14:sldId id="314"/>
            <p14:sldId id="294"/>
            <p14:sldId id="322"/>
            <p14:sldId id="315"/>
            <p14:sldId id="319"/>
            <p14:sldId id="318"/>
            <p14:sldId id="327"/>
            <p14:sldId id="356"/>
            <p14:sldId id="357"/>
            <p14:sldId id="358"/>
            <p14:sldId id="359"/>
            <p14:sldId id="328"/>
            <p14:sldId id="316"/>
            <p14:sldId id="329"/>
            <p14:sldId id="330"/>
            <p14:sldId id="331"/>
            <p14:sldId id="363"/>
          </p14:sldIdLst>
        </p14:section>
        <p14:section name="尾页" id="{503AC6C0-2CAA-4D28-94DD-FF6523EC42EB}">
          <p14:sldIdLst>
            <p14:sldId id="323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景 迈" initials="景" lastIdx="1" clrIdx="0">
    <p:extLst>
      <p:ext uri="{19B8F6BF-5375-455C-9EA6-DF929625EA0E}">
        <p15:presenceInfo xmlns:p15="http://schemas.microsoft.com/office/powerpoint/2012/main" userId="9fe712a01b1e44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D01A1A"/>
    <a:srgbClr val="D71B1B"/>
    <a:srgbClr val="F1F1F1"/>
    <a:srgbClr val="F5F6F5"/>
    <a:srgbClr val="C51919"/>
    <a:srgbClr val="EFEFEF"/>
    <a:srgbClr val="F2F2F2"/>
    <a:srgbClr val="C8C8C8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68" autoAdjust="0"/>
    <p:restoredTop sz="94575" autoAdjust="0"/>
  </p:normalViewPr>
  <p:slideViewPr>
    <p:cSldViewPr snapToGrid="0" showGuides="1">
      <p:cViewPr>
        <p:scale>
          <a:sx n="75" d="100"/>
          <a:sy n="75" d="100"/>
        </p:scale>
        <p:origin x="739" y="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7" d="100"/>
          <a:sy n="67" d="100"/>
        </p:scale>
        <p:origin x="2856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/>
          <a:lstStyle/>
          <a:p>
            <a:endParaRPr lang="tr-TR"/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7.1984800000000002E-2"/>
          <c:y val="5.4327400000000074E-2"/>
          <c:w val="0.9060319999999995"/>
          <c:h val="0.85404200000000052"/>
        </c:manualLayout>
      </c:layout>
      <c:lineChart>
        <c:grouping val="standard"/>
        <c:varyColors val="0"/>
        <c:ser>
          <c:idx val="0"/>
          <c:order val="0"/>
          <c:spPr>
            <a:ln w="19050" cap="flat">
              <a:solidFill>
                <a:schemeClr val="accent1"/>
              </a:solidFill>
              <a:prstDash val="solid"/>
              <a:miter lim="400000"/>
            </a:ln>
            <a:effectLst/>
          </c:spPr>
          <c:marker>
            <c:symbol val="circle"/>
            <c:size val="8"/>
            <c:spPr>
              <a:solidFill>
                <a:srgbClr val="FFFFFF"/>
              </a:solidFill>
              <a:ln w="12700" cap="flat">
                <a:solidFill>
                  <a:schemeClr val="accent1"/>
                </a:solidFill>
                <a:prstDash val="solid"/>
                <a:miter lim="400000"/>
              </a:ln>
              <a:effectLst/>
            </c:spPr>
          </c:marker>
          <c:val>
            <c:numRef>
              <c:f>Sheet1!$B$2:$G$2</c:f>
              <c:numCache>
                <c:formatCode>General</c:formatCode>
                <c:ptCount val="6"/>
                <c:pt idx="0">
                  <c:v>17</c:v>
                </c:pt>
                <c:pt idx="1">
                  <c:v>26</c:v>
                </c:pt>
                <c:pt idx="2">
                  <c:v>53</c:v>
                </c:pt>
                <c:pt idx="3">
                  <c:v>96</c:v>
                </c:pt>
                <c:pt idx="4">
                  <c:v>76</c:v>
                </c:pt>
                <c:pt idx="5">
                  <c:v>87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Area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Sheet1!$B$1:$G$1</c15:sqref>
                        </c15:formulaRef>
                      </c:ext>
                    </c:extLst>
                    <c:strCache>
                      <c:ptCount val="6"/>
                      <c:pt idx="0">
                        <c:v>Jan</c:v>
                      </c:pt>
                      <c:pt idx="1">
                        <c:v>Feb</c:v>
                      </c:pt>
                      <c:pt idx="2">
                        <c:v>Mar</c:v>
                      </c:pt>
                      <c:pt idx="3">
                        <c:v>April</c:v>
                      </c:pt>
                      <c:pt idx="4">
                        <c:v>May</c:v>
                      </c:pt>
                      <c:pt idx="5">
                        <c:v>Jun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627E-4BDA-B2B5-1DADA4E463B7}"/>
            </c:ext>
          </c:extLst>
        </c:ser>
        <c:ser>
          <c:idx val="1"/>
          <c:order val="1"/>
          <c:spPr>
            <a:ln w="19050" cap="flat">
              <a:solidFill>
                <a:schemeClr val="accent2"/>
              </a:solidFill>
              <a:prstDash val="solid"/>
              <a:miter lim="400000"/>
            </a:ln>
            <a:effectLst/>
          </c:spPr>
          <c:marker>
            <c:symbol val="circle"/>
            <c:size val="8"/>
            <c:spPr>
              <a:solidFill>
                <a:srgbClr val="FFFFFF"/>
              </a:solidFill>
              <a:ln w="12700" cap="flat">
                <a:solidFill>
                  <a:schemeClr val="accent2"/>
                </a:solidFill>
                <a:prstDash val="solid"/>
                <a:miter lim="400000"/>
              </a:ln>
              <a:effectLst/>
            </c:spPr>
          </c:marker>
          <c:val>
            <c:numRef>
              <c:f>Sheet1!$B$3:$G$3</c:f>
              <c:numCache>
                <c:formatCode>General</c:formatCode>
                <c:ptCount val="6"/>
                <c:pt idx="0">
                  <c:v>55</c:v>
                </c:pt>
                <c:pt idx="1">
                  <c:v>43</c:v>
                </c:pt>
                <c:pt idx="2">
                  <c:v>70</c:v>
                </c:pt>
                <c:pt idx="3">
                  <c:v>58</c:v>
                </c:pt>
                <c:pt idx="4">
                  <c:v>43</c:v>
                </c:pt>
                <c:pt idx="5">
                  <c:v>23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>
                      <c:ext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Area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Sheet1!$B$1:$G$1</c15:sqref>
                        </c15:formulaRef>
                      </c:ext>
                    </c:extLst>
                    <c:strCache>
                      <c:ptCount val="6"/>
                      <c:pt idx="0">
                        <c:v>Jan</c:v>
                      </c:pt>
                      <c:pt idx="1">
                        <c:v>Feb</c:v>
                      </c:pt>
                      <c:pt idx="2">
                        <c:v>Mar</c:v>
                      </c:pt>
                      <c:pt idx="3">
                        <c:v>April</c:v>
                      </c:pt>
                      <c:pt idx="4">
                        <c:v>May</c:v>
                      </c:pt>
                      <c:pt idx="5">
                        <c:v>Jun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627E-4BDA-B2B5-1DADA4E463B7}"/>
            </c:ext>
          </c:extLst>
        </c:ser>
        <c:ser>
          <c:idx val="2"/>
          <c:order val="2"/>
          <c:spPr>
            <a:ln w="19050" cap="flat">
              <a:solidFill>
                <a:schemeClr val="accent3"/>
              </a:solidFill>
              <a:prstDash val="solid"/>
              <a:miter lim="400000"/>
            </a:ln>
            <a:effectLst/>
          </c:spPr>
          <c:marker>
            <c:symbol val="circle"/>
            <c:size val="8"/>
            <c:spPr>
              <a:solidFill>
                <a:srgbClr val="FFFFFF"/>
              </a:solidFill>
              <a:ln w="12700" cap="flat">
                <a:solidFill>
                  <a:schemeClr val="accent3"/>
                </a:solidFill>
                <a:prstDash val="solid"/>
                <a:miter lim="400000"/>
              </a:ln>
              <a:effectLst/>
            </c:spPr>
          </c:marker>
          <c:val>
            <c:numRef>
              <c:f>Sheet1!$B$4:$G$4</c:f>
              <c:numCache>
                <c:formatCode>General</c:formatCode>
                <c:ptCount val="6"/>
                <c:pt idx="0">
                  <c:v>45</c:v>
                </c:pt>
                <c:pt idx="1">
                  <c:v>87</c:v>
                </c:pt>
                <c:pt idx="2">
                  <c:v>43</c:v>
                </c:pt>
                <c:pt idx="3">
                  <c:v>56</c:v>
                </c:pt>
                <c:pt idx="4">
                  <c:v>89</c:v>
                </c:pt>
                <c:pt idx="5">
                  <c:v>87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>
                      <c:ext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Area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Sheet1!$B$1:$G$1</c15:sqref>
                        </c15:formulaRef>
                      </c:ext>
                    </c:extLst>
                    <c:strCache>
                      <c:ptCount val="6"/>
                      <c:pt idx="0">
                        <c:v>Jan</c:v>
                      </c:pt>
                      <c:pt idx="1">
                        <c:v>Feb</c:v>
                      </c:pt>
                      <c:pt idx="2">
                        <c:v>Mar</c:v>
                      </c:pt>
                      <c:pt idx="3">
                        <c:v>April</c:v>
                      </c:pt>
                      <c:pt idx="4">
                        <c:v>May</c:v>
                      </c:pt>
                      <c:pt idx="5">
                        <c:v>Jun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627E-4BDA-B2B5-1DADA4E463B7}"/>
            </c:ext>
          </c:extLst>
        </c:ser>
        <c:ser>
          <c:idx val="3"/>
          <c:order val="3"/>
          <c:spPr>
            <a:ln w="19050" cap="flat">
              <a:solidFill>
                <a:schemeClr val="accent4"/>
              </a:solidFill>
              <a:prstDash val="solid"/>
              <a:miter lim="400000"/>
            </a:ln>
            <a:effectLst/>
          </c:spPr>
          <c:marker>
            <c:symbol val="circle"/>
            <c:size val="8"/>
            <c:spPr>
              <a:solidFill>
                <a:srgbClr val="FFFFFF"/>
              </a:solidFill>
              <a:ln w="12700" cap="flat">
                <a:solidFill>
                  <a:schemeClr val="accent4"/>
                </a:solidFill>
                <a:prstDash val="solid"/>
                <a:miter lim="400000"/>
              </a:ln>
              <a:effectLst/>
            </c:spPr>
          </c:marker>
          <c:val>
            <c:numRef>
              <c:f>Sheet1!$B$5:$G$5</c:f>
              <c:numCache>
                <c:formatCode>General</c:formatCode>
                <c:ptCount val="6"/>
                <c:pt idx="0">
                  <c:v>20</c:v>
                </c:pt>
                <c:pt idx="1">
                  <c:v>41</c:v>
                </c:pt>
                <c:pt idx="2">
                  <c:v>45</c:v>
                </c:pt>
                <c:pt idx="3">
                  <c:v>78</c:v>
                </c:pt>
                <c:pt idx="4">
                  <c:v>23</c:v>
                </c:pt>
                <c:pt idx="5">
                  <c:v>78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>
                      <c:ext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  <c:pt idx="0">
                        <c:v>Area 4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Sheet1!$B$1:$G$1</c15:sqref>
                        </c15:formulaRef>
                      </c:ext>
                    </c:extLst>
                    <c:strCache>
                      <c:ptCount val="6"/>
                      <c:pt idx="0">
                        <c:v>Jan</c:v>
                      </c:pt>
                      <c:pt idx="1">
                        <c:v>Feb</c:v>
                      </c:pt>
                      <c:pt idx="2">
                        <c:v>Mar</c:v>
                      </c:pt>
                      <c:pt idx="3">
                        <c:v>April</c:v>
                      </c:pt>
                      <c:pt idx="4">
                        <c:v>May</c:v>
                      </c:pt>
                      <c:pt idx="5">
                        <c:v>Jun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3-627E-4BDA-B2B5-1DADA4E463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5970112"/>
        <c:axId val="1506616928"/>
      </c:lineChart>
      <c:catAx>
        <c:axId val="151597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9050" cap="flat">
            <a:solidFill>
              <a:schemeClr val="bg1">
                <a:lumMod val="65000"/>
              </a:schemeClr>
            </a:solidFill>
            <a:prstDash val="solid"/>
            <a:miter lim="400000"/>
          </a:ln>
        </c:spPr>
        <c:txPr>
          <a:bodyPr rot="0"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pPr>
            <a:endParaRPr lang="zh-CN"/>
          </a:p>
        </c:txPr>
        <c:crossAx val="1506616928"/>
        <c:crosses val="autoZero"/>
        <c:auto val="1"/>
        <c:lblAlgn val="ctr"/>
        <c:lblOffset val="100"/>
        <c:noMultiLvlLbl val="1"/>
      </c:catAx>
      <c:valAx>
        <c:axId val="1506616928"/>
        <c:scaling>
          <c:orientation val="minMax"/>
        </c:scaling>
        <c:delete val="0"/>
        <c:axPos val="l"/>
        <c:majorGridlines>
          <c:spPr>
            <a:ln w="12700" cap="flat">
              <a:solidFill>
                <a:schemeClr val="bg1">
                  <a:lumMod val="65000"/>
                </a:schemeClr>
              </a:solidFill>
              <a:custDash>
                <a:ds d="200000" sp="200000"/>
              </a:custDash>
              <a:miter lim="400000"/>
            </a:ln>
          </c:spPr>
        </c:majorGridlines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pPr>
            <a:endParaRPr lang="zh-CN"/>
          </a:p>
        </c:txPr>
        <c:crossAx val="1515970112"/>
        <c:crosses val="autoZero"/>
        <c:crossBetween val="midCat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ea typeface="微软雅黑" panose="020B0503020204020204" pitchFamily="34" charset="-122"/>
          <a:sym typeface="Arial" panose="020B0604020202020204" pitchFamily="34" charset="0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013559205398949"/>
          <c:y val="0"/>
          <c:w val="0.85019636439078494"/>
          <c:h val="0.7717096943804279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5DD-4764-8D1A-A7CDFBAFF42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5DD-4764-8D1A-A7CDFBAFF42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5DD-4764-8D1A-A7CDFBAFF4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>
                    <a:solidFill>
                      <a:schemeClr val="bg1"/>
                    </a:solidFill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右键编辑数据</c:v>
                </c:pt>
                <c:pt idx="1">
                  <c:v>右键编辑数据</c:v>
                </c:pt>
                <c:pt idx="2">
                  <c:v>右键编辑数据</c:v>
                </c:pt>
                <c:pt idx="3">
                  <c:v>右键编辑数据</c:v>
                </c:pt>
                <c:pt idx="4">
                  <c:v>右键编辑数据</c:v>
                </c:pt>
                <c:pt idx="5">
                  <c:v>右键编辑数据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80</c:v>
                </c:pt>
                <c:pt idx="2">
                  <c:v>100</c:v>
                </c:pt>
                <c:pt idx="3">
                  <c:v>60</c:v>
                </c:pt>
                <c:pt idx="4">
                  <c:v>100</c:v>
                </c:pt>
                <c:pt idx="5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DD-4764-8D1A-A7CDFBAFF42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1603433040"/>
        <c:axId val="1603428688"/>
      </c:barChart>
      <c:catAx>
        <c:axId val="16034330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pPr>
            <a:endParaRPr lang="zh-CN"/>
          </a:p>
        </c:txPr>
        <c:crossAx val="1603428688"/>
        <c:crosses val="autoZero"/>
        <c:auto val="1"/>
        <c:lblAlgn val="ctr"/>
        <c:lblOffset val="100"/>
        <c:noMultiLvlLbl val="0"/>
      </c:catAx>
      <c:valAx>
        <c:axId val="1603428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zh-CN"/>
          </a:p>
        </c:txPr>
        <c:crossAx val="16034330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B3-4580-A8BB-30D425390A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61B3-4580-A8BB-30D425390A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列2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61B3-4580-A8BB-30D425390A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5"/>
        <c:overlap val="40"/>
        <c:axId val="47701151"/>
        <c:axId val="47713631"/>
      </c:barChart>
      <c:catAx>
        <c:axId val="4770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713631"/>
        <c:crosses val="autoZero"/>
        <c:auto val="1"/>
        <c:lblAlgn val="ctr"/>
        <c:lblOffset val="100"/>
        <c:noMultiLvlLbl val="0"/>
      </c:catAx>
      <c:valAx>
        <c:axId val="47713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701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335-467D-9292-4B16B0A7ABE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E335-467D-9292-4B16B0A7ABE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335-467D-9292-4B16B0A7ABE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E335-467D-9292-4B16B0A7ABE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35-467D-9292-4B16B0A7AB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E335-467D-9292-4B16B0A7AB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列2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E335-467D-9292-4B16B0A7AB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5"/>
        <c:overlap val="40"/>
        <c:axId val="47701151"/>
        <c:axId val="47713631"/>
      </c:barChart>
      <c:catAx>
        <c:axId val="4770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713631"/>
        <c:crosses val="autoZero"/>
        <c:auto val="1"/>
        <c:lblAlgn val="ctr"/>
        <c:lblOffset val="100"/>
        <c:noMultiLvlLbl val="0"/>
      </c:catAx>
      <c:valAx>
        <c:axId val="47713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7701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7E-440A-8D90-8451D00F87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7E-440A-8D90-8451D00F87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2D7E-440A-8D90-8451D00F8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49884959"/>
        <c:axId val="49882047"/>
      </c:barChart>
      <c:catAx>
        <c:axId val="498849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882047"/>
        <c:crosses val="autoZero"/>
        <c:auto val="1"/>
        <c:lblAlgn val="ctr"/>
        <c:lblOffset val="100"/>
        <c:noMultiLvlLbl val="0"/>
      </c:catAx>
      <c:valAx>
        <c:axId val="498820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884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8D-4645-BA58-8020B0F762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8D-4645-BA58-8020B0F762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FC8D-4645-BA58-8020B0F762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49884959"/>
        <c:axId val="49882047"/>
      </c:barChart>
      <c:catAx>
        <c:axId val="498849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882047"/>
        <c:crosses val="autoZero"/>
        <c:auto val="1"/>
        <c:lblAlgn val="ctr"/>
        <c:lblOffset val="100"/>
        <c:noMultiLvlLbl val="0"/>
      </c:catAx>
      <c:valAx>
        <c:axId val="498820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884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E0-4291-9D6E-EE9C773A72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E0-4291-9D6E-EE9C773A72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A8E0-4291-9D6E-EE9C773A72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49884959"/>
        <c:axId val="49882047"/>
      </c:barChart>
      <c:catAx>
        <c:axId val="498849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882047"/>
        <c:crosses val="autoZero"/>
        <c:auto val="1"/>
        <c:lblAlgn val="ctr"/>
        <c:lblOffset val="100"/>
        <c:noMultiLvlLbl val="0"/>
      </c:catAx>
      <c:valAx>
        <c:axId val="498820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884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A5D90F7-0B21-46EB-A101-1D3A22C448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52804A-734F-4251-BB32-0D9D9BE9EC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07099-A5DD-4A03-AD7F-864D04318CFF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D273529-DE2B-4441-9EB2-5FEBBCD768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8286D5-16CE-4562-9BB0-B22E37E76D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B2630-8689-499B-8E96-987B7B286C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277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4C71E-D6EB-4309-BDE1-0A9255B1EEE7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3B977-609B-4A9B-ADD6-FCAC7B2DF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34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048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692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519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504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971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744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398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711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609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571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382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836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29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8337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498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373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786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8600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479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9260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449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0975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4880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7109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041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555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6045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4675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5419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153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6448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8301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6433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3B977-609B-4A9B-ADD6-FCAC7B2DFC35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135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14584626-C6A4-479B-9BF9-1382784516B7}"/>
              </a:ext>
            </a:extLst>
          </p:cNvPr>
          <p:cNvGrpSpPr/>
          <p:nvPr userDrawn="1"/>
        </p:nvGrpSpPr>
        <p:grpSpPr>
          <a:xfrm>
            <a:off x="1413501" y="4292"/>
            <a:ext cx="2160000" cy="6858963"/>
            <a:chOff x="9024493" y="4292"/>
            <a:chExt cx="2160000" cy="6858963"/>
          </a:xfrm>
          <a:effectLst/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7848546-3F53-4F5B-A8F1-C40568BC8ABF}"/>
                </a:ext>
              </a:extLst>
            </p:cNvPr>
            <p:cNvGrpSpPr/>
            <p:nvPr/>
          </p:nvGrpSpPr>
          <p:grpSpPr>
            <a:xfrm flipV="1">
              <a:off x="9024493" y="4288205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B15CD457-85A4-4132-A977-178A49C7DB5D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6C25530D-A409-4FE7-93BA-B750A307D3AC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E8C5047F-E69F-4E60-8677-A57824BC56BC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4799C4CB-5E7E-483A-9CA9-50BC60A427D6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182A7932-5E84-48E3-9AE6-B53746BF0FCE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E725432A-BF2C-4032-B7AB-DB663483FA24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EC62EDC0-049C-4234-A22D-34928353B668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: 圆角 24">
                <a:extLst>
                  <a:ext uri="{FF2B5EF4-FFF2-40B4-BE49-F238E27FC236}">
                    <a16:creationId xmlns:a16="http://schemas.microsoft.com/office/drawing/2014/main" id="{81E3A4CE-4540-463A-99DA-30BB6DB92733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A126E60-4AED-457E-BD3F-E8FA226628AD}"/>
                </a:ext>
              </a:extLst>
            </p:cNvPr>
            <p:cNvGrpSpPr/>
            <p:nvPr/>
          </p:nvGrpSpPr>
          <p:grpSpPr>
            <a:xfrm>
              <a:off x="9024493" y="4292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B057BF5B-E779-4FD8-B3D0-B21DAA514A9A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C73F30AD-951C-421A-8DF9-85ED9947DC1E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BEF044FB-A770-40A8-80CD-C31D5A57DEB0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3656175D-43EE-41C4-8EA9-99E82B307777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5F0F8D60-F80D-452F-9197-990FE8D97809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7A93A67C-D3F6-4725-A9CD-DB030A59306D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510C0472-DF74-4017-8442-991B3A7E28E6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9A9F69E9-2F16-4272-A536-3A660A981C38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B1BAE776-377F-48C3-8A2F-E381817460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946" y="84092"/>
            <a:ext cx="1445520" cy="23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80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3AB77D6-DA73-4BB5-9F63-B7D1282C3BCD}"/>
              </a:ext>
            </a:extLst>
          </p:cNvPr>
          <p:cNvSpPr/>
          <p:nvPr userDrawn="1"/>
        </p:nvSpPr>
        <p:spPr>
          <a:xfrm>
            <a:off x="1" y="263843"/>
            <a:ext cx="655607" cy="4768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917ABD-EAFD-4117-AA05-CB4EBEAAF2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6154" y="391338"/>
            <a:ext cx="1341568" cy="221864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6EE45B7D-9CF0-42D4-905F-CE3C57C57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344" y="260382"/>
            <a:ext cx="9398378" cy="523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zh-CN" altLang="en-US" sz="2800" b="1" kern="1200" spc="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65343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EFD4C622-74B7-4AB0-BC93-66CA48F8F626}"/>
              </a:ext>
            </a:extLst>
          </p:cNvPr>
          <p:cNvGrpSpPr/>
          <p:nvPr userDrawn="1"/>
        </p:nvGrpSpPr>
        <p:grpSpPr>
          <a:xfrm>
            <a:off x="-5665" y="2349001"/>
            <a:ext cx="12263389" cy="2160000"/>
            <a:chOff x="-5665" y="2349001"/>
            <a:chExt cx="12263389" cy="2160000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0297E6CB-7FB1-4AE4-B9BF-BF7675336A28}"/>
                </a:ext>
              </a:extLst>
            </p:cNvPr>
            <p:cNvGrpSpPr/>
            <p:nvPr/>
          </p:nvGrpSpPr>
          <p:grpSpPr>
            <a:xfrm rot="5400000" flipV="1">
              <a:off x="201860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D85D8D8C-6004-4F2A-83B2-366700D3F886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C658E0B8-709F-4919-BB9A-30EA6D7A8BEF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2E9E7E05-8F9C-41C5-8288-120981AF25BE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63D1D015-8B2F-44F6-A7B4-57A0D080EC91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28184503-5442-4273-BD14-31820A8DEF28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F851412D-B879-41A2-976F-D7E0F0709D72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FC6A64F0-AB15-41A9-A7A2-A86DA138BD50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E6F2766B-664C-4B84-A112-31765E09FB58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12AC30D7-6D35-4607-85D7-B75FB87DBA15}"/>
                </a:ext>
              </a:extLst>
            </p:cNvPr>
            <p:cNvGrpSpPr/>
            <p:nvPr/>
          </p:nvGrpSpPr>
          <p:grpSpPr>
            <a:xfrm rot="5400000">
              <a:off x="9890199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4ADE01B8-A105-469E-804B-A53076327A5F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E6A287F4-4789-426A-B32A-C013F8FFF997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743FA36D-2B6B-40E1-B549-5CBD8205C18C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F4E9790A-06B5-465A-AF32-6EE5763654B3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6850E7AF-B564-457C-8544-0290592BA80F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D40971FB-4851-4DF6-BFCB-FCB8466EAA71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BD165AB3-E629-488D-A906-F7E9EC72F3CC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26DC3750-C619-4604-904C-A047A94FE8BC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2D6E7EE9-BAA3-4C0B-98A9-B6DF535589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898" y="84093"/>
            <a:ext cx="1341568" cy="221864"/>
          </a:xfrm>
          <a:prstGeom prst="rect">
            <a:avLst/>
          </a:prstGeom>
        </p:spPr>
      </p:pic>
      <p:sp>
        <p:nvSpPr>
          <p:cNvPr id="66" name="标题 1">
            <a:extLst>
              <a:ext uri="{FF2B5EF4-FFF2-40B4-BE49-F238E27FC236}">
                <a16:creationId xmlns:a16="http://schemas.microsoft.com/office/drawing/2014/main" id="{C46DEB73-6F9D-427F-9B0B-7F89F5EA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498" y="2775468"/>
            <a:ext cx="7686177" cy="1325563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6872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212452AE-7C75-4EA9-B24D-BC760754E72E}"/>
              </a:ext>
            </a:extLst>
          </p:cNvPr>
          <p:cNvSpPr/>
          <p:nvPr userDrawn="1"/>
        </p:nvSpPr>
        <p:spPr>
          <a:xfrm>
            <a:off x="5000168" y="1466936"/>
            <a:ext cx="1368363" cy="3924128"/>
          </a:xfrm>
          <a:custGeom>
            <a:avLst/>
            <a:gdLst>
              <a:gd name="connsiteX0" fmla="*/ 887453 w 1368363"/>
              <a:gd name="connsiteY0" fmla="*/ 2466065 h 3924128"/>
              <a:gd name="connsiteX1" fmla="*/ 1368363 w 1368363"/>
              <a:gd name="connsiteY1" fmla="*/ 2466065 h 3924128"/>
              <a:gd name="connsiteX2" fmla="*/ 1368363 w 1368363"/>
              <a:gd name="connsiteY2" fmla="*/ 3924128 h 3924128"/>
              <a:gd name="connsiteX3" fmla="*/ 887453 w 1368363"/>
              <a:gd name="connsiteY3" fmla="*/ 3924128 h 3924128"/>
              <a:gd name="connsiteX4" fmla="*/ 1184923 w 1368363"/>
              <a:gd name="connsiteY4" fmla="*/ 0 h 3924128"/>
              <a:gd name="connsiteX5" fmla="*/ 1368363 w 1368363"/>
              <a:gd name="connsiteY5" fmla="*/ 0 h 3924128"/>
              <a:gd name="connsiteX6" fmla="*/ 1368363 w 1368363"/>
              <a:gd name="connsiteY6" fmla="*/ 1458065 h 3924128"/>
              <a:gd name="connsiteX7" fmla="*/ 887453 w 1368363"/>
              <a:gd name="connsiteY7" fmla="*/ 1458065 h 3924128"/>
              <a:gd name="connsiteX8" fmla="*/ 887453 w 1368363"/>
              <a:gd name="connsiteY8" fmla="*/ 639561 h 3924128"/>
              <a:gd name="connsiteX9" fmla="*/ 501981 w 1368363"/>
              <a:gd name="connsiteY9" fmla="*/ 894890 h 3924128"/>
              <a:gd name="connsiteX10" fmla="*/ 0 w 1368363"/>
              <a:gd name="connsiteY10" fmla="*/ 1093203 h 3924128"/>
              <a:gd name="connsiteX11" fmla="*/ 0 w 1368363"/>
              <a:gd name="connsiteY11" fmla="*/ 617251 h 3924128"/>
              <a:gd name="connsiteX12" fmla="*/ 651956 w 1368363"/>
              <a:gd name="connsiteY12" fmla="*/ 348288 h 3924128"/>
              <a:gd name="connsiteX13" fmla="*/ 1184923 w 1368363"/>
              <a:gd name="connsiteY13" fmla="*/ 0 h 392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68363" h="3924128">
                <a:moveTo>
                  <a:pt x="887453" y="2466065"/>
                </a:moveTo>
                <a:lnTo>
                  <a:pt x="1368363" y="2466065"/>
                </a:lnTo>
                <a:lnTo>
                  <a:pt x="1368363" y="3924128"/>
                </a:lnTo>
                <a:lnTo>
                  <a:pt x="887453" y="3924128"/>
                </a:lnTo>
                <a:close/>
                <a:moveTo>
                  <a:pt x="1184923" y="0"/>
                </a:moveTo>
                <a:lnTo>
                  <a:pt x="1368363" y="0"/>
                </a:lnTo>
                <a:lnTo>
                  <a:pt x="1368363" y="1458065"/>
                </a:lnTo>
                <a:lnTo>
                  <a:pt x="887453" y="1458065"/>
                </a:lnTo>
                <a:lnTo>
                  <a:pt x="887453" y="639561"/>
                </a:lnTo>
                <a:cubicBezTo>
                  <a:pt x="811433" y="715581"/>
                  <a:pt x="682943" y="800691"/>
                  <a:pt x="501981" y="894890"/>
                </a:cubicBezTo>
                <a:cubicBezTo>
                  <a:pt x="321020" y="989089"/>
                  <a:pt x="153693" y="1055193"/>
                  <a:pt x="0" y="1093203"/>
                </a:cubicBezTo>
                <a:lnTo>
                  <a:pt x="0" y="617251"/>
                </a:lnTo>
                <a:cubicBezTo>
                  <a:pt x="203272" y="561062"/>
                  <a:pt x="420590" y="471408"/>
                  <a:pt x="651956" y="348288"/>
                </a:cubicBezTo>
                <a:cubicBezTo>
                  <a:pt x="883322" y="225169"/>
                  <a:pt x="1060979" y="109073"/>
                  <a:pt x="11849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FD4C622-74B7-4AB0-BC93-66CA48F8F626}"/>
              </a:ext>
            </a:extLst>
          </p:cNvPr>
          <p:cNvGrpSpPr/>
          <p:nvPr userDrawn="1"/>
        </p:nvGrpSpPr>
        <p:grpSpPr>
          <a:xfrm>
            <a:off x="-5665" y="2349001"/>
            <a:ext cx="12263389" cy="2160000"/>
            <a:chOff x="-5665" y="2349001"/>
            <a:chExt cx="12263389" cy="2160000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0297E6CB-7FB1-4AE4-B9BF-BF7675336A28}"/>
                </a:ext>
              </a:extLst>
            </p:cNvPr>
            <p:cNvGrpSpPr/>
            <p:nvPr/>
          </p:nvGrpSpPr>
          <p:grpSpPr>
            <a:xfrm rot="5400000" flipV="1">
              <a:off x="201860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D85D8D8C-6004-4F2A-83B2-366700D3F886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C658E0B8-709F-4919-BB9A-30EA6D7A8BEF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2E9E7E05-8F9C-41C5-8288-120981AF25BE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63D1D015-8B2F-44F6-A7B4-57A0D080EC91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28184503-5442-4273-BD14-31820A8DEF28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F851412D-B879-41A2-976F-D7E0F0709D72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FC6A64F0-AB15-41A9-A7A2-A86DA138BD50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E6F2766B-664C-4B84-A112-31765E09FB58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12AC30D7-6D35-4607-85D7-B75FB87DBA15}"/>
                </a:ext>
              </a:extLst>
            </p:cNvPr>
            <p:cNvGrpSpPr/>
            <p:nvPr/>
          </p:nvGrpSpPr>
          <p:grpSpPr>
            <a:xfrm rot="5400000">
              <a:off x="9890199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4ADE01B8-A105-469E-804B-A53076327A5F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E6A287F4-4789-426A-B32A-C013F8FFF997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743FA36D-2B6B-40E1-B549-5CBD8205C18C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F4E9790A-06B5-465A-AF32-6EE5763654B3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6850E7AF-B564-457C-8544-0290592BA80F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D40971FB-4851-4DF6-BFCB-FCB8466EAA71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BD165AB3-E629-488D-A906-F7E9EC72F3CC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26DC3750-C619-4604-904C-A047A94FE8BC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2D6E7EE9-BAA3-4C0B-98A9-B6DF535589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898" y="84093"/>
            <a:ext cx="1341568" cy="221864"/>
          </a:xfrm>
          <a:prstGeom prst="rect">
            <a:avLst/>
          </a:prstGeom>
        </p:spPr>
      </p:pic>
      <p:sp>
        <p:nvSpPr>
          <p:cNvPr id="66" name="标题 1">
            <a:extLst>
              <a:ext uri="{FF2B5EF4-FFF2-40B4-BE49-F238E27FC236}">
                <a16:creationId xmlns:a16="http://schemas.microsoft.com/office/drawing/2014/main" id="{C46DEB73-6F9D-427F-9B0B-7F89F5EA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498" y="2775468"/>
            <a:ext cx="7686177" cy="1325563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66197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83ADB47-A93C-4DA4-91D7-2FA376651BB2}"/>
              </a:ext>
            </a:extLst>
          </p:cNvPr>
          <p:cNvSpPr/>
          <p:nvPr userDrawn="1"/>
        </p:nvSpPr>
        <p:spPr>
          <a:xfrm>
            <a:off x="4875723" y="1476852"/>
            <a:ext cx="2414466" cy="3904296"/>
          </a:xfrm>
          <a:custGeom>
            <a:avLst/>
            <a:gdLst>
              <a:gd name="connsiteX0" fmla="*/ 656666 w 2414466"/>
              <a:gd name="connsiteY0" fmla="*/ 2456148 h 3904296"/>
              <a:gd name="connsiteX1" fmla="*/ 1362965 w 2414466"/>
              <a:gd name="connsiteY1" fmla="*/ 2456148 h 3904296"/>
              <a:gd name="connsiteX2" fmla="*/ 1219705 w 2414466"/>
              <a:gd name="connsiteY2" fmla="*/ 2556385 h 3904296"/>
              <a:gd name="connsiteX3" fmla="*/ 796972 w 2414466"/>
              <a:gd name="connsiteY3" fmla="*/ 2878024 h 3904296"/>
              <a:gd name="connsiteX4" fmla="*/ 570151 w 2414466"/>
              <a:gd name="connsiteY4" fmla="*/ 3153184 h 3904296"/>
              <a:gd name="connsiteX5" fmla="*/ 505699 w 2414466"/>
              <a:gd name="connsiteY5" fmla="*/ 3472964 h 3904296"/>
              <a:gd name="connsiteX6" fmla="*/ 2414466 w 2414466"/>
              <a:gd name="connsiteY6" fmla="*/ 3472964 h 3904296"/>
              <a:gd name="connsiteX7" fmla="*/ 2414466 w 2414466"/>
              <a:gd name="connsiteY7" fmla="*/ 3904296 h 3904296"/>
              <a:gd name="connsiteX8" fmla="*/ 0 w 2414466"/>
              <a:gd name="connsiteY8" fmla="*/ 3904296 h 3904296"/>
              <a:gd name="connsiteX9" fmla="*/ 0 w 2414466"/>
              <a:gd name="connsiteY9" fmla="*/ 3713419 h 3904296"/>
              <a:gd name="connsiteX10" fmla="*/ 90480 w 2414466"/>
              <a:gd name="connsiteY10" fmla="*/ 3149465 h 3904296"/>
              <a:gd name="connsiteX11" fmla="*/ 389190 w 2414466"/>
              <a:gd name="connsiteY11" fmla="*/ 2698302 h 3904296"/>
              <a:gd name="connsiteX12" fmla="*/ 655674 w 2414466"/>
              <a:gd name="connsiteY12" fmla="*/ 2456918 h 3904296"/>
              <a:gd name="connsiteX13" fmla="*/ 1145260 w 2414466"/>
              <a:gd name="connsiteY13" fmla="*/ 0 h 3904296"/>
              <a:gd name="connsiteX14" fmla="*/ 1983134 w 2414466"/>
              <a:gd name="connsiteY14" fmla="*/ 278878 h 3904296"/>
              <a:gd name="connsiteX15" fmla="*/ 2300436 w 2414466"/>
              <a:gd name="connsiteY15" fmla="*/ 1033709 h 3904296"/>
              <a:gd name="connsiteX16" fmla="*/ 2251787 w 2414466"/>
              <a:gd name="connsiteY16" fmla="*/ 1429096 h 3904296"/>
              <a:gd name="connsiteX17" fmla="*/ 2245216 w 2414466"/>
              <a:gd name="connsiteY17" fmla="*/ 1448148 h 3904296"/>
              <a:gd name="connsiteX18" fmla="*/ 1743650 w 2414466"/>
              <a:gd name="connsiteY18" fmla="*/ 1448148 h 3904296"/>
              <a:gd name="connsiteX19" fmla="*/ 1778314 w 2414466"/>
              <a:gd name="connsiteY19" fmla="*/ 1359377 h 3904296"/>
              <a:gd name="connsiteX20" fmla="*/ 1819526 w 2414466"/>
              <a:gd name="connsiteY20" fmla="*/ 1070892 h 3904296"/>
              <a:gd name="connsiteX21" fmla="*/ 1623691 w 2414466"/>
              <a:gd name="connsiteY21" fmla="*/ 583785 h 3904296"/>
              <a:gd name="connsiteX22" fmla="*/ 1090724 w 2414466"/>
              <a:gd name="connsiteY22" fmla="*/ 406542 h 3904296"/>
              <a:gd name="connsiteX23" fmla="*/ 609814 w 2414466"/>
              <a:gd name="connsiteY23" fmla="*/ 528009 h 3904296"/>
              <a:gd name="connsiteX24" fmla="*/ 156171 w 2414466"/>
              <a:gd name="connsiteY24" fmla="*/ 875058 h 3904296"/>
              <a:gd name="connsiteX25" fmla="*/ 156171 w 2414466"/>
              <a:gd name="connsiteY25" fmla="*/ 404063 h 3904296"/>
              <a:gd name="connsiteX26" fmla="*/ 583785 w 2414466"/>
              <a:gd name="connsiteY26" fmla="*/ 104114 h 3904296"/>
              <a:gd name="connsiteX27" fmla="*/ 1145260 w 2414466"/>
              <a:gd name="connsiteY27" fmla="*/ 0 h 390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414466" h="3904296">
                <a:moveTo>
                  <a:pt x="656666" y="2456148"/>
                </a:moveTo>
                <a:lnTo>
                  <a:pt x="1362965" y="2456148"/>
                </a:lnTo>
                <a:lnTo>
                  <a:pt x="1219705" y="2556385"/>
                </a:lnTo>
                <a:cubicBezTo>
                  <a:pt x="1019068" y="2698922"/>
                  <a:pt x="878157" y="2806135"/>
                  <a:pt x="796972" y="2878024"/>
                </a:cubicBezTo>
                <a:cubicBezTo>
                  <a:pt x="688726" y="2973875"/>
                  <a:pt x="613119" y="3065595"/>
                  <a:pt x="570151" y="3153184"/>
                </a:cubicBezTo>
                <a:cubicBezTo>
                  <a:pt x="527183" y="3240772"/>
                  <a:pt x="505699" y="3347366"/>
                  <a:pt x="505699" y="3472964"/>
                </a:cubicBezTo>
                <a:lnTo>
                  <a:pt x="2414466" y="3472964"/>
                </a:lnTo>
                <a:lnTo>
                  <a:pt x="2414466" y="3904296"/>
                </a:lnTo>
                <a:lnTo>
                  <a:pt x="0" y="3904296"/>
                </a:lnTo>
                <a:lnTo>
                  <a:pt x="0" y="3713419"/>
                </a:lnTo>
                <a:cubicBezTo>
                  <a:pt x="0" y="3491969"/>
                  <a:pt x="30160" y="3303985"/>
                  <a:pt x="90480" y="3149465"/>
                </a:cubicBezTo>
                <a:cubicBezTo>
                  <a:pt x="150800" y="2994946"/>
                  <a:pt x="250370" y="2844558"/>
                  <a:pt x="389190" y="2698302"/>
                </a:cubicBezTo>
                <a:cubicBezTo>
                  <a:pt x="458600" y="2625174"/>
                  <a:pt x="547428" y="2544713"/>
                  <a:pt x="655674" y="2456918"/>
                </a:cubicBezTo>
                <a:close/>
                <a:moveTo>
                  <a:pt x="1145260" y="0"/>
                </a:moveTo>
                <a:cubicBezTo>
                  <a:pt x="1492308" y="0"/>
                  <a:pt x="1771600" y="92959"/>
                  <a:pt x="1983134" y="278878"/>
                </a:cubicBezTo>
                <a:cubicBezTo>
                  <a:pt x="2194668" y="464797"/>
                  <a:pt x="2300436" y="716407"/>
                  <a:pt x="2300436" y="1033709"/>
                </a:cubicBezTo>
                <a:cubicBezTo>
                  <a:pt x="2300436" y="1175007"/>
                  <a:pt x="2284220" y="1306803"/>
                  <a:pt x="2251787" y="1429096"/>
                </a:cubicBezTo>
                <a:lnTo>
                  <a:pt x="2245216" y="1448148"/>
                </a:lnTo>
                <a:lnTo>
                  <a:pt x="1743650" y="1448148"/>
                </a:lnTo>
                <a:lnTo>
                  <a:pt x="1778314" y="1359377"/>
                </a:lnTo>
                <a:cubicBezTo>
                  <a:pt x="1805789" y="1268690"/>
                  <a:pt x="1819526" y="1172528"/>
                  <a:pt x="1819526" y="1070892"/>
                </a:cubicBezTo>
                <a:cubicBezTo>
                  <a:pt x="1819526" y="864316"/>
                  <a:pt x="1754247" y="701946"/>
                  <a:pt x="1623691" y="583785"/>
                </a:cubicBezTo>
                <a:cubicBezTo>
                  <a:pt x="1493135" y="465623"/>
                  <a:pt x="1315479" y="406542"/>
                  <a:pt x="1090724" y="406542"/>
                </a:cubicBezTo>
                <a:cubicBezTo>
                  <a:pt x="932073" y="406542"/>
                  <a:pt x="771770" y="447031"/>
                  <a:pt x="609814" y="528009"/>
                </a:cubicBezTo>
                <a:cubicBezTo>
                  <a:pt x="447858" y="608987"/>
                  <a:pt x="296643" y="724670"/>
                  <a:pt x="156171" y="875058"/>
                </a:cubicBezTo>
                <a:lnTo>
                  <a:pt x="156171" y="404063"/>
                </a:lnTo>
                <a:cubicBezTo>
                  <a:pt x="281770" y="273507"/>
                  <a:pt x="424308" y="173524"/>
                  <a:pt x="583785" y="104114"/>
                </a:cubicBezTo>
                <a:cubicBezTo>
                  <a:pt x="743262" y="34704"/>
                  <a:pt x="930420" y="0"/>
                  <a:pt x="11452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A7A78A1-FE24-4560-903E-634D9C51565F}"/>
              </a:ext>
            </a:extLst>
          </p:cNvPr>
          <p:cNvGrpSpPr/>
          <p:nvPr userDrawn="1"/>
        </p:nvGrpSpPr>
        <p:grpSpPr>
          <a:xfrm>
            <a:off x="-5665" y="2349001"/>
            <a:ext cx="12263389" cy="2160000"/>
            <a:chOff x="-5665" y="2349001"/>
            <a:chExt cx="12263389" cy="216000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AAEC9509-9A4B-4DA1-B67D-3D1056B4AD3E}"/>
                </a:ext>
              </a:extLst>
            </p:cNvPr>
            <p:cNvGrpSpPr/>
            <p:nvPr/>
          </p:nvGrpSpPr>
          <p:grpSpPr>
            <a:xfrm rot="5400000" flipV="1">
              <a:off x="201860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8F56C70F-2D83-4DF0-BC1F-589E2FADB068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8A946C30-1446-4224-89E3-5237025B2BE3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577CA6E7-0643-45BA-AE92-6152AC598FFF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D9537BB7-470D-4868-AEEC-8BFC6AFFEF1C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12E2AD80-2798-4578-9926-252C987D6625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E10547CE-47F4-48DB-8292-71B55C30967B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749D4E72-DDDD-46BB-BEA4-44ACECD2BF9F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CFC783C3-FA8B-4F85-9411-19F76B9730E3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0A30789A-CE97-49E4-9D36-7B0D8925AE03}"/>
                </a:ext>
              </a:extLst>
            </p:cNvPr>
            <p:cNvGrpSpPr/>
            <p:nvPr/>
          </p:nvGrpSpPr>
          <p:grpSpPr>
            <a:xfrm rot="5400000">
              <a:off x="9890199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FC12CC33-4B70-4888-993B-0564550F08B5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6846C938-4111-4A58-8062-A92FFA5B6227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D9CB47FB-46B2-4D9D-9FC4-D4DD63879848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: 圆角 33">
                <a:extLst>
                  <a:ext uri="{FF2B5EF4-FFF2-40B4-BE49-F238E27FC236}">
                    <a16:creationId xmlns:a16="http://schemas.microsoft.com/office/drawing/2014/main" id="{FCE6CE9C-1652-4CAE-A752-DF3BCD0FD2B9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B50D88BA-7F25-4AF4-B9A5-3255A2C4BEFA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EF6C7B3B-8C3D-4EF5-9572-0EC1369D2579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436A7E29-8950-4CD3-BF18-F78661F55BFB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A9319BAA-4D84-41FB-9D4F-73DC90A4CC79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49" name="图片 48">
            <a:extLst>
              <a:ext uri="{FF2B5EF4-FFF2-40B4-BE49-F238E27FC236}">
                <a16:creationId xmlns:a16="http://schemas.microsoft.com/office/drawing/2014/main" id="{103791F0-81B7-4FEE-A3A8-8DCEFF23DB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898" y="84093"/>
            <a:ext cx="1341568" cy="221864"/>
          </a:xfrm>
          <a:prstGeom prst="rect">
            <a:avLst/>
          </a:prstGeom>
        </p:spPr>
      </p:pic>
      <p:sp>
        <p:nvSpPr>
          <p:cNvPr id="59" name="标题 1">
            <a:extLst>
              <a:ext uri="{FF2B5EF4-FFF2-40B4-BE49-F238E27FC236}">
                <a16:creationId xmlns:a16="http://schemas.microsoft.com/office/drawing/2014/main" id="{84862DE9-D724-48D6-A647-F5025BBBC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498" y="2775468"/>
            <a:ext cx="7686177" cy="1325563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6567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>
            <a:extLst>
              <a:ext uri="{FF2B5EF4-FFF2-40B4-BE49-F238E27FC236}">
                <a16:creationId xmlns:a16="http://schemas.microsoft.com/office/drawing/2014/main" id="{630C319F-53CC-4CB3-ADA0-D81BD96690AE}"/>
              </a:ext>
            </a:extLst>
          </p:cNvPr>
          <p:cNvSpPr txBox="1">
            <a:spLocks/>
          </p:cNvSpPr>
          <p:nvPr userDrawn="1"/>
        </p:nvSpPr>
        <p:spPr>
          <a:xfrm>
            <a:off x="4935217" y="1444626"/>
            <a:ext cx="2245900" cy="3968749"/>
          </a:xfrm>
          <a:custGeom>
            <a:avLst/>
            <a:gdLst>
              <a:gd name="connsiteX0" fmla="*/ 1656555 w 2245900"/>
              <a:gd name="connsiteY0" fmla="*/ 2488374 h 3968749"/>
              <a:gd name="connsiteX1" fmla="*/ 2189227 w 2245900"/>
              <a:gd name="connsiteY1" fmla="*/ 2488374 h 3968749"/>
              <a:gd name="connsiteX2" fmla="*/ 2230794 w 2245900"/>
              <a:gd name="connsiteY2" fmla="*/ 2637802 h 3968749"/>
              <a:gd name="connsiteX3" fmla="*/ 2245900 w 2245900"/>
              <a:gd name="connsiteY3" fmla="*/ 2816052 h 3968749"/>
              <a:gd name="connsiteX4" fmla="*/ 1872823 w 2245900"/>
              <a:gd name="connsiteY4" fmla="*/ 3651448 h 3968749"/>
              <a:gd name="connsiteX5" fmla="*/ 880016 w 2245900"/>
              <a:gd name="connsiteY5" fmla="*/ 3968749 h 3968749"/>
              <a:gd name="connsiteX6" fmla="*/ 0 w 2245900"/>
              <a:gd name="connsiteY6" fmla="*/ 3765478 h 3968749"/>
              <a:gd name="connsiteX7" fmla="*/ 0 w 2245900"/>
              <a:gd name="connsiteY7" fmla="*/ 3262257 h 3968749"/>
              <a:gd name="connsiteX8" fmla="*/ 889932 w 2245900"/>
              <a:gd name="connsiteY8" fmla="*/ 3567164 h 3968749"/>
              <a:gd name="connsiteX9" fmla="*/ 1518338 w 2245900"/>
              <a:gd name="connsiteY9" fmla="*/ 3372569 h 3968749"/>
              <a:gd name="connsiteX10" fmla="*/ 1750116 w 2245900"/>
              <a:gd name="connsiteY10" fmla="*/ 2850757 h 3968749"/>
              <a:gd name="connsiteX11" fmla="*/ 1684890 w 2245900"/>
              <a:gd name="connsiteY11" fmla="*/ 2531906 h 3968749"/>
              <a:gd name="connsiteX12" fmla="*/ 1028751 w 2245900"/>
              <a:gd name="connsiteY12" fmla="*/ 0 h 3968749"/>
              <a:gd name="connsiteX13" fmla="*/ 1817047 w 2245900"/>
              <a:gd name="connsiteY13" fmla="*/ 256569 h 3968749"/>
              <a:gd name="connsiteX14" fmla="*/ 2114517 w 2245900"/>
              <a:gd name="connsiteY14" fmla="*/ 922158 h 3968749"/>
              <a:gd name="connsiteX15" fmla="*/ 2006452 w 2245900"/>
              <a:gd name="connsiteY15" fmla="*/ 1411706 h 3968749"/>
              <a:gd name="connsiteX16" fmla="*/ 1961905 w 2245900"/>
              <a:gd name="connsiteY16" fmla="*/ 1480374 h 3968749"/>
              <a:gd name="connsiteX17" fmla="*/ 1457572 w 2245900"/>
              <a:gd name="connsiteY17" fmla="*/ 1480374 h 3968749"/>
              <a:gd name="connsiteX18" fmla="*/ 1486228 w 2245900"/>
              <a:gd name="connsiteY18" fmla="*/ 1453112 h 3968749"/>
              <a:gd name="connsiteX19" fmla="*/ 1616255 w 2245900"/>
              <a:gd name="connsiteY19" fmla="*/ 1036188 h 3968749"/>
              <a:gd name="connsiteX20" fmla="*/ 909763 w 2245900"/>
              <a:gd name="connsiteY20" fmla="*/ 404064 h 3968749"/>
              <a:gd name="connsiteX21" fmla="*/ 148735 w 2245900"/>
              <a:gd name="connsiteY21" fmla="*/ 676745 h 3968749"/>
              <a:gd name="connsiteX22" fmla="*/ 148735 w 2245900"/>
              <a:gd name="connsiteY22" fmla="*/ 218145 h 3968749"/>
              <a:gd name="connsiteX23" fmla="*/ 1028751 w 2245900"/>
              <a:gd name="connsiteY23" fmla="*/ 0 h 396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245900" h="3968749">
                <a:moveTo>
                  <a:pt x="1656555" y="2488374"/>
                </a:moveTo>
                <a:lnTo>
                  <a:pt x="2189227" y="2488374"/>
                </a:lnTo>
                <a:lnTo>
                  <a:pt x="2230794" y="2637802"/>
                </a:lnTo>
                <a:cubicBezTo>
                  <a:pt x="2240865" y="2694662"/>
                  <a:pt x="2245900" y="2754079"/>
                  <a:pt x="2245900" y="2816052"/>
                </a:cubicBezTo>
                <a:cubicBezTo>
                  <a:pt x="2245900" y="3161448"/>
                  <a:pt x="2121541" y="3439913"/>
                  <a:pt x="1872823" y="3651448"/>
                </a:cubicBezTo>
                <a:cubicBezTo>
                  <a:pt x="1624105" y="3862982"/>
                  <a:pt x="1293169" y="3968749"/>
                  <a:pt x="880016" y="3968749"/>
                </a:cubicBezTo>
                <a:cubicBezTo>
                  <a:pt x="516442" y="3968749"/>
                  <a:pt x="223103" y="3900992"/>
                  <a:pt x="0" y="3765478"/>
                </a:cubicBezTo>
                <a:lnTo>
                  <a:pt x="0" y="3262257"/>
                </a:lnTo>
                <a:cubicBezTo>
                  <a:pt x="262765" y="3465529"/>
                  <a:pt x="559409" y="3567164"/>
                  <a:pt x="889932" y="3567164"/>
                </a:cubicBezTo>
                <a:cubicBezTo>
                  <a:pt x="1154350" y="3567164"/>
                  <a:pt x="1363818" y="3502299"/>
                  <a:pt x="1518338" y="3372569"/>
                </a:cubicBezTo>
                <a:cubicBezTo>
                  <a:pt x="1672857" y="3242839"/>
                  <a:pt x="1750116" y="3068902"/>
                  <a:pt x="1750116" y="2850757"/>
                </a:cubicBezTo>
                <a:cubicBezTo>
                  <a:pt x="1750116" y="2729290"/>
                  <a:pt x="1728374" y="2623007"/>
                  <a:pt x="1684890" y="2531906"/>
                </a:cubicBezTo>
                <a:close/>
                <a:moveTo>
                  <a:pt x="1028751" y="0"/>
                </a:moveTo>
                <a:cubicBezTo>
                  <a:pt x="1355968" y="0"/>
                  <a:pt x="1618734" y="85523"/>
                  <a:pt x="1817047" y="256569"/>
                </a:cubicBezTo>
                <a:cubicBezTo>
                  <a:pt x="2015361" y="427614"/>
                  <a:pt x="2114517" y="649477"/>
                  <a:pt x="2114517" y="922158"/>
                </a:cubicBezTo>
                <a:cubicBezTo>
                  <a:pt x="2114517" y="1110556"/>
                  <a:pt x="2078496" y="1273739"/>
                  <a:pt x="2006452" y="1411706"/>
                </a:cubicBezTo>
                <a:lnTo>
                  <a:pt x="1961905" y="1480374"/>
                </a:lnTo>
                <a:lnTo>
                  <a:pt x="1457572" y="1480374"/>
                </a:lnTo>
                <a:lnTo>
                  <a:pt x="1486228" y="1453112"/>
                </a:lnTo>
                <a:cubicBezTo>
                  <a:pt x="1572913" y="1346208"/>
                  <a:pt x="1616255" y="1207234"/>
                  <a:pt x="1616255" y="1036188"/>
                </a:cubicBezTo>
                <a:cubicBezTo>
                  <a:pt x="1616255" y="614772"/>
                  <a:pt x="1380758" y="404064"/>
                  <a:pt x="909763" y="404064"/>
                </a:cubicBezTo>
                <a:cubicBezTo>
                  <a:pt x="640387" y="404064"/>
                  <a:pt x="386711" y="494958"/>
                  <a:pt x="148735" y="676745"/>
                </a:cubicBezTo>
                <a:lnTo>
                  <a:pt x="148735" y="218145"/>
                </a:lnTo>
                <a:cubicBezTo>
                  <a:pt x="399932" y="72715"/>
                  <a:pt x="693271" y="0"/>
                  <a:pt x="10287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40000" spc="4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89C8F04-896E-48EE-86F8-92CEF0CE9F71}"/>
              </a:ext>
            </a:extLst>
          </p:cNvPr>
          <p:cNvGrpSpPr/>
          <p:nvPr userDrawn="1"/>
        </p:nvGrpSpPr>
        <p:grpSpPr>
          <a:xfrm>
            <a:off x="-5665" y="2349001"/>
            <a:ext cx="12263389" cy="2160000"/>
            <a:chOff x="-5665" y="2349001"/>
            <a:chExt cx="12263389" cy="2160000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0883CB0A-2C0A-4A9A-AED0-D6ECBD1BAA95}"/>
                </a:ext>
              </a:extLst>
            </p:cNvPr>
            <p:cNvGrpSpPr/>
            <p:nvPr/>
          </p:nvGrpSpPr>
          <p:grpSpPr>
            <a:xfrm rot="5400000" flipV="1">
              <a:off x="201860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AF1AA5DA-7428-4B55-AE66-1BE616400812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39A23FAD-60E9-4168-9523-78127622A2A1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7F8F4683-37FF-40F7-9EBF-D723E631B85E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E033DF64-CCDD-4D4C-8ABB-5E206FB1FBDA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73362C17-7662-4606-B56B-D86E631307DE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48534991-DF1E-4460-973B-04D282D75E22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53AFDCB4-8840-4DFF-BDD4-0CE918AAB9A5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: 圆角 66">
                <a:extLst>
                  <a:ext uri="{FF2B5EF4-FFF2-40B4-BE49-F238E27FC236}">
                    <a16:creationId xmlns:a16="http://schemas.microsoft.com/office/drawing/2014/main" id="{D2B3B3D8-4AC3-4D7E-A34F-2BBD4A5099CC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BA326D9A-1F35-426A-A07C-E29E6E21288F}"/>
                </a:ext>
              </a:extLst>
            </p:cNvPr>
            <p:cNvGrpSpPr/>
            <p:nvPr/>
          </p:nvGrpSpPr>
          <p:grpSpPr>
            <a:xfrm rot="5400000">
              <a:off x="9890199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A9BFEBB6-4567-4097-B432-00843E1F9017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1E51EA28-68D1-44A4-8FDB-355FB86FE4FF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CB0DD8BD-BB63-4811-BDA4-2BB42C2EB716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09E0D512-7DB5-4E9D-B5E2-3B32042C4FE5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EAB933E3-2C7F-46AF-8B55-1D9B220EE41C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1284AF5B-B3E8-4065-8629-74303039011B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757340AD-6720-4990-8790-6340A2FAC389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53C89581-2E2C-444F-8C45-8F36876C8D52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52" name="图片 51">
            <a:extLst>
              <a:ext uri="{FF2B5EF4-FFF2-40B4-BE49-F238E27FC236}">
                <a16:creationId xmlns:a16="http://schemas.microsoft.com/office/drawing/2014/main" id="{B876E365-F4AF-4EEB-AE64-D2564458E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898" y="84093"/>
            <a:ext cx="1341568" cy="221864"/>
          </a:xfrm>
          <a:prstGeom prst="rect">
            <a:avLst/>
          </a:prstGeom>
        </p:spPr>
      </p:pic>
      <p:sp>
        <p:nvSpPr>
          <p:cNvPr id="68" name="标题 1">
            <a:extLst>
              <a:ext uri="{FF2B5EF4-FFF2-40B4-BE49-F238E27FC236}">
                <a16:creationId xmlns:a16="http://schemas.microsoft.com/office/drawing/2014/main" id="{72E56D5E-81B4-4114-BD51-5EF093256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498" y="2775468"/>
            <a:ext cx="7686177" cy="1325563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24517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0C1EBD98-8CF7-40E0-BCCA-DEF6E786F077}"/>
              </a:ext>
            </a:extLst>
          </p:cNvPr>
          <p:cNvSpPr/>
          <p:nvPr userDrawn="1"/>
        </p:nvSpPr>
        <p:spPr>
          <a:xfrm>
            <a:off x="4509013" y="1509078"/>
            <a:ext cx="2838362" cy="3839845"/>
          </a:xfrm>
          <a:custGeom>
            <a:avLst/>
            <a:gdLst>
              <a:gd name="connsiteX0" fmla="*/ 115240 w 2838362"/>
              <a:gd name="connsiteY0" fmla="*/ 2423922 h 3839845"/>
              <a:gd name="connsiteX1" fmla="*/ 633948 w 2838362"/>
              <a:gd name="connsiteY1" fmla="*/ 2423922 h 3839845"/>
              <a:gd name="connsiteX2" fmla="*/ 545362 w 2838362"/>
              <a:gd name="connsiteY2" fmla="*/ 2535934 h 3839845"/>
              <a:gd name="connsiteX3" fmla="*/ 1792258 w 2838362"/>
              <a:gd name="connsiteY3" fmla="*/ 2535934 h 3839845"/>
              <a:gd name="connsiteX4" fmla="*/ 1792258 w 2838362"/>
              <a:gd name="connsiteY4" fmla="*/ 2423922 h 3839845"/>
              <a:gd name="connsiteX5" fmla="*/ 2263253 w 2838362"/>
              <a:gd name="connsiteY5" fmla="*/ 2423922 h 3839845"/>
              <a:gd name="connsiteX6" fmla="*/ 2263253 w 2838362"/>
              <a:gd name="connsiteY6" fmla="*/ 2535934 h 3839845"/>
              <a:gd name="connsiteX7" fmla="*/ 2838362 w 2838362"/>
              <a:gd name="connsiteY7" fmla="*/ 2535934 h 3839845"/>
              <a:gd name="connsiteX8" fmla="*/ 2838362 w 2838362"/>
              <a:gd name="connsiteY8" fmla="*/ 2937519 h 3839845"/>
              <a:gd name="connsiteX9" fmla="*/ 2263253 w 2838362"/>
              <a:gd name="connsiteY9" fmla="*/ 2937519 h 3839845"/>
              <a:gd name="connsiteX10" fmla="*/ 2263253 w 2838362"/>
              <a:gd name="connsiteY10" fmla="*/ 3839845 h 3839845"/>
              <a:gd name="connsiteX11" fmla="*/ 1792258 w 2838362"/>
              <a:gd name="connsiteY11" fmla="*/ 3839845 h 3839845"/>
              <a:gd name="connsiteX12" fmla="*/ 1792258 w 2838362"/>
              <a:gd name="connsiteY12" fmla="*/ 2937519 h 3839845"/>
              <a:gd name="connsiteX13" fmla="*/ 0 w 2838362"/>
              <a:gd name="connsiteY13" fmla="*/ 2937519 h 3839845"/>
              <a:gd name="connsiteX14" fmla="*/ 0 w 2838362"/>
              <a:gd name="connsiteY14" fmla="*/ 2558244 h 3839845"/>
              <a:gd name="connsiteX15" fmla="*/ 1760032 w 2838362"/>
              <a:gd name="connsiteY15" fmla="*/ 0 h 3839845"/>
              <a:gd name="connsiteX16" fmla="*/ 2263253 w 2838362"/>
              <a:gd name="connsiteY16" fmla="*/ 0 h 3839845"/>
              <a:gd name="connsiteX17" fmla="*/ 2263253 w 2838362"/>
              <a:gd name="connsiteY17" fmla="*/ 1415922 h 3839845"/>
              <a:gd name="connsiteX18" fmla="*/ 1792258 w 2838362"/>
              <a:gd name="connsiteY18" fmla="*/ 1415922 h 3839845"/>
              <a:gd name="connsiteX19" fmla="*/ 1792258 w 2838362"/>
              <a:gd name="connsiteY19" fmla="*/ 706492 h 3839845"/>
              <a:gd name="connsiteX20" fmla="*/ 1525155 w 2838362"/>
              <a:gd name="connsiteY20" fmla="*/ 1162923 h 3839845"/>
              <a:gd name="connsiteX21" fmla="*/ 1361690 w 2838362"/>
              <a:gd name="connsiteY21" fmla="*/ 1415922 h 3839845"/>
              <a:gd name="connsiteX22" fmla="*/ 892968 w 2838362"/>
              <a:gd name="connsiteY22" fmla="*/ 1415922 h 3839845"/>
              <a:gd name="connsiteX23" fmla="*/ 961821 w 2838362"/>
              <a:gd name="connsiteY23" fmla="*/ 1318785 h 3839845"/>
              <a:gd name="connsiteX24" fmla="*/ 1760032 w 2838362"/>
              <a:gd name="connsiteY24" fmla="*/ 0 h 3839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838362" h="3839845">
                <a:moveTo>
                  <a:pt x="115240" y="2423922"/>
                </a:moveTo>
                <a:lnTo>
                  <a:pt x="633948" y="2423922"/>
                </a:lnTo>
                <a:lnTo>
                  <a:pt x="545362" y="2535934"/>
                </a:lnTo>
                <a:lnTo>
                  <a:pt x="1792258" y="2535934"/>
                </a:lnTo>
                <a:lnTo>
                  <a:pt x="1792258" y="2423922"/>
                </a:lnTo>
                <a:lnTo>
                  <a:pt x="2263253" y="2423922"/>
                </a:lnTo>
                <a:lnTo>
                  <a:pt x="2263253" y="2535934"/>
                </a:lnTo>
                <a:lnTo>
                  <a:pt x="2838362" y="2535934"/>
                </a:lnTo>
                <a:lnTo>
                  <a:pt x="2838362" y="2937519"/>
                </a:lnTo>
                <a:lnTo>
                  <a:pt x="2263253" y="2937519"/>
                </a:lnTo>
                <a:lnTo>
                  <a:pt x="2263253" y="3839845"/>
                </a:lnTo>
                <a:lnTo>
                  <a:pt x="1792258" y="3839845"/>
                </a:lnTo>
                <a:lnTo>
                  <a:pt x="1792258" y="2937519"/>
                </a:lnTo>
                <a:lnTo>
                  <a:pt x="0" y="2937519"/>
                </a:lnTo>
                <a:lnTo>
                  <a:pt x="0" y="2558244"/>
                </a:lnTo>
                <a:close/>
                <a:moveTo>
                  <a:pt x="1760032" y="0"/>
                </a:moveTo>
                <a:lnTo>
                  <a:pt x="2263253" y="0"/>
                </a:lnTo>
                <a:lnTo>
                  <a:pt x="2263253" y="1415922"/>
                </a:lnTo>
                <a:lnTo>
                  <a:pt x="1792258" y="1415922"/>
                </a:lnTo>
                <a:lnTo>
                  <a:pt x="1792258" y="706492"/>
                </a:lnTo>
                <a:cubicBezTo>
                  <a:pt x="1706323" y="861012"/>
                  <a:pt x="1617288" y="1013155"/>
                  <a:pt x="1525155" y="1162923"/>
                </a:cubicBezTo>
                <a:lnTo>
                  <a:pt x="1361690" y="1415922"/>
                </a:lnTo>
                <a:lnTo>
                  <a:pt x="892968" y="1415922"/>
                </a:lnTo>
                <a:lnTo>
                  <a:pt x="961821" y="1318785"/>
                </a:lnTo>
                <a:cubicBezTo>
                  <a:pt x="1284080" y="851096"/>
                  <a:pt x="1550151" y="411501"/>
                  <a:pt x="176003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F104B62-CCC3-4BE4-9B6E-229B87BB5AE9}"/>
              </a:ext>
            </a:extLst>
          </p:cNvPr>
          <p:cNvGrpSpPr/>
          <p:nvPr userDrawn="1"/>
        </p:nvGrpSpPr>
        <p:grpSpPr>
          <a:xfrm>
            <a:off x="-5665" y="2349001"/>
            <a:ext cx="12263389" cy="2160000"/>
            <a:chOff x="-5665" y="2349001"/>
            <a:chExt cx="12263389" cy="2160000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9C49C333-3372-4544-B049-4ED93CFAA859}"/>
                </a:ext>
              </a:extLst>
            </p:cNvPr>
            <p:cNvGrpSpPr/>
            <p:nvPr/>
          </p:nvGrpSpPr>
          <p:grpSpPr>
            <a:xfrm rot="5400000" flipV="1">
              <a:off x="201860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AD2405DA-2D09-4C41-8D29-C8872CBF07F3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5934B519-DA00-4C5D-814A-3F937B0D424E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AC266542-790F-405E-81C6-3C0CA5AC9EF0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A6DA7E87-B9D3-4DEC-B1A6-434FBBC7010B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39A20BFF-95F7-40D4-BA51-01C42482D594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D93352AF-CA4E-4374-80D6-9C9A38799DBA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ADD0E98B-6C8F-493F-A02D-9696BE80E68D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FF161591-3FCF-4802-B9F7-C79A80176C2B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9D109C1-2A07-4BB2-97F0-415FC5162697}"/>
                </a:ext>
              </a:extLst>
            </p:cNvPr>
            <p:cNvGrpSpPr/>
            <p:nvPr/>
          </p:nvGrpSpPr>
          <p:grpSpPr>
            <a:xfrm rot="5400000">
              <a:off x="9890199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93F109F5-89DC-44D6-81C8-8DB2A311F410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335B4E48-22B5-4A4E-84B6-1EDA97B5B5B9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267000FC-AFFE-4F7D-A367-6373AEAF4FEF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DECA9D23-FADF-4F92-A8D1-DA4789F8E9F8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D1716452-B156-44C8-8682-A6712BDEBB16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57A3ABB9-1B6A-4B18-8F78-63889D125FDD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D88BE172-F687-4648-AAC0-E2FF36C0F5B6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7608F285-D685-4C6C-85F4-E464812E9B74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47" name="图片 46">
            <a:extLst>
              <a:ext uri="{FF2B5EF4-FFF2-40B4-BE49-F238E27FC236}">
                <a16:creationId xmlns:a16="http://schemas.microsoft.com/office/drawing/2014/main" id="{ED51AA25-7DAC-4608-BEDE-5F693AC06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898" y="84093"/>
            <a:ext cx="1341568" cy="221864"/>
          </a:xfrm>
          <a:prstGeom prst="rect">
            <a:avLst/>
          </a:prstGeom>
        </p:spPr>
      </p:pic>
      <p:sp>
        <p:nvSpPr>
          <p:cNvPr id="67" name="标题 1">
            <a:extLst>
              <a:ext uri="{FF2B5EF4-FFF2-40B4-BE49-F238E27FC236}">
                <a16:creationId xmlns:a16="http://schemas.microsoft.com/office/drawing/2014/main" id="{03EF5A92-5EC9-4564-82EC-5D38E29EA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498" y="2775468"/>
            <a:ext cx="7686177" cy="1325563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468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7E78C63B-2C94-4AE7-A500-F47C51E2D4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126" b="43299"/>
          <a:stretch/>
        </p:blipFill>
        <p:spPr>
          <a:xfrm>
            <a:off x="0" y="2889000"/>
            <a:ext cx="12263389" cy="999510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8ED7ED89-7AFD-43E0-9FC5-AE71AC552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898" y="84093"/>
            <a:ext cx="1341568" cy="221864"/>
          </a:xfrm>
          <a:prstGeom prst="rect">
            <a:avLst/>
          </a:prstGeom>
        </p:spPr>
      </p:pic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50C89697-98FC-41F3-A4CB-B84FDE136355}"/>
              </a:ext>
            </a:extLst>
          </p:cNvPr>
          <p:cNvSpPr/>
          <p:nvPr userDrawn="1"/>
        </p:nvSpPr>
        <p:spPr>
          <a:xfrm>
            <a:off x="5001554" y="1475612"/>
            <a:ext cx="2181448" cy="3906776"/>
          </a:xfrm>
          <a:custGeom>
            <a:avLst/>
            <a:gdLst>
              <a:gd name="connsiteX0" fmla="*/ 1652794 w 2181448"/>
              <a:gd name="connsiteY0" fmla="*/ 2457388 h 3906776"/>
              <a:gd name="connsiteX1" fmla="*/ 2167631 w 2181448"/>
              <a:gd name="connsiteY1" fmla="*/ 2457388 h 3906776"/>
              <a:gd name="connsiteX2" fmla="*/ 2176006 w 2181448"/>
              <a:gd name="connsiteY2" fmla="*/ 2521777 h 3906776"/>
              <a:gd name="connsiteX3" fmla="*/ 2181448 w 2181448"/>
              <a:gd name="connsiteY3" fmla="*/ 2654922 h 3906776"/>
              <a:gd name="connsiteX4" fmla="*/ 1808370 w 2181448"/>
              <a:gd name="connsiteY4" fmla="*/ 3562206 h 3906776"/>
              <a:gd name="connsiteX5" fmla="*/ 805648 w 2181448"/>
              <a:gd name="connsiteY5" fmla="*/ 3906776 h 3906776"/>
              <a:gd name="connsiteX6" fmla="*/ 0 w 2181448"/>
              <a:gd name="connsiteY6" fmla="*/ 3745646 h 3906776"/>
              <a:gd name="connsiteX7" fmla="*/ 0 w 2181448"/>
              <a:gd name="connsiteY7" fmla="*/ 3249863 h 3906776"/>
              <a:gd name="connsiteX8" fmla="*/ 793253 w 2181448"/>
              <a:gd name="connsiteY8" fmla="*/ 3502712 h 3906776"/>
              <a:gd name="connsiteX9" fmla="*/ 1441491 w 2181448"/>
              <a:gd name="connsiteY9" fmla="*/ 3280849 h 3906776"/>
              <a:gd name="connsiteX10" fmla="*/ 1688143 w 2181448"/>
              <a:gd name="connsiteY10" fmla="*/ 2692106 h 3906776"/>
              <a:gd name="connsiteX11" fmla="*/ 1672108 w 2181448"/>
              <a:gd name="connsiteY11" fmla="*/ 2518814 h 3906776"/>
              <a:gd name="connsiteX12" fmla="*/ 195834 w 2181448"/>
              <a:gd name="connsiteY12" fmla="*/ 0 h 3906776"/>
              <a:gd name="connsiteX13" fmla="*/ 1990571 w 2181448"/>
              <a:gd name="connsiteY13" fmla="*/ 0 h 3906776"/>
              <a:gd name="connsiteX14" fmla="*/ 1990571 w 2181448"/>
              <a:gd name="connsiteY14" fmla="*/ 426374 h 3906776"/>
              <a:gd name="connsiteX15" fmla="*/ 604856 w 2181448"/>
              <a:gd name="connsiteY15" fmla="*/ 426374 h 3906776"/>
              <a:gd name="connsiteX16" fmla="*/ 530285 w 2181448"/>
              <a:gd name="connsiteY16" fmla="*/ 1449388 h 3906776"/>
              <a:gd name="connsiteX17" fmla="*/ 90726 w 2181448"/>
              <a:gd name="connsiteY17" fmla="*/ 1449388 h 3906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81448" h="3906776">
                <a:moveTo>
                  <a:pt x="1652794" y="2457388"/>
                </a:moveTo>
                <a:lnTo>
                  <a:pt x="2167631" y="2457388"/>
                </a:lnTo>
                <a:lnTo>
                  <a:pt x="2176006" y="2521777"/>
                </a:lnTo>
                <a:cubicBezTo>
                  <a:pt x="2179634" y="2564887"/>
                  <a:pt x="2181448" y="2609269"/>
                  <a:pt x="2181448" y="2654922"/>
                </a:cubicBezTo>
                <a:cubicBezTo>
                  <a:pt x="2181448" y="3030065"/>
                  <a:pt x="2057088" y="3332493"/>
                  <a:pt x="1808370" y="3562206"/>
                </a:cubicBezTo>
                <a:cubicBezTo>
                  <a:pt x="1559652" y="3791919"/>
                  <a:pt x="1225411" y="3906776"/>
                  <a:pt x="805648" y="3906776"/>
                </a:cubicBezTo>
                <a:cubicBezTo>
                  <a:pt x="445379" y="3906776"/>
                  <a:pt x="176829" y="3853066"/>
                  <a:pt x="0" y="3745646"/>
                </a:cubicBezTo>
                <a:lnTo>
                  <a:pt x="0" y="3249863"/>
                </a:lnTo>
                <a:cubicBezTo>
                  <a:pt x="259460" y="3418429"/>
                  <a:pt x="523878" y="3502712"/>
                  <a:pt x="793253" y="3502712"/>
                </a:cubicBezTo>
                <a:cubicBezTo>
                  <a:pt x="1060977" y="3502712"/>
                  <a:pt x="1277056" y="3428758"/>
                  <a:pt x="1441491" y="3280849"/>
                </a:cubicBezTo>
                <a:cubicBezTo>
                  <a:pt x="1605925" y="3132940"/>
                  <a:pt x="1688143" y="2936693"/>
                  <a:pt x="1688143" y="2692106"/>
                </a:cubicBezTo>
                <a:cubicBezTo>
                  <a:pt x="1688143" y="2630959"/>
                  <a:pt x="1682798" y="2573195"/>
                  <a:pt x="1672108" y="2518814"/>
                </a:cubicBezTo>
                <a:close/>
                <a:moveTo>
                  <a:pt x="195834" y="0"/>
                </a:moveTo>
                <a:lnTo>
                  <a:pt x="1990571" y="0"/>
                </a:lnTo>
                <a:lnTo>
                  <a:pt x="1990571" y="426374"/>
                </a:lnTo>
                <a:lnTo>
                  <a:pt x="604856" y="426374"/>
                </a:lnTo>
                <a:lnTo>
                  <a:pt x="530285" y="1449388"/>
                </a:lnTo>
                <a:lnTo>
                  <a:pt x="90726" y="1449388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6D7274F-7A2D-445E-BC1D-8572DF3658EB}"/>
              </a:ext>
            </a:extLst>
          </p:cNvPr>
          <p:cNvGrpSpPr/>
          <p:nvPr userDrawn="1"/>
        </p:nvGrpSpPr>
        <p:grpSpPr>
          <a:xfrm>
            <a:off x="-5665" y="2349001"/>
            <a:ext cx="12263389" cy="2160000"/>
            <a:chOff x="-5665" y="2349001"/>
            <a:chExt cx="12263389" cy="2160000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C0E2E623-7E48-457B-8F61-3FA0702608A8}"/>
                </a:ext>
              </a:extLst>
            </p:cNvPr>
            <p:cNvGrpSpPr/>
            <p:nvPr/>
          </p:nvGrpSpPr>
          <p:grpSpPr>
            <a:xfrm rot="5400000" flipV="1">
              <a:off x="201860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6F3B09DC-EF23-4C74-ADFE-8B5267AA13B0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712C79F1-AF8D-4638-A130-F002D01DCCA5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41AC44C6-06CF-4C0A-B52B-74D7BA03CD2C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A0A94992-82A5-48ED-92C4-4680BA162693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C260DE27-AF41-4335-9AC5-22AE3F7FA6A7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B8D1C359-9418-4527-B6D6-18AAE1383292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272BE284-1035-4DDB-A62F-E461FAC4E9BC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: 圆角 66">
                <a:extLst>
                  <a:ext uri="{FF2B5EF4-FFF2-40B4-BE49-F238E27FC236}">
                    <a16:creationId xmlns:a16="http://schemas.microsoft.com/office/drawing/2014/main" id="{4E369694-16C4-4A43-A77A-6978FD5147EC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30FF286-9ECB-4701-BBA2-BA2A0F092F87}"/>
                </a:ext>
              </a:extLst>
            </p:cNvPr>
            <p:cNvGrpSpPr/>
            <p:nvPr/>
          </p:nvGrpSpPr>
          <p:grpSpPr>
            <a:xfrm rot="5400000">
              <a:off x="9890199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BE68C505-E9A7-424E-91EA-16E365EE3EDA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EDEFB350-255F-4225-82FE-B95B1115AF05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B7B4D324-C3E8-4FDD-8183-DAFD38D53969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E10790BC-ACAB-40E7-95A4-8081D4B21897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CDB4037E-A631-4E11-9702-7A12AA56C97B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4292B1F6-BC9B-4811-B382-580FA1C0983F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C1B77E65-C79D-4DE6-B08F-9E0D2997B4A4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1B594420-82E8-4D38-ACF5-2002FC4595E1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8" name="标题 1">
            <a:extLst>
              <a:ext uri="{FF2B5EF4-FFF2-40B4-BE49-F238E27FC236}">
                <a16:creationId xmlns:a16="http://schemas.microsoft.com/office/drawing/2014/main" id="{D1B9A1AC-533C-449A-B521-83B410B71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498" y="2775468"/>
            <a:ext cx="7686177" cy="1325563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2993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>
            <a:extLst>
              <a:ext uri="{FF2B5EF4-FFF2-40B4-BE49-F238E27FC236}">
                <a16:creationId xmlns:a16="http://schemas.microsoft.com/office/drawing/2014/main" id="{0DEB7A8B-777F-4DCB-8206-366182C34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898" y="84093"/>
            <a:ext cx="1341568" cy="221864"/>
          </a:xfrm>
          <a:prstGeom prst="rect">
            <a:avLst/>
          </a:prstGeom>
        </p:spPr>
      </p:pic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78B05F75-048F-4A05-BAD3-F967278EA4AB}"/>
              </a:ext>
            </a:extLst>
          </p:cNvPr>
          <p:cNvSpPr/>
          <p:nvPr userDrawn="1"/>
        </p:nvSpPr>
        <p:spPr>
          <a:xfrm>
            <a:off x="4884196" y="1444626"/>
            <a:ext cx="2460530" cy="3968748"/>
          </a:xfrm>
          <a:custGeom>
            <a:avLst/>
            <a:gdLst>
              <a:gd name="connsiteX0" fmla="*/ 0 w 2460530"/>
              <a:gd name="connsiteY0" fmla="*/ 2488374 h 3968748"/>
              <a:gd name="connsiteX1" fmla="*/ 530555 w 2460530"/>
              <a:gd name="connsiteY1" fmla="*/ 2488374 h 3968748"/>
              <a:gd name="connsiteX2" fmla="*/ 527284 w 2460530"/>
              <a:gd name="connsiteY2" fmla="*/ 2500144 h 3968748"/>
              <a:gd name="connsiteX3" fmla="*/ 514579 w 2460530"/>
              <a:gd name="connsiteY3" fmla="*/ 2647485 h 3968748"/>
              <a:gd name="connsiteX4" fmla="*/ 716611 w 2460530"/>
              <a:gd name="connsiteY4" fmla="*/ 3296961 h 3968748"/>
              <a:gd name="connsiteX5" fmla="*/ 1253296 w 2460530"/>
              <a:gd name="connsiteY5" fmla="*/ 3567163 h 3968748"/>
              <a:gd name="connsiteX6" fmla="*/ 1768912 w 2460530"/>
              <a:gd name="connsiteY6" fmla="*/ 3334145 h 3968748"/>
              <a:gd name="connsiteX7" fmla="*/ 1967225 w 2460530"/>
              <a:gd name="connsiteY7" fmla="*/ 2734247 h 3968748"/>
              <a:gd name="connsiteX8" fmla="*/ 1955528 w 2460530"/>
              <a:gd name="connsiteY8" fmla="*/ 2546934 h 3968748"/>
              <a:gd name="connsiteX9" fmla="*/ 1943097 w 2460530"/>
              <a:gd name="connsiteY9" fmla="*/ 2488374 h 3968748"/>
              <a:gd name="connsiteX10" fmla="*/ 2446435 w 2460530"/>
              <a:gd name="connsiteY10" fmla="*/ 2488374 h 3968748"/>
              <a:gd name="connsiteX11" fmla="*/ 2460530 w 2460530"/>
              <a:gd name="connsiteY11" fmla="*/ 2682189 h 3968748"/>
              <a:gd name="connsiteX12" fmla="*/ 2117200 w 2460530"/>
              <a:gd name="connsiteY12" fmla="*/ 3606826 h 3968748"/>
              <a:gd name="connsiteX13" fmla="*/ 1240902 w 2460530"/>
              <a:gd name="connsiteY13" fmla="*/ 3968748 h 3968748"/>
              <a:gd name="connsiteX14" fmla="*/ 322463 w 2460530"/>
              <a:gd name="connsiteY14" fmla="*/ 3511388 h 3968748"/>
              <a:gd name="connsiteX15" fmla="*/ 9887 w 2460530"/>
              <a:gd name="connsiteY15" fmla="*/ 2609914 h 3968748"/>
              <a:gd name="connsiteX16" fmla="*/ 1578035 w 2460530"/>
              <a:gd name="connsiteY16" fmla="*/ 0 h 3968748"/>
              <a:gd name="connsiteX17" fmla="*/ 2220075 w 2460530"/>
              <a:gd name="connsiteY17" fmla="*/ 111551 h 3968748"/>
              <a:gd name="connsiteX18" fmla="*/ 2220075 w 2460530"/>
              <a:gd name="connsiteY18" fmla="*/ 557756 h 3968748"/>
              <a:gd name="connsiteX19" fmla="*/ 1592908 w 2460530"/>
              <a:gd name="connsiteY19" fmla="*/ 404063 h 3968748"/>
              <a:gd name="connsiteX20" fmla="*/ 792218 w 2460530"/>
              <a:gd name="connsiteY20" fmla="*/ 837874 h 3968748"/>
              <a:gd name="connsiteX21" fmla="*/ 564158 w 2460530"/>
              <a:gd name="connsiteY21" fmla="*/ 1351010 h 3968748"/>
              <a:gd name="connsiteX22" fmla="*/ 535614 w 2460530"/>
              <a:gd name="connsiteY22" fmla="*/ 1480374 h 3968748"/>
              <a:gd name="connsiteX23" fmla="*/ 57412 w 2460530"/>
              <a:gd name="connsiteY23" fmla="*/ 1480374 h 3968748"/>
              <a:gd name="connsiteX24" fmla="*/ 98431 w 2460530"/>
              <a:gd name="connsiteY24" fmla="*/ 1301742 h 3968748"/>
              <a:gd name="connsiteX25" fmla="*/ 426577 w 2460530"/>
              <a:gd name="connsiteY25" fmla="*/ 598658 h 3968748"/>
              <a:gd name="connsiteX26" fmla="*/ 1578035 w 2460530"/>
              <a:gd name="connsiteY26" fmla="*/ 0 h 3968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60530" h="3968748">
                <a:moveTo>
                  <a:pt x="0" y="2488374"/>
                </a:moveTo>
                <a:lnTo>
                  <a:pt x="530555" y="2488374"/>
                </a:lnTo>
                <a:lnTo>
                  <a:pt x="527284" y="2500144"/>
                </a:lnTo>
                <a:cubicBezTo>
                  <a:pt x="518814" y="2547553"/>
                  <a:pt x="514579" y="2596667"/>
                  <a:pt x="514579" y="2647485"/>
                </a:cubicBezTo>
                <a:cubicBezTo>
                  <a:pt x="514579" y="2900334"/>
                  <a:pt x="581923" y="3116826"/>
                  <a:pt x="716611" y="3296961"/>
                </a:cubicBezTo>
                <a:cubicBezTo>
                  <a:pt x="851299" y="3477096"/>
                  <a:pt x="1030194" y="3567163"/>
                  <a:pt x="1253296" y="3567163"/>
                </a:cubicBezTo>
                <a:cubicBezTo>
                  <a:pt x="1464831" y="3567163"/>
                  <a:pt x="1636703" y="3489491"/>
                  <a:pt x="1768912" y="3334145"/>
                </a:cubicBezTo>
                <a:cubicBezTo>
                  <a:pt x="1901120" y="3178799"/>
                  <a:pt x="1967225" y="2978833"/>
                  <a:pt x="1967225" y="2734247"/>
                </a:cubicBezTo>
                <a:cubicBezTo>
                  <a:pt x="1967225" y="2668143"/>
                  <a:pt x="1963326" y="2605705"/>
                  <a:pt x="1955528" y="2546934"/>
                </a:cubicBezTo>
                <a:lnTo>
                  <a:pt x="1943097" y="2488374"/>
                </a:lnTo>
                <a:lnTo>
                  <a:pt x="2446435" y="2488374"/>
                </a:lnTo>
                <a:lnTo>
                  <a:pt x="2460530" y="2682189"/>
                </a:lnTo>
                <a:cubicBezTo>
                  <a:pt x="2460530" y="3057332"/>
                  <a:pt x="2346086" y="3365545"/>
                  <a:pt x="2117200" y="3606826"/>
                </a:cubicBezTo>
                <a:cubicBezTo>
                  <a:pt x="1888313" y="3848107"/>
                  <a:pt x="1596213" y="3968748"/>
                  <a:pt x="1240902" y="3968748"/>
                </a:cubicBezTo>
                <a:cubicBezTo>
                  <a:pt x="850885" y="3968748"/>
                  <a:pt x="544739" y="3816295"/>
                  <a:pt x="322463" y="3511388"/>
                </a:cubicBezTo>
                <a:cubicBezTo>
                  <a:pt x="155756" y="3282708"/>
                  <a:pt x="51564" y="2982216"/>
                  <a:pt x="9887" y="2609914"/>
                </a:cubicBezTo>
                <a:close/>
                <a:moveTo>
                  <a:pt x="1578035" y="0"/>
                </a:moveTo>
                <a:cubicBezTo>
                  <a:pt x="1850716" y="0"/>
                  <a:pt x="2064729" y="37183"/>
                  <a:pt x="2220075" y="111551"/>
                </a:cubicBezTo>
                <a:lnTo>
                  <a:pt x="2220075" y="557756"/>
                </a:lnTo>
                <a:cubicBezTo>
                  <a:pt x="2020108" y="455294"/>
                  <a:pt x="1811053" y="404063"/>
                  <a:pt x="1592908" y="404063"/>
                </a:cubicBezTo>
                <a:cubicBezTo>
                  <a:pt x="1260733" y="404063"/>
                  <a:pt x="993836" y="548667"/>
                  <a:pt x="792218" y="837874"/>
                </a:cubicBezTo>
                <a:cubicBezTo>
                  <a:pt x="691409" y="982478"/>
                  <a:pt x="615389" y="1153523"/>
                  <a:pt x="564158" y="1351010"/>
                </a:cubicBezTo>
                <a:lnTo>
                  <a:pt x="535614" y="1480374"/>
                </a:lnTo>
                <a:lnTo>
                  <a:pt x="57412" y="1480374"/>
                </a:lnTo>
                <a:lnTo>
                  <a:pt x="98431" y="1301742"/>
                </a:lnTo>
                <a:cubicBezTo>
                  <a:pt x="171352" y="1032572"/>
                  <a:pt x="280734" y="798211"/>
                  <a:pt x="426577" y="598658"/>
                </a:cubicBezTo>
                <a:cubicBezTo>
                  <a:pt x="718263" y="199552"/>
                  <a:pt x="1102082" y="0"/>
                  <a:pt x="157803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EA5080E-F5BA-4E38-AB91-BEED2C03F111}"/>
              </a:ext>
            </a:extLst>
          </p:cNvPr>
          <p:cNvGrpSpPr/>
          <p:nvPr userDrawn="1"/>
        </p:nvGrpSpPr>
        <p:grpSpPr>
          <a:xfrm>
            <a:off x="-5665" y="2349001"/>
            <a:ext cx="12263389" cy="2160000"/>
            <a:chOff x="-5665" y="2349001"/>
            <a:chExt cx="12263389" cy="2160000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6853FBAC-5D53-4406-A692-CED484586BB7}"/>
                </a:ext>
              </a:extLst>
            </p:cNvPr>
            <p:cNvGrpSpPr/>
            <p:nvPr/>
          </p:nvGrpSpPr>
          <p:grpSpPr>
            <a:xfrm rot="5400000" flipV="1">
              <a:off x="201860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CCD81F59-978C-422B-B7EE-BE547AA8CEFD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92B77158-63B6-4673-A281-556000945A4B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9A9D14AA-D4AF-43DF-9646-17FC9E7FD033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9C9AD487-0843-416E-A317-4519B487669A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81063C0D-CB16-439F-9AC2-E7AA0BFC9779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471E76C8-DD25-4B26-A42E-CC570E0A270D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D3E7C155-3E29-4BD6-9113-166B469E96AB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516C601D-EE27-40D8-85D1-CFFE19063D93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A6C6BBB6-5981-4CA5-BCE1-EC57B6174496}"/>
                </a:ext>
              </a:extLst>
            </p:cNvPr>
            <p:cNvGrpSpPr/>
            <p:nvPr/>
          </p:nvGrpSpPr>
          <p:grpSpPr>
            <a:xfrm rot="5400000">
              <a:off x="9890199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DB9A6FB5-E2A2-4083-BC8C-AB1182323FCE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376907A6-1AC7-4B08-8160-8C3C26537479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635FC279-6A08-4622-9D31-95895BDB6045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4DBF65B7-7652-4DB2-BB4A-9C69D7AD0EF9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C9AFFC7F-CEE9-47D9-B84D-5F5330C7EB71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016A510D-7E71-4472-B38E-FDBBB2F740C5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2C118F72-BE05-42EB-8749-9A0B7BB4B7B4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472638EE-931A-487A-9797-A42FD797AA39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7" name="标题 1">
            <a:extLst>
              <a:ext uri="{FF2B5EF4-FFF2-40B4-BE49-F238E27FC236}">
                <a16:creationId xmlns:a16="http://schemas.microsoft.com/office/drawing/2014/main" id="{BEBE62FE-0FD3-4598-BF5B-F1B5A9A2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498" y="2775468"/>
            <a:ext cx="7686177" cy="1325563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92745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5FB99F54-BD88-4662-9C7E-6231AB9055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898" y="84093"/>
            <a:ext cx="1341568" cy="221864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E061E203-F0B3-478E-AC61-91E4AE5A46F6}"/>
              </a:ext>
            </a:extLst>
          </p:cNvPr>
          <p:cNvSpPr txBox="1">
            <a:spLocks/>
          </p:cNvSpPr>
          <p:nvPr userDrawn="1"/>
        </p:nvSpPr>
        <p:spPr>
          <a:xfrm>
            <a:off x="4855892" y="1509078"/>
            <a:ext cx="2439255" cy="3839845"/>
          </a:xfrm>
          <a:custGeom>
            <a:avLst/>
            <a:gdLst>
              <a:gd name="connsiteX0" fmla="*/ 941777 w 2439255"/>
              <a:gd name="connsiteY0" fmla="*/ 2423922 h 3839845"/>
              <a:gd name="connsiteX1" fmla="*/ 1427850 w 2439255"/>
              <a:gd name="connsiteY1" fmla="*/ 2423922 h 3839845"/>
              <a:gd name="connsiteX2" fmla="*/ 1332186 w 2439255"/>
              <a:gd name="connsiteY2" fmla="*/ 2690635 h 3839845"/>
              <a:gd name="connsiteX3" fmla="*/ 1060977 w 2439255"/>
              <a:gd name="connsiteY3" fmla="*/ 3839845 h 3839845"/>
              <a:gd name="connsiteX4" fmla="*/ 555277 w 2439255"/>
              <a:gd name="connsiteY4" fmla="*/ 3839845 h 3839845"/>
              <a:gd name="connsiteX5" fmla="*/ 833691 w 2439255"/>
              <a:gd name="connsiteY5" fmla="*/ 2717360 h 3839845"/>
              <a:gd name="connsiteX6" fmla="*/ 0 w 2439255"/>
              <a:gd name="connsiteY6" fmla="*/ 0 h 3839845"/>
              <a:gd name="connsiteX7" fmla="*/ 2439255 w 2439255"/>
              <a:gd name="connsiteY7" fmla="*/ 0 h 3839845"/>
              <a:gd name="connsiteX8" fmla="*/ 2439255 w 2439255"/>
              <a:gd name="connsiteY8" fmla="*/ 299949 h 3839845"/>
              <a:gd name="connsiteX9" fmla="*/ 1899161 w 2439255"/>
              <a:gd name="connsiteY9" fmla="*/ 1316616 h 3839845"/>
              <a:gd name="connsiteX10" fmla="*/ 1853228 w 2439255"/>
              <a:gd name="connsiteY10" fmla="*/ 1415922 h 3839845"/>
              <a:gd name="connsiteX11" fmla="*/ 1379041 w 2439255"/>
              <a:gd name="connsiteY11" fmla="*/ 1415922 h 3839845"/>
              <a:gd name="connsiteX12" fmla="*/ 1388814 w 2439255"/>
              <a:gd name="connsiteY12" fmla="*/ 1395012 h 3839845"/>
              <a:gd name="connsiteX13" fmla="*/ 1903809 w 2439255"/>
              <a:gd name="connsiteY13" fmla="*/ 428853 h 3839845"/>
              <a:gd name="connsiteX14" fmla="*/ 0 w 2439255"/>
              <a:gd name="connsiteY14" fmla="*/ 428853 h 3839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39255" h="3839845">
                <a:moveTo>
                  <a:pt x="941777" y="2423922"/>
                </a:moveTo>
                <a:lnTo>
                  <a:pt x="1427850" y="2423922"/>
                </a:lnTo>
                <a:lnTo>
                  <a:pt x="1332186" y="2690635"/>
                </a:lnTo>
                <a:cubicBezTo>
                  <a:pt x="1192282" y="3113445"/>
                  <a:pt x="1101879" y="3496515"/>
                  <a:pt x="1060977" y="3839845"/>
                </a:cubicBezTo>
                <a:lnTo>
                  <a:pt x="555277" y="3839845"/>
                </a:lnTo>
                <a:cubicBezTo>
                  <a:pt x="601138" y="3501473"/>
                  <a:pt x="693942" y="3127311"/>
                  <a:pt x="833691" y="2717360"/>
                </a:cubicBezTo>
                <a:close/>
                <a:moveTo>
                  <a:pt x="0" y="0"/>
                </a:moveTo>
                <a:lnTo>
                  <a:pt x="2439255" y="0"/>
                </a:lnTo>
                <a:lnTo>
                  <a:pt x="2439255" y="299949"/>
                </a:lnTo>
                <a:cubicBezTo>
                  <a:pt x="2237637" y="651956"/>
                  <a:pt x="2057606" y="990845"/>
                  <a:pt x="1899161" y="1316616"/>
                </a:cubicBezTo>
                <a:lnTo>
                  <a:pt x="1853228" y="1415922"/>
                </a:lnTo>
                <a:lnTo>
                  <a:pt x="1379041" y="1415922"/>
                </a:lnTo>
                <a:lnTo>
                  <a:pt x="1388814" y="1395012"/>
                </a:lnTo>
                <a:cubicBezTo>
                  <a:pt x="1541268" y="1083908"/>
                  <a:pt x="1712933" y="761855"/>
                  <a:pt x="1903809" y="428853"/>
                </a:cubicBezTo>
                <a:lnTo>
                  <a:pt x="0" y="4288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40000" spc="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7937F07-20B9-4AA7-8EB2-F79328A2863B}"/>
              </a:ext>
            </a:extLst>
          </p:cNvPr>
          <p:cNvGrpSpPr/>
          <p:nvPr userDrawn="1"/>
        </p:nvGrpSpPr>
        <p:grpSpPr>
          <a:xfrm>
            <a:off x="-5665" y="2349001"/>
            <a:ext cx="12263389" cy="2160000"/>
            <a:chOff x="-5665" y="2349001"/>
            <a:chExt cx="12263389" cy="2160000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86B3BE5F-C8A7-44E2-8F11-DFDFD2DE18C6}"/>
                </a:ext>
              </a:extLst>
            </p:cNvPr>
            <p:cNvGrpSpPr/>
            <p:nvPr/>
          </p:nvGrpSpPr>
          <p:grpSpPr>
            <a:xfrm rot="5400000" flipV="1">
              <a:off x="201860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F779A9C5-4827-48C6-A3F5-19A6A158EE5C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0AAC74BA-5771-402C-8EC0-E027A2C9BAB0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2E3E5AF9-0B2A-4690-A248-621926C5F0F8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CE96621C-00D0-4387-B81B-DAEC267822E1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17A590F7-899C-440D-9426-8C338A69E217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A1E22C19-2B23-4A21-983D-ADA1C61E685A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9F25EF4D-A603-412D-8E1E-AFC54C4271B4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6603AFCE-571F-4F10-BD9E-A1C06CC3E1EC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99B75A75-05C8-4CB2-A18A-4FAFC7D99397}"/>
                </a:ext>
              </a:extLst>
            </p:cNvPr>
            <p:cNvGrpSpPr/>
            <p:nvPr/>
          </p:nvGrpSpPr>
          <p:grpSpPr>
            <a:xfrm rot="5400000">
              <a:off x="9890199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11D73953-C179-4313-A5AD-E0A7CA0B090A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7DF8566F-82A6-4659-AAA3-03EDE9204B47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: 圆角 33">
                <a:extLst>
                  <a:ext uri="{FF2B5EF4-FFF2-40B4-BE49-F238E27FC236}">
                    <a16:creationId xmlns:a16="http://schemas.microsoft.com/office/drawing/2014/main" id="{4CE92285-25F3-45EF-88EF-7E2A107F3554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70087A55-EBC4-49A2-BC86-2E2A1F78FAFA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9D69D707-22A1-4EE6-92B1-ADE08829252A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1C8B5550-BEFB-44CB-B6B4-9B5A6AB8998F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F0F61A0F-D41B-4D28-BA7F-5FAE1F1D0AE3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912AAA65-19F5-46BE-92D3-99E0EC481B1B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8" name="标题 1">
            <a:extLst>
              <a:ext uri="{FF2B5EF4-FFF2-40B4-BE49-F238E27FC236}">
                <a16:creationId xmlns:a16="http://schemas.microsoft.com/office/drawing/2014/main" id="{62D60EDD-AC91-44AA-912D-A231C673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498" y="2775468"/>
            <a:ext cx="7686177" cy="1325563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00176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63AA3BF2-F6D2-4502-B596-B47BBFB3E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898" y="84093"/>
            <a:ext cx="1341568" cy="221864"/>
          </a:xfrm>
          <a:prstGeom prst="rect">
            <a:avLst/>
          </a:prstGeom>
        </p:spPr>
      </p:pic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03BA1633-8B81-4E2C-B297-FAAE74580B9B}"/>
              </a:ext>
            </a:extLst>
          </p:cNvPr>
          <p:cNvSpPr/>
          <p:nvPr userDrawn="1"/>
        </p:nvSpPr>
        <p:spPr>
          <a:xfrm>
            <a:off x="4823666" y="1445866"/>
            <a:ext cx="2491313" cy="3966269"/>
          </a:xfrm>
          <a:custGeom>
            <a:avLst/>
            <a:gdLst>
              <a:gd name="connsiteX0" fmla="*/ 60792 w 2491313"/>
              <a:gd name="connsiteY0" fmla="*/ 2487134 h 3966269"/>
              <a:gd name="connsiteX1" fmla="*/ 544145 w 2491313"/>
              <a:gd name="connsiteY1" fmla="*/ 2487134 h 3966269"/>
              <a:gd name="connsiteX2" fmla="*/ 530489 w 2491313"/>
              <a:gd name="connsiteY2" fmla="*/ 2512693 h 3966269"/>
              <a:gd name="connsiteX3" fmla="*/ 475952 w 2491313"/>
              <a:gd name="connsiteY3" fmla="*/ 2811093 h 3966269"/>
              <a:gd name="connsiteX4" fmla="*/ 686660 w 2491313"/>
              <a:gd name="connsiteY4" fmla="*/ 3358934 h 3966269"/>
              <a:gd name="connsiteX5" fmla="*/ 1246896 w 2491313"/>
              <a:gd name="connsiteY5" fmla="*/ 3564685 h 3966269"/>
              <a:gd name="connsiteX6" fmla="*/ 1805892 w 2491313"/>
              <a:gd name="connsiteY6" fmla="*/ 3355216 h 3966269"/>
              <a:gd name="connsiteX7" fmla="*/ 2022797 w 2491313"/>
              <a:gd name="connsiteY7" fmla="*/ 2811093 h 3966269"/>
              <a:gd name="connsiteX8" fmla="*/ 1967951 w 2491313"/>
              <a:gd name="connsiteY8" fmla="*/ 2518891 h 3966269"/>
              <a:gd name="connsiteX9" fmla="*/ 1950846 w 2491313"/>
              <a:gd name="connsiteY9" fmla="*/ 2487134 h 3966269"/>
              <a:gd name="connsiteX10" fmla="*/ 2430485 w 2491313"/>
              <a:gd name="connsiteY10" fmla="*/ 2487134 h 3966269"/>
              <a:gd name="connsiteX11" fmla="*/ 2442354 w 2491313"/>
              <a:gd name="connsiteY11" fmla="*/ 2516102 h 3966269"/>
              <a:gd name="connsiteX12" fmla="*/ 2491313 w 2491313"/>
              <a:gd name="connsiteY12" fmla="*/ 2833403 h 3966269"/>
              <a:gd name="connsiteX13" fmla="*/ 2335141 w 2491313"/>
              <a:gd name="connsiteY13" fmla="*/ 3419668 h 3966269"/>
              <a:gd name="connsiteX14" fmla="*/ 1891414 w 2491313"/>
              <a:gd name="connsiteY14" fmla="*/ 3822492 h 3966269"/>
              <a:gd name="connsiteX15" fmla="*/ 1244417 w 2491313"/>
              <a:gd name="connsiteY15" fmla="*/ 3966269 h 3966269"/>
              <a:gd name="connsiteX16" fmla="*/ 602377 w 2491313"/>
              <a:gd name="connsiteY16" fmla="*/ 3822492 h 3966269"/>
              <a:gd name="connsiteX17" fmla="*/ 158651 w 2491313"/>
              <a:gd name="connsiteY17" fmla="*/ 3418428 h 3966269"/>
              <a:gd name="connsiteX18" fmla="*/ 0 w 2491313"/>
              <a:gd name="connsiteY18" fmla="*/ 2833403 h 3966269"/>
              <a:gd name="connsiteX19" fmla="*/ 49578 w 2491313"/>
              <a:gd name="connsiteY19" fmla="*/ 2514243 h 3966269"/>
              <a:gd name="connsiteX20" fmla="*/ 1244417 w 2491313"/>
              <a:gd name="connsiteY20" fmla="*/ 0 h 3966269"/>
              <a:gd name="connsiteX21" fmla="*/ 1797216 w 2491313"/>
              <a:gd name="connsiteY21" fmla="*/ 127664 h 3966269"/>
              <a:gd name="connsiteX22" fmla="*/ 2186406 w 2491313"/>
              <a:gd name="connsiteY22" fmla="*/ 480910 h 3966269"/>
              <a:gd name="connsiteX23" fmla="*/ 2325225 w 2491313"/>
              <a:gd name="connsiteY23" fmla="*/ 981651 h 3966269"/>
              <a:gd name="connsiteX24" fmla="*/ 2182687 w 2491313"/>
              <a:gd name="connsiteY24" fmla="*/ 1456364 h 3966269"/>
              <a:gd name="connsiteX25" fmla="*/ 2165905 w 2491313"/>
              <a:gd name="connsiteY25" fmla="*/ 1479134 h 3966269"/>
              <a:gd name="connsiteX26" fmla="*/ 1676601 w 2491313"/>
              <a:gd name="connsiteY26" fmla="*/ 1479134 h 3966269"/>
              <a:gd name="connsiteX27" fmla="*/ 1696819 w 2491313"/>
              <a:gd name="connsiteY27" fmla="*/ 1462562 h 3966269"/>
              <a:gd name="connsiteX28" fmla="*/ 1886457 w 2491313"/>
              <a:gd name="connsiteY28" fmla="*/ 1021314 h 3966269"/>
              <a:gd name="connsiteX29" fmla="*/ 1704256 w 2491313"/>
              <a:gd name="connsiteY29" fmla="*/ 580066 h 3966269"/>
              <a:gd name="connsiteX30" fmla="*/ 1246896 w 2491313"/>
              <a:gd name="connsiteY30" fmla="*/ 399105 h 3966269"/>
              <a:gd name="connsiteX31" fmla="*/ 794493 w 2491313"/>
              <a:gd name="connsiteY31" fmla="*/ 576348 h 3966269"/>
              <a:gd name="connsiteX32" fmla="*/ 614772 w 2491313"/>
              <a:gd name="connsiteY32" fmla="*/ 1021314 h 3966269"/>
              <a:gd name="connsiteX33" fmla="*/ 798211 w 2491313"/>
              <a:gd name="connsiteY33" fmla="*/ 1463801 h 3966269"/>
              <a:gd name="connsiteX34" fmla="*/ 816587 w 2491313"/>
              <a:gd name="connsiteY34" fmla="*/ 1479134 h 3966269"/>
              <a:gd name="connsiteX35" fmla="*/ 326744 w 2491313"/>
              <a:gd name="connsiteY35" fmla="*/ 1479134 h 3966269"/>
              <a:gd name="connsiteX36" fmla="*/ 312343 w 2491313"/>
              <a:gd name="connsiteY36" fmla="*/ 1460083 h 3966269"/>
              <a:gd name="connsiteX37" fmla="*/ 166087 w 2491313"/>
              <a:gd name="connsiteY37" fmla="*/ 981651 h 3966269"/>
              <a:gd name="connsiteX38" fmla="*/ 306146 w 2491313"/>
              <a:gd name="connsiteY38" fmla="*/ 483389 h 3966269"/>
              <a:gd name="connsiteX39" fmla="*/ 695336 w 2491313"/>
              <a:gd name="connsiteY39" fmla="*/ 128903 h 3966269"/>
              <a:gd name="connsiteX40" fmla="*/ 1244417 w 2491313"/>
              <a:gd name="connsiteY40" fmla="*/ 0 h 3966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491313" h="3966269">
                <a:moveTo>
                  <a:pt x="60792" y="2487134"/>
                </a:moveTo>
                <a:lnTo>
                  <a:pt x="544145" y="2487134"/>
                </a:lnTo>
                <a:lnTo>
                  <a:pt x="530489" y="2512693"/>
                </a:lnTo>
                <a:cubicBezTo>
                  <a:pt x="494131" y="2602554"/>
                  <a:pt x="475952" y="2702021"/>
                  <a:pt x="475952" y="2811093"/>
                </a:cubicBezTo>
                <a:cubicBezTo>
                  <a:pt x="475952" y="3039154"/>
                  <a:pt x="546188" y="3221767"/>
                  <a:pt x="686660" y="3358934"/>
                </a:cubicBezTo>
                <a:cubicBezTo>
                  <a:pt x="827132" y="3496101"/>
                  <a:pt x="1013877" y="3564685"/>
                  <a:pt x="1246896" y="3564685"/>
                </a:cubicBezTo>
                <a:cubicBezTo>
                  <a:pt x="1474956" y="3564685"/>
                  <a:pt x="1661288" y="3494861"/>
                  <a:pt x="1805892" y="3355216"/>
                </a:cubicBezTo>
                <a:cubicBezTo>
                  <a:pt x="1950495" y="3215570"/>
                  <a:pt x="2022797" y="3034196"/>
                  <a:pt x="2022797" y="2811093"/>
                </a:cubicBezTo>
                <a:cubicBezTo>
                  <a:pt x="2022797" y="2705326"/>
                  <a:pt x="2004515" y="2607925"/>
                  <a:pt x="1967951" y="2518891"/>
                </a:cubicBezTo>
                <a:lnTo>
                  <a:pt x="1950846" y="2487134"/>
                </a:lnTo>
                <a:lnTo>
                  <a:pt x="2430485" y="2487134"/>
                </a:lnTo>
                <a:lnTo>
                  <a:pt x="2442354" y="2516102"/>
                </a:lnTo>
                <a:cubicBezTo>
                  <a:pt x="2474993" y="2617737"/>
                  <a:pt x="2491313" y="2723505"/>
                  <a:pt x="2491313" y="2833403"/>
                </a:cubicBezTo>
                <a:cubicBezTo>
                  <a:pt x="2491313" y="3051548"/>
                  <a:pt x="2439255" y="3246970"/>
                  <a:pt x="2335141" y="3419668"/>
                </a:cubicBezTo>
                <a:cubicBezTo>
                  <a:pt x="2231026" y="3592365"/>
                  <a:pt x="2083117" y="3726640"/>
                  <a:pt x="1891414" y="3822492"/>
                </a:cubicBezTo>
                <a:cubicBezTo>
                  <a:pt x="1699712" y="3918343"/>
                  <a:pt x="1484046" y="3966269"/>
                  <a:pt x="1244417" y="3966269"/>
                </a:cubicBezTo>
                <a:cubicBezTo>
                  <a:pt x="1006441" y="3966269"/>
                  <a:pt x="792427" y="3918343"/>
                  <a:pt x="602377" y="3822492"/>
                </a:cubicBezTo>
                <a:cubicBezTo>
                  <a:pt x="412327" y="3726640"/>
                  <a:pt x="264418" y="3591953"/>
                  <a:pt x="158651" y="3418428"/>
                </a:cubicBezTo>
                <a:cubicBezTo>
                  <a:pt x="52883" y="3244904"/>
                  <a:pt x="0" y="3049896"/>
                  <a:pt x="0" y="2833403"/>
                </a:cubicBezTo>
                <a:cubicBezTo>
                  <a:pt x="0" y="2722678"/>
                  <a:pt x="16526" y="2616291"/>
                  <a:pt x="49578" y="2514243"/>
                </a:cubicBezTo>
                <a:close/>
                <a:moveTo>
                  <a:pt x="1244417" y="0"/>
                </a:moveTo>
                <a:cubicBezTo>
                  <a:pt x="1446035" y="0"/>
                  <a:pt x="1630302" y="42554"/>
                  <a:pt x="1797216" y="127664"/>
                </a:cubicBezTo>
                <a:cubicBezTo>
                  <a:pt x="1964129" y="212773"/>
                  <a:pt x="2093859" y="330522"/>
                  <a:pt x="2186406" y="480910"/>
                </a:cubicBezTo>
                <a:cubicBezTo>
                  <a:pt x="2278952" y="631297"/>
                  <a:pt x="2325225" y="798211"/>
                  <a:pt x="2325225" y="981651"/>
                </a:cubicBezTo>
                <a:cubicBezTo>
                  <a:pt x="2325225" y="1150218"/>
                  <a:pt x="2277712" y="1308456"/>
                  <a:pt x="2182687" y="1456364"/>
                </a:cubicBezTo>
                <a:lnTo>
                  <a:pt x="2165905" y="1479134"/>
                </a:lnTo>
                <a:lnTo>
                  <a:pt x="1676601" y="1479134"/>
                </a:lnTo>
                <a:lnTo>
                  <a:pt x="1696819" y="1462562"/>
                </a:lnTo>
                <a:cubicBezTo>
                  <a:pt x="1823244" y="1338616"/>
                  <a:pt x="1886457" y="1191533"/>
                  <a:pt x="1886457" y="1021314"/>
                </a:cubicBezTo>
                <a:cubicBezTo>
                  <a:pt x="1886457" y="847790"/>
                  <a:pt x="1825723" y="700707"/>
                  <a:pt x="1704256" y="580066"/>
                </a:cubicBezTo>
                <a:cubicBezTo>
                  <a:pt x="1582789" y="459426"/>
                  <a:pt x="1430336" y="399105"/>
                  <a:pt x="1246896" y="399105"/>
                </a:cubicBezTo>
                <a:cubicBezTo>
                  <a:pt x="1065108" y="399105"/>
                  <a:pt x="914307" y="458186"/>
                  <a:pt x="794493" y="576348"/>
                </a:cubicBezTo>
                <a:cubicBezTo>
                  <a:pt x="674679" y="694510"/>
                  <a:pt x="614772" y="842832"/>
                  <a:pt x="614772" y="1021314"/>
                </a:cubicBezTo>
                <a:cubicBezTo>
                  <a:pt x="614772" y="1193186"/>
                  <a:pt x="675918" y="1340681"/>
                  <a:pt x="798211" y="1463801"/>
                </a:cubicBezTo>
                <a:lnTo>
                  <a:pt x="816587" y="1479134"/>
                </a:lnTo>
                <a:lnTo>
                  <a:pt x="326744" y="1479134"/>
                </a:lnTo>
                <a:lnTo>
                  <a:pt x="312343" y="1460083"/>
                </a:lnTo>
                <a:cubicBezTo>
                  <a:pt x="214839" y="1313000"/>
                  <a:pt x="166087" y="1153523"/>
                  <a:pt x="166087" y="981651"/>
                </a:cubicBezTo>
                <a:cubicBezTo>
                  <a:pt x="166087" y="799864"/>
                  <a:pt x="212774" y="633776"/>
                  <a:pt x="306146" y="483389"/>
                </a:cubicBezTo>
                <a:cubicBezTo>
                  <a:pt x="399519" y="333001"/>
                  <a:pt x="529249" y="214839"/>
                  <a:pt x="695336" y="128903"/>
                </a:cubicBezTo>
                <a:cubicBezTo>
                  <a:pt x="861424" y="42967"/>
                  <a:pt x="1044451" y="0"/>
                  <a:pt x="12444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32A5AC8-09DF-475D-BA5E-B677D6104D46}"/>
              </a:ext>
            </a:extLst>
          </p:cNvPr>
          <p:cNvGrpSpPr/>
          <p:nvPr userDrawn="1"/>
        </p:nvGrpSpPr>
        <p:grpSpPr>
          <a:xfrm>
            <a:off x="-5665" y="2349001"/>
            <a:ext cx="12263389" cy="2160000"/>
            <a:chOff x="-5665" y="2349001"/>
            <a:chExt cx="12263389" cy="2160000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965E1B0D-5FE6-4DC1-B06B-B715DF396B04}"/>
                </a:ext>
              </a:extLst>
            </p:cNvPr>
            <p:cNvGrpSpPr/>
            <p:nvPr/>
          </p:nvGrpSpPr>
          <p:grpSpPr>
            <a:xfrm rot="5400000" flipV="1">
              <a:off x="201860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C848C8A8-34F2-4DC1-84BC-129BF5C36BDF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A7925D3A-C8B8-48C2-8FDD-9FE68B26A2A4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C4DBE9AB-4F8A-4BCB-911E-CDC89E0735D2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8FCDD144-C5D4-4923-8990-DAB67B799788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1CB6E2DC-DBB0-4653-84FC-6AD385A9CD6A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32F5A8DC-09C6-41ED-99C1-152C7D549995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FA95671C-0BDD-4E6C-81E4-05785E816E36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6D80ED96-991E-4D3A-BA29-2EE1777081C4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FCDAB549-1FF6-4138-A031-D63A6D1E6D4A}"/>
                </a:ext>
              </a:extLst>
            </p:cNvPr>
            <p:cNvGrpSpPr/>
            <p:nvPr/>
          </p:nvGrpSpPr>
          <p:grpSpPr>
            <a:xfrm rot="5400000">
              <a:off x="9890199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9DBEE8BD-3A84-4D19-9A9B-84F582471CCD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1E40B5C7-C279-4984-90D6-EE59C8D3192F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94D2D93B-DADF-4B51-AC5C-3897D6C81C14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CBC5E73C-CB9B-4735-B415-C9414BEB3F73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48B9DDF7-FF9F-4FD9-AE1C-58876E144E7E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F22571BD-791F-475F-A5A3-6FA3424E95CB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A4BFD066-38D2-40FF-932E-6C62A15DD6D9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C701D339-7D0E-4B78-ABF3-F06E6CAE7A43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6" name="标题 1">
            <a:extLst>
              <a:ext uri="{FF2B5EF4-FFF2-40B4-BE49-F238E27FC236}">
                <a16:creationId xmlns:a16="http://schemas.microsoft.com/office/drawing/2014/main" id="{1ED69FA9-70FF-455E-BA3B-75E860CBA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498" y="2775468"/>
            <a:ext cx="7686177" cy="1325563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89612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620AA01-B3B8-44AD-9401-B8B7B94E38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126" b="43299"/>
          <a:stretch/>
        </p:blipFill>
        <p:spPr>
          <a:xfrm>
            <a:off x="0" y="2889000"/>
            <a:ext cx="12263389" cy="99951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7814FA0-36D3-48B4-8AD5-C68088E55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898" y="84093"/>
            <a:ext cx="1341568" cy="221864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3B3BC6DA-6CB7-4922-AF65-821C2CD405B5}"/>
              </a:ext>
            </a:extLst>
          </p:cNvPr>
          <p:cNvSpPr txBox="1">
            <a:spLocks/>
          </p:cNvSpPr>
          <p:nvPr userDrawn="1"/>
        </p:nvSpPr>
        <p:spPr>
          <a:xfrm>
            <a:off x="4828624" y="1425049"/>
            <a:ext cx="2455040" cy="3968748"/>
          </a:xfrm>
          <a:custGeom>
            <a:avLst/>
            <a:gdLst>
              <a:gd name="connsiteX0" fmla="*/ 1939763 w 2455040"/>
              <a:gd name="connsiteY0" fmla="*/ 2507951 h 3968748"/>
              <a:gd name="connsiteX1" fmla="*/ 2401326 w 2455040"/>
              <a:gd name="connsiteY1" fmla="*/ 2507951 h 3968748"/>
              <a:gd name="connsiteX2" fmla="*/ 2359930 w 2455040"/>
              <a:gd name="connsiteY2" fmla="*/ 2700782 h 3968748"/>
              <a:gd name="connsiteX3" fmla="*/ 2047586 w 2455040"/>
              <a:gd name="connsiteY3" fmla="*/ 3396118 h 3968748"/>
              <a:gd name="connsiteX4" fmla="*/ 894889 w 2455040"/>
              <a:gd name="connsiteY4" fmla="*/ 3968748 h 3968748"/>
              <a:gd name="connsiteX5" fmla="*/ 210708 w 2455040"/>
              <a:gd name="connsiteY5" fmla="*/ 3837366 h 3968748"/>
              <a:gd name="connsiteX6" fmla="*/ 210708 w 2455040"/>
              <a:gd name="connsiteY6" fmla="*/ 3383723 h 3968748"/>
              <a:gd name="connsiteX7" fmla="*/ 894889 w 2455040"/>
              <a:gd name="connsiteY7" fmla="*/ 3567163 h 3968748"/>
              <a:gd name="connsiteX8" fmla="*/ 1694340 w 2455040"/>
              <a:gd name="connsiteY8" fmla="*/ 3160621 h 3968748"/>
              <a:gd name="connsiteX9" fmla="*/ 1938262 w 2455040"/>
              <a:gd name="connsiteY9" fmla="*/ 2518813 h 3968748"/>
              <a:gd name="connsiteX10" fmla="*/ 1246896 w 2455040"/>
              <a:gd name="connsiteY10" fmla="*/ 0 h 3968748"/>
              <a:gd name="connsiteX11" fmla="*/ 2141785 w 2455040"/>
              <a:gd name="connsiteY11" fmla="*/ 449923 h 3968748"/>
              <a:gd name="connsiteX12" fmla="*/ 2443903 w 2455040"/>
              <a:gd name="connsiteY12" fmla="*/ 1355581 h 3968748"/>
              <a:gd name="connsiteX13" fmla="*/ 2455040 w 2455040"/>
              <a:gd name="connsiteY13" fmla="*/ 1499951 h 3968748"/>
              <a:gd name="connsiteX14" fmla="*/ 1938318 w 2455040"/>
              <a:gd name="connsiteY14" fmla="*/ 1499951 h 3968748"/>
              <a:gd name="connsiteX15" fmla="*/ 1950908 w 2455040"/>
              <a:gd name="connsiteY15" fmla="*/ 1360926 h 3968748"/>
              <a:gd name="connsiteX16" fmla="*/ 1746398 w 2455040"/>
              <a:gd name="connsiteY16" fmla="*/ 675505 h 3968748"/>
              <a:gd name="connsiteX17" fmla="*/ 1207233 w 2455040"/>
              <a:gd name="connsiteY17" fmla="*/ 404063 h 3968748"/>
              <a:gd name="connsiteX18" fmla="*/ 694097 w 2455040"/>
              <a:gd name="connsiteY18" fmla="*/ 639561 h 3968748"/>
              <a:gd name="connsiteX19" fmla="*/ 490825 w 2455040"/>
              <a:gd name="connsiteY19" fmla="*/ 1229543 h 3968748"/>
              <a:gd name="connsiteX20" fmla="*/ 503220 w 2455040"/>
              <a:gd name="connsiteY20" fmla="*/ 1412906 h 3968748"/>
              <a:gd name="connsiteX21" fmla="*/ 523031 w 2455040"/>
              <a:gd name="connsiteY21" fmla="*/ 1499951 h 3968748"/>
              <a:gd name="connsiteX22" fmla="*/ 16348 w 2455040"/>
              <a:gd name="connsiteY22" fmla="*/ 1499951 h 3968748"/>
              <a:gd name="connsiteX23" fmla="*/ 0 w 2455040"/>
              <a:gd name="connsiteY23" fmla="*/ 1291516 h 3968748"/>
              <a:gd name="connsiteX24" fmla="*/ 347048 w 2455040"/>
              <a:gd name="connsiteY24" fmla="*/ 363161 h 3968748"/>
              <a:gd name="connsiteX25" fmla="*/ 1246896 w 2455040"/>
              <a:gd name="connsiteY25" fmla="*/ 0 h 3968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455040" h="3968748">
                <a:moveTo>
                  <a:pt x="1939763" y="2507951"/>
                </a:moveTo>
                <a:lnTo>
                  <a:pt x="2401326" y="2507951"/>
                </a:lnTo>
                <a:lnTo>
                  <a:pt x="2359930" y="2700782"/>
                </a:lnTo>
                <a:cubicBezTo>
                  <a:pt x="2290520" y="2973463"/>
                  <a:pt x="2186406" y="3205242"/>
                  <a:pt x="2047586" y="3396118"/>
                </a:cubicBezTo>
                <a:cubicBezTo>
                  <a:pt x="1769947" y="3777872"/>
                  <a:pt x="1385715" y="3968748"/>
                  <a:pt x="894889" y="3968748"/>
                </a:cubicBezTo>
                <a:cubicBezTo>
                  <a:pt x="625513" y="3968748"/>
                  <a:pt x="397453" y="3924954"/>
                  <a:pt x="210708" y="3837366"/>
                </a:cubicBezTo>
                <a:lnTo>
                  <a:pt x="210708" y="3383723"/>
                </a:lnTo>
                <a:cubicBezTo>
                  <a:pt x="422242" y="3506017"/>
                  <a:pt x="650303" y="3567163"/>
                  <a:pt x="894889" y="3567163"/>
                </a:cubicBezTo>
                <a:cubicBezTo>
                  <a:pt x="1238633" y="3567163"/>
                  <a:pt x="1505116" y="3431649"/>
                  <a:pt x="1694340" y="3160621"/>
                </a:cubicBezTo>
                <a:cubicBezTo>
                  <a:pt x="1812605" y="2991228"/>
                  <a:pt x="1893912" y="2777292"/>
                  <a:pt x="1938262" y="2518813"/>
                </a:cubicBezTo>
                <a:close/>
                <a:moveTo>
                  <a:pt x="1246896" y="0"/>
                </a:moveTo>
                <a:cubicBezTo>
                  <a:pt x="1628649" y="0"/>
                  <a:pt x="1926945" y="149974"/>
                  <a:pt x="2141785" y="449923"/>
                </a:cubicBezTo>
                <a:cubicBezTo>
                  <a:pt x="2302915" y="674885"/>
                  <a:pt x="2403621" y="976771"/>
                  <a:pt x="2443903" y="1355581"/>
                </a:cubicBezTo>
                <a:lnTo>
                  <a:pt x="2455040" y="1499951"/>
                </a:lnTo>
                <a:lnTo>
                  <a:pt x="1938318" y="1499951"/>
                </a:lnTo>
                <a:lnTo>
                  <a:pt x="1950908" y="1360926"/>
                </a:lnTo>
                <a:cubicBezTo>
                  <a:pt x="1950908" y="1084939"/>
                  <a:pt x="1882738" y="856466"/>
                  <a:pt x="1746398" y="675505"/>
                </a:cubicBezTo>
                <a:cubicBezTo>
                  <a:pt x="1610057" y="494544"/>
                  <a:pt x="1430335" y="404063"/>
                  <a:pt x="1207233" y="404063"/>
                </a:cubicBezTo>
                <a:cubicBezTo>
                  <a:pt x="1000656" y="404063"/>
                  <a:pt x="829611" y="482562"/>
                  <a:pt x="694097" y="639561"/>
                </a:cubicBezTo>
                <a:cubicBezTo>
                  <a:pt x="558583" y="796559"/>
                  <a:pt x="490825" y="993219"/>
                  <a:pt x="490825" y="1229543"/>
                </a:cubicBezTo>
                <a:cubicBezTo>
                  <a:pt x="490825" y="1293995"/>
                  <a:pt x="494957" y="1355116"/>
                  <a:pt x="503220" y="1412906"/>
                </a:cubicBezTo>
                <a:lnTo>
                  <a:pt x="523031" y="1499951"/>
                </a:lnTo>
                <a:lnTo>
                  <a:pt x="16348" y="1499951"/>
                </a:lnTo>
                <a:lnTo>
                  <a:pt x="0" y="1291516"/>
                </a:lnTo>
                <a:cubicBezTo>
                  <a:pt x="0" y="914720"/>
                  <a:pt x="115682" y="605269"/>
                  <a:pt x="347048" y="363161"/>
                </a:cubicBezTo>
                <a:cubicBezTo>
                  <a:pt x="578414" y="121054"/>
                  <a:pt x="878363" y="0"/>
                  <a:pt x="124689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40000" spc="4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D8DFDA77-3AD4-434B-8663-7F0DD97D6C0D}"/>
              </a:ext>
            </a:extLst>
          </p:cNvPr>
          <p:cNvGrpSpPr/>
          <p:nvPr userDrawn="1"/>
        </p:nvGrpSpPr>
        <p:grpSpPr>
          <a:xfrm>
            <a:off x="-5665" y="2349001"/>
            <a:ext cx="12263389" cy="2160000"/>
            <a:chOff x="-5665" y="2349001"/>
            <a:chExt cx="12263389" cy="2160000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0E1C1DDC-BEC9-4E61-9F97-85540707C55B}"/>
                </a:ext>
              </a:extLst>
            </p:cNvPr>
            <p:cNvGrpSpPr/>
            <p:nvPr/>
          </p:nvGrpSpPr>
          <p:grpSpPr>
            <a:xfrm rot="5400000" flipV="1">
              <a:off x="201860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D8863474-AEB3-4845-9AA4-CD5C8C52B122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A36225B9-47A5-4FBB-A8AE-2B4528914FE5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57308D78-DF52-4D84-A3F7-EEF3CE17BA6B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DA83467D-00AC-4E22-B479-01C55084878B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D2657E2F-05E3-4E15-9C94-164777A12C57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EEC2511F-315B-408C-917E-78A059325762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5266AA5E-4908-4F9D-91A9-A63DA8687CF8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5404C64F-499F-496A-A35B-8A34389FFBD5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D4818B4-AD1C-4C57-8A7B-72EBE99DAE17}"/>
                </a:ext>
              </a:extLst>
            </p:cNvPr>
            <p:cNvGrpSpPr/>
            <p:nvPr/>
          </p:nvGrpSpPr>
          <p:grpSpPr>
            <a:xfrm rot="5400000">
              <a:off x="9890199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C3BD00CF-4C54-4ADF-9BEF-AC0522D3C998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03038D27-C5B6-4954-BEE9-886F61B2E77A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BC7179C2-F223-4051-A836-292717FA703B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1A3978F1-8A93-4D2F-8B65-10718CBAC69A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44632663-7137-4150-82BA-0D0B76B0BBA8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53CF48A3-B5D0-4B7F-9FD2-97622141B6C1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DBD97E48-4D20-4948-A691-1D91CC053501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B6B807F8-277B-4D78-B744-EED774CE744A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6" name="标题 1">
            <a:extLst>
              <a:ext uri="{FF2B5EF4-FFF2-40B4-BE49-F238E27FC236}">
                <a16:creationId xmlns:a16="http://schemas.microsoft.com/office/drawing/2014/main" id="{D784A9FD-0FD4-4926-B0BC-44779D8C0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498" y="2775468"/>
            <a:ext cx="7686177" cy="1325563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26876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>
            <a:extLst>
              <a:ext uri="{FF2B5EF4-FFF2-40B4-BE49-F238E27FC236}">
                <a16:creationId xmlns:a16="http://schemas.microsoft.com/office/drawing/2014/main" id="{5E1EA772-7192-4722-9121-EC4B08BDD048}"/>
              </a:ext>
            </a:extLst>
          </p:cNvPr>
          <p:cNvSpPr txBox="1">
            <a:spLocks/>
          </p:cNvSpPr>
          <p:nvPr/>
        </p:nvSpPr>
        <p:spPr>
          <a:xfrm>
            <a:off x="2542863" y="84092"/>
            <a:ext cx="6301793" cy="65006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0" kern="1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40000" kern="10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CE9363-7BBE-4EA8-8E52-9DA07A9C4B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126" b="43299"/>
          <a:stretch/>
        </p:blipFill>
        <p:spPr>
          <a:xfrm>
            <a:off x="0" y="2889000"/>
            <a:ext cx="12263389" cy="999510"/>
          </a:xfrm>
          <a:prstGeom prst="rect">
            <a:avLst/>
          </a:prstGeom>
        </p:spPr>
      </p:pic>
      <p:sp>
        <p:nvSpPr>
          <p:cNvPr id="27" name="标题 1">
            <a:extLst>
              <a:ext uri="{FF2B5EF4-FFF2-40B4-BE49-F238E27FC236}">
                <a16:creationId xmlns:a16="http://schemas.microsoft.com/office/drawing/2014/main" id="{31D4213B-A87A-4CEF-8288-40F4E1A66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498" y="2706018"/>
            <a:ext cx="7686177" cy="1325563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spc="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3CC1F094-E140-456C-948F-41F3D0236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898" y="84093"/>
            <a:ext cx="1341568" cy="221864"/>
          </a:xfrm>
          <a:prstGeom prst="rect">
            <a:avLst/>
          </a:prstGeom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C67AE60D-6B2C-4B68-8A8C-8E1C9E3E406C}"/>
              </a:ext>
            </a:extLst>
          </p:cNvPr>
          <p:cNvGrpSpPr/>
          <p:nvPr userDrawn="1"/>
        </p:nvGrpSpPr>
        <p:grpSpPr>
          <a:xfrm>
            <a:off x="-5665" y="2349001"/>
            <a:ext cx="12263389" cy="2160000"/>
            <a:chOff x="-5665" y="2349001"/>
            <a:chExt cx="12263389" cy="216000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245F16CA-FA36-4B0C-9505-24876FBA6F68}"/>
                </a:ext>
              </a:extLst>
            </p:cNvPr>
            <p:cNvGrpSpPr/>
            <p:nvPr/>
          </p:nvGrpSpPr>
          <p:grpSpPr>
            <a:xfrm rot="5400000" flipV="1">
              <a:off x="201860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11FE8E4F-2D25-4E5D-9768-10C00DD42132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CDE35321-BBB0-4E69-B14A-3BD97B8264F5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DE7DC261-2C5A-42EB-AE43-721B7A762068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24956056-0B4C-4EDA-BB4B-9695B57A0259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8C426C92-CDC6-4733-BD44-E3D7D98AB7D3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7CD24C8D-10DC-4BAC-A6FC-5B880A3E04AD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F0B07D07-92CA-418F-9E8E-7436B8F7665C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F38C1E49-79BE-408D-BE66-BD696536390A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97AC2816-D0C9-4308-BDC7-6F9A9A746B7B}"/>
                </a:ext>
              </a:extLst>
            </p:cNvPr>
            <p:cNvGrpSpPr/>
            <p:nvPr/>
          </p:nvGrpSpPr>
          <p:grpSpPr>
            <a:xfrm rot="5400000">
              <a:off x="9890199" y="2141476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655CF971-675B-4DEA-B563-CC8AC11E737F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9ACDD80D-3E02-49C3-9B06-B5D77073F636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E39C582F-03F1-499A-BC7A-748B80E2FC27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: 圆角 33">
                <a:extLst>
                  <a:ext uri="{FF2B5EF4-FFF2-40B4-BE49-F238E27FC236}">
                    <a16:creationId xmlns:a16="http://schemas.microsoft.com/office/drawing/2014/main" id="{434F6517-3192-49C3-8397-20E986E2E9FF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8399EC6-59C4-4E5A-9B40-1A3D88122513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2CAC61B6-6189-4A9B-85F9-6562C96D7DB2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ED1B1C83-E4A0-402B-972A-796AFCDF360A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6F27F5D3-051F-45C2-B404-C98F601C86DF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91420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3896B6D-1C5D-4F00-BC2A-810DFA24CA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898" y="84093"/>
            <a:ext cx="1341568" cy="22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045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663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B1BA8EB-250F-4825-B060-2D2E28C14E3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0"/>
            <a:ext cx="1226338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71E4A-6831-4D3A-A5B0-DA6DC9F6315A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CA1A4-96C7-471D-A7AE-DC592B875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83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78" r:id="rId3"/>
    <p:sldLayoutId id="2147483777" r:id="rId4"/>
    <p:sldLayoutId id="2147483760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57" r:id="rId14"/>
    <p:sldLayoutId id="214748377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CEAED-9010-4CAA-BBB6-BC0ED53A4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迈景基因</a:t>
            </a:r>
            <a:r>
              <a:rPr lang="en-US" altLang="zh-CN" dirty="0"/>
              <a:t>PPT</a:t>
            </a:r>
            <a:r>
              <a:rPr lang="zh-CN" altLang="en-US" dirty="0"/>
              <a:t>模板使用规范</a:t>
            </a: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DA168495-8466-4344-9ABE-B3BC48511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612747"/>
              </p:ext>
            </p:extLst>
          </p:nvPr>
        </p:nvGraphicFramePr>
        <p:xfrm>
          <a:off x="855892" y="1029849"/>
          <a:ext cx="10480216" cy="5406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2145">
                  <a:extLst>
                    <a:ext uri="{9D8B030D-6E8A-4147-A177-3AD203B41FA5}">
                      <a16:colId xmlns:a16="http://schemas.microsoft.com/office/drawing/2014/main" val="1168267017"/>
                    </a:ext>
                  </a:extLst>
                </a:gridCol>
                <a:gridCol w="3813401">
                  <a:extLst>
                    <a:ext uri="{9D8B030D-6E8A-4147-A177-3AD203B41FA5}">
                      <a16:colId xmlns:a16="http://schemas.microsoft.com/office/drawing/2014/main" val="1129070689"/>
                    </a:ext>
                  </a:extLst>
                </a:gridCol>
                <a:gridCol w="3494670">
                  <a:extLst>
                    <a:ext uri="{9D8B030D-6E8A-4147-A177-3AD203B41FA5}">
                      <a16:colId xmlns:a16="http://schemas.microsoft.com/office/drawing/2014/main" val="66819751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全文字体：微软雅黑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默认字体颜色：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主题色：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78732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节标题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字号：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30~32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（默认：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32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加粗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4658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一级标题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字号：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24~28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（默认：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28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加粗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9519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二级标题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字号：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18~20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（默认：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18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加粗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95734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正文内容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字号：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12~14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（默认：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12/13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常规，行间距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1.3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倍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17040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次级内容：注释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参考文献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字号：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9~11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（默认：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常规  字体颜色：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024682"/>
                  </a:ext>
                </a:extLst>
              </a:tr>
              <a:tr h="1878702">
                <a:tc gridSpan="3"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PS: 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重点文字可另行加粗、加大字号或转换字体颜色（优先考虑主题色）突显。</a:t>
                      </a:r>
                      <a:b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按实际使用情况可加深默认字体颜色。</a:t>
                      </a:r>
                      <a:endParaRPr lang="en-US" altLang="zh-C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3.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小技巧：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(window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系统 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PowerPoint)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快捷键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Ctrl+G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（组合）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Shift+Ctrl+G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（取消组合），方便对内容进行整合、排版和移动。</a:t>
                      </a:r>
                      <a:endParaRPr lang="en-US" altLang="zh-C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4.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对于插入的图片可自行加阴影处理，丰富层次感。（图片工具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图片效果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阴影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外部第一个）</a:t>
                      </a:r>
                      <a:endParaRPr lang="en-US" altLang="zh-C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5.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节标题页大于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的需求时，需在母版进行添加改动。（视图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幻灯片母版）</a:t>
                      </a:r>
                      <a:endParaRPr lang="en-US" altLang="zh-C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CN" alt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365516"/>
                  </a:ext>
                </a:extLst>
              </a:tr>
              <a:tr h="504000">
                <a:tc gridSpan="3"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版本：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V1.4 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更新于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2021-06-16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706731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CE7E373-61F7-4CF1-AB22-7B2FBFCA9D36}"/>
              </a:ext>
            </a:extLst>
          </p:cNvPr>
          <p:cNvSpPr/>
          <p:nvPr/>
        </p:nvSpPr>
        <p:spPr>
          <a:xfrm>
            <a:off x="5616273" y="1167137"/>
            <a:ext cx="273269" cy="2522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09B93C-05C1-4254-9729-0907D3766084}"/>
              </a:ext>
            </a:extLst>
          </p:cNvPr>
          <p:cNvSpPr/>
          <p:nvPr/>
        </p:nvSpPr>
        <p:spPr>
          <a:xfrm>
            <a:off x="9391176" y="3675720"/>
            <a:ext cx="273269" cy="25224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12C3AE2-0E96-4FA9-BD10-9C42750EB184}"/>
              </a:ext>
            </a:extLst>
          </p:cNvPr>
          <p:cNvGrpSpPr/>
          <p:nvPr/>
        </p:nvGrpSpPr>
        <p:grpSpPr>
          <a:xfrm>
            <a:off x="8723150" y="1167137"/>
            <a:ext cx="2488455" cy="252248"/>
            <a:chOff x="8723150" y="1167137"/>
            <a:chExt cx="2488455" cy="25224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ADB7F38-28E8-409F-BB40-F3BC337D4CFE}"/>
                </a:ext>
              </a:extLst>
            </p:cNvPr>
            <p:cNvSpPr/>
            <p:nvPr/>
          </p:nvSpPr>
          <p:spPr>
            <a:xfrm>
              <a:off x="8723150" y="1167137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9B52D3A-640E-4F58-9D41-8BFE3E88091F}"/>
                </a:ext>
              </a:extLst>
            </p:cNvPr>
            <p:cNvSpPr/>
            <p:nvPr/>
          </p:nvSpPr>
          <p:spPr>
            <a:xfrm>
              <a:off x="9085759" y="1167137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7D559BF-4150-4D08-9660-D6375D0AF88C}"/>
                </a:ext>
              </a:extLst>
            </p:cNvPr>
            <p:cNvSpPr/>
            <p:nvPr/>
          </p:nvSpPr>
          <p:spPr>
            <a:xfrm>
              <a:off x="9448368" y="1167137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D965412-094A-4F01-A126-D367FBF1C641}"/>
                </a:ext>
              </a:extLst>
            </p:cNvPr>
            <p:cNvSpPr/>
            <p:nvPr/>
          </p:nvSpPr>
          <p:spPr>
            <a:xfrm>
              <a:off x="9816228" y="1167137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1CEDA50-4124-4930-A968-6D1BD950B51B}"/>
                </a:ext>
              </a:extLst>
            </p:cNvPr>
            <p:cNvSpPr/>
            <p:nvPr/>
          </p:nvSpPr>
          <p:spPr>
            <a:xfrm>
              <a:off x="10178396" y="1167137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F397BC3-63CD-4EDD-A404-BE868E4AB410}"/>
                </a:ext>
              </a:extLst>
            </p:cNvPr>
            <p:cNvSpPr/>
            <p:nvPr/>
          </p:nvSpPr>
          <p:spPr>
            <a:xfrm>
              <a:off x="10540564" y="1167137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56A2F91-331F-4124-8449-0981FBE8A0B9}"/>
                </a:ext>
              </a:extLst>
            </p:cNvPr>
            <p:cNvSpPr/>
            <p:nvPr/>
          </p:nvSpPr>
          <p:spPr>
            <a:xfrm>
              <a:off x="10938336" y="1167137"/>
              <a:ext cx="273269" cy="252248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3319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F6C45844-B7EE-44D0-8D92-320DFD70D769}"/>
              </a:ext>
            </a:extLst>
          </p:cNvPr>
          <p:cNvGrpSpPr/>
          <p:nvPr/>
        </p:nvGrpSpPr>
        <p:grpSpPr>
          <a:xfrm>
            <a:off x="988073" y="2579342"/>
            <a:ext cx="6373091" cy="1949629"/>
            <a:chOff x="3471068" y="2562531"/>
            <a:chExt cx="6373091" cy="1949629"/>
          </a:xfrm>
        </p:grpSpPr>
        <p:sp>
          <p:nvSpPr>
            <p:cNvPr id="12" name="标题 2">
              <a:extLst>
                <a:ext uri="{FF2B5EF4-FFF2-40B4-BE49-F238E27FC236}">
                  <a16:creationId xmlns:a16="http://schemas.microsoft.com/office/drawing/2014/main" id="{28DCD09D-1695-4384-8556-F83B407AF80A}"/>
                </a:ext>
              </a:extLst>
            </p:cNvPr>
            <p:cNvSpPr txBox="1">
              <a:spLocks/>
            </p:cNvSpPr>
            <p:nvPr/>
          </p:nvSpPr>
          <p:spPr>
            <a:xfrm>
              <a:off x="3471068" y="2562531"/>
              <a:ext cx="6373091" cy="1396291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zh-CN" altLang="en-US" sz="4000" b="1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请输入标题</a:t>
              </a:r>
              <a:endParaRPr lang="en-US" altLang="zh-CN" sz="4000" b="1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00000"/>
                </a:lnSpc>
              </a:pPr>
              <a:r>
                <a:rPr lang="zh-CN" altLang="en-US" sz="4000" b="1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双行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7121307-1770-433E-9069-09EC8ED5B771}"/>
                </a:ext>
              </a:extLst>
            </p:cNvPr>
            <p:cNvSpPr txBox="1"/>
            <p:nvPr/>
          </p:nvSpPr>
          <p:spPr>
            <a:xfrm>
              <a:off x="3489540" y="4112050"/>
              <a:ext cx="4664582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marL="0" marR="0" lvl="0" indent="0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ea"/>
                  <a:cs typeface="+mn-cs"/>
                </a:rPr>
                <a:t>主讲人：</a:t>
              </a:r>
              <a:r>
                <a:rPr kumimoji="0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ea"/>
                  <a:cs typeface="+mn-cs"/>
                </a:rPr>
                <a:t>XXXX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739A78E-E8D0-4F3D-BCDE-811E292289CE}"/>
                </a:ext>
              </a:extLst>
            </p:cNvPr>
            <p:cNvCxnSpPr>
              <a:cxnSpLocks/>
            </p:cNvCxnSpPr>
            <p:nvPr/>
          </p:nvCxnSpPr>
          <p:spPr>
            <a:xfrm>
              <a:off x="3576703" y="3986427"/>
              <a:ext cx="613740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AA4B8BC8-3124-4863-B4B3-3FE8D90D0F00}"/>
              </a:ext>
            </a:extLst>
          </p:cNvPr>
          <p:cNvGrpSpPr/>
          <p:nvPr/>
        </p:nvGrpSpPr>
        <p:grpSpPr>
          <a:xfrm>
            <a:off x="1093708" y="2241342"/>
            <a:ext cx="1099034" cy="294290"/>
            <a:chOff x="1490704" y="-446689"/>
            <a:chExt cx="1099034" cy="294290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58AA1B4-508F-449C-BFE2-DDB7ECEA8226}"/>
                </a:ext>
              </a:extLst>
            </p:cNvPr>
            <p:cNvSpPr/>
            <p:nvPr/>
          </p:nvSpPr>
          <p:spPr>
            <a:xfrm>
              <a:off x="1893076" y="-446689"/>
              <a:ext cx="294290" cy="29429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18E5EE5-83C9-4F0F-A23C-D68BA184BE70}"/>
                </a:ext>
              </a:extLst>
            </p:cNvPr>
            <p:cNvSpPr/>
            <p:nvPr/>
          </p:nvSpPr>
          <p:spPr>
            <a:xfrm>
              <a:off x="2295448" y="-446689"/>
              <a:ext cx="294290" cy="29429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4AF12C4-E586-4286-A140-F911C757F018}"/>
                </a:ext>
              </a:extLst>
            </p:cNvPr>
            <p:cNvSpPr/>
            <p:nvPr/>
          </p:nvSpPr>
          <p:spPr>
            <a:xfrm>
              <a:off x="1490704" y="-446689"/>
              <a:ext cx="294290" cy="2942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</a:endParaRPr>
            </a:p>
          </p:txBody>
        </p:sp>
      </p:grpSp>
      <p:pic>
        <p:nvPicPr>
          <p:cNvPr id="47" name="图片 46">
            <a:extLst>
              <a:ext uri="{FF2B5EF4-FFF2-40B4-BE49-F238E27FC236}">
                <a16:creationId xmlns:a16="http://schemas.microsoft.com/office/drawing/2014/main" id="{F68292ED-0F50-44C6-84F5-A4DA74EF9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4728" y="2881735"/>
            <a:ext cx="2079531" cy="1094530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81E8A34F-3A9A-40DE-95BE-4DE05F63A7C1}"/>
              </a:ext>
            </a:extLst>
          </p:cNvPr>
          <p:cNvGrpSpPr/>
          <p:nvPr/>
        </p:nvGrpSpPr>
        <p:grpSpPr>
          <a:xfrm>
            <a:off x="9024493" y="4292"/>
            <a:ext cx="2160000" cy="6858963"/>
            <a:chOff x="9024493" y="4292"/>
            <a:chExt cx="2160000" cy="6858963"/>
          </a:xfrm>
          <a:effectLst/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D941E133-13FA-4381-AACC-D104A0AF48D0}"/>
                </a:ext>
              </a:extLst>
            </p:cNvPr>
            <p:cNvGrpSpPr/>
            <p:nvPr/>
          </p:nvGrpSpPr>
          <p:grpSpPr>
            <a:xfrm flipV="1">
              <a:off x="9024493" y="4288205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AE9B2D84-7CE2-4D57-A252-45BE3C89D8E2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61101BE5-F376-408A-AA7A-865958DCACFD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31683EBC-5CF7-47CB-A8A3-4B479D976E54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63641DD7-2A29-4D0F-BD9F-88C7F8C1DC87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F05318E6-2BDB-4FA4-8A60-B091325241F0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0A7A5998-F579-4536-925C-217BFB559B09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5A82C348-0CA8-473F-B95A-7A6BEE0B690E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6684506A-D532-4A36-AD11-22307EA0784C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A5A548B7-25A0-4A5B-8948-11EB3EE26B00}"/>
                </a:ext>
              </a:extLst>
            </p:cNvPr>
            <p:cNvGrpSpPr/>
            <p:nvPr/>
          </p:nvGrpSpPr>
          <p:grpSpPr>
            <a:xfrm>
              <a:off x="9024493" y="4292"/>
              <a:ext cx="2160000" cy="2575050"/>
              <a:chOff x="9148886" y="-12451"/>
              <a:chExt cx="2160000" cy="2575050"/>
            </a:xfrm>
            <a:solidFill>
              <a:schemeClr val="accent1"/>
            </a:solidFill>
          </p:grpSpPr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7D58B335-29E6-4F49-87A2-348DE9AF34DF}"/>
                  </a:ext>
                </a:extLst>
              </p:cNvPr>
              <p:cNvSpPr/>
              <p:nvPr/>
            </p:nvSpPr>
            <p:spPr>
              <a:xfrm>
                <a:off x="9148886" y="1356149"/>
                <a:ext cx="21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46341A13-25E2-4AA3-BD83-497A262D7268}"/>
                  </a:ext>
                </a:extLst>
              </p:cNvPr>
              <p:cNvSpPr/>
              <p:nvPr/>
            </p:nvSpPr>
            <p:spPr>
              <a:xfrm>
                <a:off x="9328886" y="16982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EC5611DB-F208-486C-8055-DEBA6F0B04FD}"/>
                  </a:ext>
                </a:extLst>
              </p:cNvPr>
              <p:cNvSpPr/>
              <p:nvPr/>
            </p:nvSpPr>
            <p:spPr>
              <a:xfrm>
                <a:off x="9688886" y="20404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3A653D90-FC0A-49EB-86FE-F0A0D632D0CC}"/>
                  </a:ext>
                </a:extLst>
              </p:cNvPr>
              <p:cNvSpPr/>
              <p:nvPr/>
            </p:nvSpPr>
            <p:spPr>
              <a:xfrm>
                <a:off x="10048886" y="23825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BD302808-2A71-4794-873B-055706FF16E9}"/>
                  </a:ext>
                </a:extLst>
              </p:cNvPr>
              <p:cNvSpPr/>
              <p:nvPr/>
            </p:nvSpPr>
            <p:spPr>
              <a:xfrm>
                <a:off x="9328886" y="1013999"/>
                <a:ext cx="180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15A72DCA-C888-429A-B133-FE956FF4BCD0}"/>
                  </a:ext>
                </a:extLst>
              </p:cNvPr>
              <p:cNvSpPr/>
              <p:nvPr/>
            </p:nvSpPr>
            <p:spPr>
              <a:xfrm>
                <a:off x="9688886" y="671849"/>
                <a:ext cx="108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E49033F4-588F-404E-922D-26BA25C256D1}"/>
                  </a:ext>
                </a:extLst>
              </p:cNvPr>
              <p:cNvSpPr/>
              <p:nvPr/>
            </p:nvSpPr>
            <p:spPr>
              <a:xfrm>
                <a:off x="10048886" y="329699"/>
                <a:ext cx="360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A9FE6C0-902D-47DB-8C68-02C781B319B4}"/>
                  </a:ext>
                </a:extLst>
              </p:cNvPr>
              <p:cNvSpPr/>
              <p:nvPr/>
            </p:nvSpPr>
            <p:spPr>
              <a:xfrm>
                <a:off x="9688886" y="-12451"/>
                <a:ext cx="1080000" cy="18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81B4FD7-163B-454E-87AC-10C1171E13E4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89379AE-E2C8-4DA3-A90A-2BC3E28BAA93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1242BE3-8BAB-49DF-B79A-EBE44AF6BAE3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81CCFBC6-7C6C-4DD1-B878-7114C923D361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F784A31-9E1D-4AFB-AF8A-84E32EB4F1D7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13DA348C-8535-4052-892E-8A05E6919B03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279F0EA-E385-4B5B-BD6F-78C9762D096E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7D0B8EA0-CF29-412B-B7B1-025600A3AFC8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6216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F6C45844-B7EE-44D0-8D92-320DFD70D769}"/>
              </a:ext>
            </a:extLst>
          </p:cNvPr>
          <p:cNvGrpSpPr/>
          <p:nvPr/>
        </p:nvGrpSpPr>
        <p:grpSpPr>
          <a:xfrm>
            <a:off x="988073" y="2918705"/>
            <a:ext cx="6373091" cy="1444017"/>
            <a:chOff x="3471068" y="3077379"/>
            <a:chExt cx="6373091" cy="1444017"/>
          </a:xfrm>
        </p:grpSpPr>
        <p:sp>
          <p:nvSpPr>
            <p:cNvPr id="12" name="标题 2">
              <a:extLst>
                <a:ext uri="{FF2B5EF4-FFF2-40B4-BE49-F238E27FC236}">
                  <a16:creationId xmlns:a16="http://schemas.microsoft.com/office/drawing/2014/main" id="{28DCD09D-1695-4384-8556-F83B407AF80A}"/>
                </a:ext>
              </a:extLst>
            </p:cNvPr>
            <p:cNvSpPr txBox="1">
              <a:spLocks/>
            </p:cNvSpPr>
            <p:nvPr/>
          </p:nvSpPr>
          <p:spPr>
            <a:xfrm>
              <a:off x="3471068" y="3077379"/>
              <a:ext cx="6373091" cy="881443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zh-CN" altLang="en-US" sz="4000" b="1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请输入标题</a:t>
              </a:r>
              <a:r>
                <a:rPr lang="en-US" altLang="zh-CN" sz="4000" b="1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4000" b="1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单行</a:t>
              </a:r>
              <a:r>
                <a:rPr lang="en-US" altLang="zh-CN" sz="4000" b="1" spc="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4000" b="1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7121307-1770-433E-9069-09EC8ED5B771}"/>
                </a:ext>
              </a:extLst>
            </p:cNvPr>
            <p:cNvSpPr txBox="1"/>
            <p:nvPr/>
          </p:nvSpPr>
          <p:spPr>
            <a:xfrm>
              <a:off x="3512051" y="4121286"/>
              <a:ext cx="5002292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marL="0" marR="0" lvl="0" indent="0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ea"/>
                  <a:cs typeface="+mn-cs"/>
                </a:rPr>
                <a:t>主讲人：</a:t>
              </a:r>
              <a:r>
                <a:rPr kumimoji="0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ea"/>
                  <a:cs typeface="+mn-cs"/>
                </a:rPr>
                <a:t>XXXXX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739A78E-E8D0-4F3D-BCDE-811E292289CE}"/>
                </a:ext>
              </a:extLst>
            </p:cNvPr>
            <p:cNvCxnSpPr>
              <a:cxnSpLocks/>
            </p:cNvCxnSpPr>
            <p:nvPr/>
          </p:nvCxnSpPr>
          <p:spPr>
            <a:xfrm>
              <a:off x="3576703" y="3986427"/>
              <a:ext cx="613740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AA4B8BC8-3124-4863-B4B3-3FE8D90D0F00}"/>
              </a:ext>
            </a:extLst>
          </p:cNvPr>
          <p:cNvGrpSpPr/>
          <p:nvPr/>
        </p:nvGrpSpPr>
        <p:grpSpPr>
          <a:xfrm>
            <a:off x="1093708" y="2592328"/>
            <a:ext cx="1099034" cy="294290"/>
            <a:chOff x="1490704" y="-446689"/>
            <a:chExt cx="1099034" cy="294290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58AA1B4-508F-449C-BFE2-DDB7ECEA8226}"/>
                </a:ext>
              </a:extLst>
            </p:cNvPr>
            <p:cNvSpPr/>
            <p:nvPr/>
          </p:nvSpPr>
          <p:spPr>
            <a:xfrm>
              <a:off x="1893076" y="-446689"/>
              <a:ext cx="294290" cy="29429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18E5EE5-83C9-4F0F-A23C-D68BA184BE70}"/>
                </a:ext>
              </a:extLst>
            </p:cNvPr>
            <p:cNvSpPr/>
            <p:nvPr/>
          </p:nvSpPr>
          <p:spPr>
            <a:xfrm>
              <a:off x="2295448" y="-446689"/>
              <a:ext cx="294290" cy="29429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4AF12C4-E586-4286-A140-F911C757F018}"/>
                </a:ext>
              </a:extLst>
            </p:cNvPr>
            <p:cNvSpPr/>
            <p:nvPr/>
          </p:nvSpPr>
          <p:spPr>
            <a:xfrm>
              <a:off x="1490704" y="-446689"/>
              <a:ext cx="294290" cy="2942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</a:endParaRPr>
            </a:p>
          </p:txBody>
        </p:sp>
      </p:grpSp>
      <p:pic>
        <p:nvPicPr>
          <p:cNvPr id="47" name="图片 46">
            <a:extLst>
              <a:ext uri="{FF2B5EF4-FFF2-40B4-BE49-F238E27FC236}">
                <a16:creationId xmlns:a16="http://schemas.microsoft.com/office/drawing/2014/main" id="{F68292ED-0F50-44C6-84F5-A4DA74EF9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4728" y="2881735"/>
            <a:ext cx="2079531" cy="109453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041790C2-6D6E-413C-87EF-D40563C8C078}"/>
              </a:ext>
            </a:extLst>
          </p:cNvPr>
          <p:cNvGrpSpPr/>
          <p:nvPr/>
        </p:nvGrpSpPr>
        <p:grpSpPr>
          <a:xfrm>
            <a:off x="9024493" y="4292"/>
            <a:ext cx="2160000" cy="2575050"/>
            <a:chOff x="9024493" y="4292"/>
            <a:chExt cx="2160000" cy="2575050"/>
          </a:xfrm>
          <a:effectLst/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7D58B335-29E6-4F49-87A2-348DE9AF34DF}"/>
                </a:ext>
              </a:extLst>
            </p:cNvPr>
            <p:cNvSpPr/>
            <p:nvPr/>
          </p:nvSpPr>
          <p:spPr>
            <a:xfrm>
              <a:off x="9024493" y="1372892"/>
              <a:ext cx="216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46341A13-25E2-4AA3-BD83-497A262D7268}"/>
                </a:ext>
              </a:extLst>
            </p:cNvPr>
            <p:cNvSpPr/>
            <p:nvPr/>
          </p:nvSpPr>
          <p:spPr>
            <a:xfrm>
              <a:off x="9204493" y="1715042"/>
              <a:ext cx="180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EC5611DB-F208-486C-8055-DEBA6F0B04FD}"/>
                </a:ext>
              </a:extLst>
            </p:cNvPr>
            <p:cNvSpPr/>
            <p:nvPr/>
          </p:nvSpPr>
          <p:spPr>
            <a:xfrm>
              <a:off x="9564493" y="2057192"/>
              <a:ext cx="108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3A653D90-FC0A-49EB-86FE-F0A0D632D0CC}"/>
                </a:ext>
              </a:extLst>
            </p:cNvPr>
            <p:cNvSpPr/>
            <p:nvPr/>
          </p:nvSpPr>
          <p:spPr>
            <a:xfrm>
              <a:off x="9924493" y="2399342"/>
              <a:ext cx="36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BD302808-2A71-4794-873B-055706FF16E9}"/>
                </a:ext>
              </a:extLst>
            </p:cNvPr>
            <p:cNvSpPr/>
            <p:nvPr/>
          </p:nvSpPr>
          <p:spPr>
            <a:xfrm>
              <a:off x="9204493" y="1030742"/>
              <a:ext cx="180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15A72DCA-C888-429A-B133-FE956FF4BCD0}"/>
                </a:ext>
              </a:extLst>
            </p:cNvPr>
            <p:cNvSpPr/>
            <p:nvPr/>
          </p:nvSpPr>
          <p:spPr>
            <a:xfrm>
              <a:off x="9564493" y="688592"/>
              <a:ext cx="108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E49033F4-588F-404E-922D-26BA25C256D1}"/>
                </a:ext>
              </a:extLst>
            </p:cNvPr>
            <p:cNvSpPr/>
            <p:nvPr/>
          </p:nvSpPr>
          <p:spPr>
            <a:xfrm>
              <a:off x="9924493" y="346442"/>
              <a:ext cx="36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6A9FE6C0-902D-47DB-8C68-02C781B319B4}"/>
                </a:ext>
              </a:extLst>
            </p:cNvPr>
            <p:cNvSpPr/>
            <p:nvPr/>
          </p:nvSpPr>
          <p:spPr>
            <a:xfrm>
              <a:off x="9564493" y="4292"/>
              <a:ext cx="1080000" cy="18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12B35456-5F9B-40AA-AA1F-022432D92F45}"/>
              </a:ext>
            </a:extLst>
          </p:cNvPr>
          <p:cNvGrpSpPr/>
          <p:nvPr/>
        </p:nvGrpSpPr>
        <p:grpSpPr>
          <a:xfrm flipV="1">
            <a:off x="9024603" y="4282950"/>
            <a:ext cx="2160000" cy="2575050"/>
            <a:chOff x="9024493" y="4292"/>
            <a:chExt cx="2160000" cy="2575050"/>
          </a:xfrm>
          <a:effectLst/>
        </p:grpSpPr>
        <p:sp>
          <p:nvSpPr>
            <p:cNvPr id="93" name="矩形: 圆角 92">
              <a:extLst>
                <a:ext uri="{FF2B5EF4-FFF2-40B4-BE49-F238E27FC236}">
                  <a16:creationId xmlns:a16="http://schemas.microsoft.com/office/drawing/2014/main" id="{FB8878A2-48A3-49A5-BA7A-698F901CBDDB}"/>
                </a:ext>
              </a:extLst>
            </p:cNvPr>
            <p:cNvSpPr/>
            <p:nvPr/>
          </p:nvSpPr>
          <p:spPr>
            <a:xfrm>
              <a:off x="9024493" y="1372892"/>
              <a:ext cx="216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A27336DB-C55A-46A9-A806-F885A488CE52}"/>
                </a:ext>
              </a:extLst>
            </p:cNvPr>
            <p:cNvSpPr/>
            <p:nvPr/>
          </p:nvSpPr>
          <p:spPr>
            <a:xfrm>
              <a:off x="9204493" y="1715042"/>
              <a:ext cx="180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1368FFAD-0F40-4F4F-8C31-51B03F48DA21}"/>
                </a:ext>
              </a:extLst>
            </p:cNvPr>
            <p:cNvSpPr/>
            <p:nvPr/>
          </p:nvSpPr>
          <p:spPr>
            <a:xfrm>
              <a:off x="9564493" y="2057192"/>
              <a:ext cx="108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F333D4CD-D834-41C5-ACC0-BBD38CD38536}"/>
                </a:ext>
              </a:extLst>
            </p:cNvPr>
            <p:cNvSpPr/>
            <p:nvPr/>
          </p:nvSpPr>
          <p:spPr>
            <a:xfrm>
              <a:off x="9924493" y="2399342"/>
              <a:ext cx="36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941B0F15-E613-40D8-BD30-63329B664325}"/>
                </a:ext>
              </a:extLst>
            </p:cNvPr>
            <p:cNvSpPr/>
            <p:nvPr/>
          </p:nvSpPr>
          <p:spPr>
            <a:xfrm>
              <a:off x="9204493" y="1030742"/>
              <a:ext cx="180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A4D6D97A-8694-42DE-A249-0276AAE11CCE}"/>
                </a:ext>
              </a:extLst>
            </p:cNvPr>
            <p:cNvSpPr/>
            <p:nvPr/>
          </p:nvSpPr>
          <p:spPr>
            <a:xfrm>
              <a:off x="9564493" y="688592"/>
              <a:ext cx="108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5AFC8F77-A9EE-4C3F-AE65-74B7C274D9E2}"/>
                </a:ext>
              </a:extLst>
            </p:cNvPr>
            <p:cNvSpPr/>
            <p:nvPr/>
          </p:nvSpPr>
          <p:spPr>
            <a:xfrm>
              <a:off x="9924493" y="346442"/>
              <a:ext cx="36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4729B4B8-1AE6-49DA-8C74-7EC48FF8B99C}"/>
                </a:ext>
              </a:extLst>
            </p:cNvPr>
            <p:cNvSpPr/>
            <p:nvPr/>
          </p:nvSpPr>
          <p:spPr>
            <a:xfrm>
              <a:off x="9564493" y="4292"/>
              <a:ext cx="1080000" cy="18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715DBBB-65EC-4A44-9DEB-6036541CA009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D450164-6054-4014-9938-2253C68463B0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A7996ECA-5B29-4CDE-8829-3EBFF5822F42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47E460CA-C805-4058-8BAF-379C21AFFAE2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18BC6C4E-0CB7-41AD-B767-66E1AF26B143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35067153-94CC-4849-BE10-C81326425CA7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8A7BFB39-5488-4EAA-BD11-0C164589B228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4C931DD1-D9F1-44CA-9DDF-BCAF59355C7E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9090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2">
            <a:extLst>
              <a:ext uri="{FF2B5EF4-FFF2-40B4-BE49-F238E27FC236}">
                <a16:creationId xmlns:a16="http://schemas.microsoft.com/office/drawing/2014/main" id="{28DCD09D-1695-4384-8556-F83B407AF80A}"/>
              </a:ext>
            </a:extLst>
          </p:cNvPr>
          <p:cNvSpPr txBox="1">
            <a:spLocks/>
          </p:cNvSpPr>
          <p:nvPr/>
        </p:nvSpPr>
        <p:spPr>
          <a:xfrm>
            <a:off x="1042012" y="2961479"/>
            <a:ext cx="3004316" cy="71514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4000" b="1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E6F4422-AD94-4DAF-B18D-0F2407CCB3E2}"/>
              </a:ext>
            </a:extLst>
          </p:cNvPr>
          <p:cNvGrpSpPr/>
          <p:nvPr/>
        </p:nvGrpSpPr>
        <p:grpSpPr>
          <a:xfrm>
            <a:off x="4517473" y="1306407"/>
            <a:ext cx="6457975" cy="539998"/>
            <a:chOff x="4517473" y="931503"/>
            <a:chExt cx="6457975" cy="539998"/>
          </a:xfrm>
        </p:grpSpPr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3EF11BAC-8007-4339-902C-C02DBFFFA320}"/>
                </a:ext>
              </a:extLst>
            </p:cNvPr>
            <p:cNvSpPr txBox="1"/>
            <p:nvPr/>
          </p:nvSpPr>
          <p:spPr>
            <a:xfrm>
              <a:off x="5599315" y="973257"/>
              <a:ext cx="5376133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zh-CN" altLang="en-US" sz="2400" b="1" spc="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请输入标题</a:t>
              </a: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6BF9B42-356B-4F42-8566-198704816E98}"/>
                </a:ext>
              </a:extLst>
            </p:cNvPr>
            <p:cNvGrpSpPr/>
            <p:nvPr/>
          </p:nvGrpSpPr>
          <p:grpSpPr>
            <a:xfrm>
              <a:off x="4517473" y="931503"/>
              <a:ext cx="1312312" cy="539998"/>
              <a:chOff x="4517473" y="931503"/>
              <a:chExt cx="1312312" cy="539998"/>
            </a:xfrm>
          </p:grpSpPr>
          <p:sp>
            <p:nvSpPr>
              <p:cNvPr id="79" name="矩形: 圆角 78">
                <a:extLst>
                  <a:ext uri="{FF2B5EF4-FFF2-40B4-BE49-F238E27FC236}">
                    <a16:creationId xmlns:a16="http://schemas.microsoft.com/office/drawing/2014/main" id="{DC8CE4E8-F986-421A-9924-7CD70D8E48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01041" y="931503"/>
                <a:ext cx="540000" cy="539998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9126ED20-8753-46C0-BB7A-4B00354A28A8}"/>
                  </a:ext>
                </a:extLst>
              </p:cNvPr>
              <p:cNvSpPr txBox="1"/>
              <p:nvPr/>
            </p:nvSpPr>
            <p:spPr>
              <a:xfrm>
                <a:off x="4517473" y="1004035"/>
                <a:ext cx="1312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+mn-ea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261F86C-D583-4A5F-ACF2-D1D1577CF97F}"/>
              </a:ext>
            </a:extLst>
          </p:cNvPr>
          <p:cNvGrpSpPr/>
          <p:nvPr/>
        </p:nvGrpSpPr>
        <p:grpSpPr>
          <a:xfrm>
            <a:off x="4517473" y="2248705"/>
            <a:ext cx="6457976" cy="539998"/>
            <a:chOff x="4517473" y="2027240"/>
            <a:chExt cx="6457976" cy="539998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FC066F1-1415-4DE2-8C03-7F6EB33E9993}"/>
                </a:ext>
              </a:extLst>
            </p:cNvPr>
            <p:cNvGrpSpPr/>
            <p:nvPr/>
          </p:nvGrpSpPr>
          <p:grpSpPr>
            <a:xfrm>
              <a:off x="4517473" y="2027240"/>
              <a:ext cx="1312312" cy="539998"/>
              <a:chOff x="4517473" y="2027240"/>
              <a:chExt cx="1312312" cy="5399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2" name="矩形: 圆角 81">
                <a:extLst>
                  <a:ext uri="{FF2B5EF4-FFF2-40B4-BE49-F238E27FC236}">
                    <a16:creationId xmlns:a16="http://schemas.microsoft.com/office/drawing/2014/main" id="{D43918C9-FC06-4530-8506-2A636D168B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01041" y="2027240"/>
                <a:ext cx="540000" cy="539998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9D4D32AB-364A-49DE-A5B6-C3CB36DACCA6}"/>
                  </a:ext>
                </a:extLst>
              </p:cNvPr>
              <p:cNvSpPr txBox="1"/>
              <p:nvPr/>
            </p:nvSpPr>
            <p:spPr>
              <a:xfrm>
                <a:off x="4517473" y="2099772"/>
                <a:ext cx="1312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+mn-ea"/>
                  </a:rPr>
                  <a:t>02</a:t>
                </a:r>
                <a:endParaRPr lang="zh-CN" altLang="en-US"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8921D6CF-99B4-415D-9102-35BB7B8FF1EE}"/>
                </a:ext>
              </a:extLst>
            </p:cNvPr>
            <p:cNvSpPr txBox="1"/>
            <p:nvPr/>
          </p:nvSpPr>
          <p:spPr>
            <a:xfrm>
              <a:off x="5599316" y="2068995"/>
              <a:ext cx="5376133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zh-CN" altLang="en-US" sz="2400" b="1" spc="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请输入标题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FD79F7C-A848-42C9-BB2B-1159D34CC6CE}"/>
              </a:ext>
            </a:extLst>
          </p:cNvPr>
          <p:cNvGrpSpPr/>
          <p:nvPr/>
        </p:nvGrpSpPr>
        <p:grpSpPr>
          <a:xfrm>
            <a:off x="4517473" y="3191003"/>
            <a:ext cx="6457976" cy="540000"/>
            <a:chOff x="4517473" y="3119007"/>
            <a:chExt cx="6457976" cy="540000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CD66F5AE-C6E5-4E71-9FFA-F7941E4206CB}"/>
                </a:ext>
              </a:extLst>
            </p:cNvPr>
            <p:cNvGrpSpPr/>
            <p:nvPr/>
          </p:nvGrpSpPr>
          <p:grpSpPr>
            <a:xfrm>
              <a:off x="4517473" y="3119007"/>
              <a:ext cx="1312312" cy="540000"/>
              <a:chOff x="4517473" y="3119007"/>
              <a:chExt cx="1312312" cy="5400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5" name="矩形: 圆角 84">
                <a:extLst>
                  <a:ext uri="{FF2B5EF4-FFF2-40B4-BE49-F238E27FC236}">
                    <a16:creationId xmlns:a16="http://schemas.microsoft.com/office/drawing/2014/main" id="{BDBB7F94-812E-44AD-8E10-DB4D9BA80AF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4901042" y="3119006"/>
                <a:ext cx="540000" cy="540002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694B056E-23C1-4960-B4ED-B74519F43E47}"/>
                  </a:ext>
                </a:extLst>
              </p:cNvPr>
              <p:cNvSpPr txBox="1"/>
              <p:nvPr/>
            </p:nvSpPr>
            <p:spPr>
              <a:xfrm>
                <a:off x="4517473" y="3195508"/>
                <a:ext cx="1312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+mn-ea"/>
                  </a:rPr>
                  <a:t>03</a:t>
                </a:r>
                <a:endParaRPr lang="zh-CN" altLang="en-US"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F78F502C-69B9-4BEF-B208-3B66119E8FE4}"/>
                </a:ext>
              </a:extLst>
            </p:cNvPr>
            <p:cNvSpPr txBox="1"/>
            <p:nvPr/>
          </p:nvSpPr>
          <p:spPr>
            <a:xfrm>
              <a:off x="5599316" y="3164732"/>
              <a:ext cx="5376133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zh-CN" altLang="en-US" sz="2400" b="1" spc="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请输入标题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5B344EA-6C5C-42C5-B720-7CBFE88F42C0}"/>
              </a:ext>
            </a:extLst>
          </p:cNvPr>
          <p:cNvGrpSpPr/>
          <p:nvPr/>
        </p:nvGrpSpPr>
        <p:grpSpPr>
          <a:xfrm>
            <a:off x="4517473" y="4133303"/>
            <a:ext cx="6457976" cy="540000"/>
            <a:chOff x="4517473" y="4214745"/>
            <a:chExt cx="6457976" cy="540000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C49D781B-E612-46FA-87CD-82958A6D1142}"/>
                </a:ext>
              </a:extLst>
            </p:cNvPr>
            <p:cNvGrpSpPr/>
            <p:nvPr/>
          </p:nvGrpSpPr>
          <p:grpSpPr>
            <a:xfrm>
              <a:off x="4517473" y="4214745"/>
              <a:ext cx="1312312" cy="540000"/>
              <a:chOff x="4517473" y="4214745"/>
              <a:chExt cx="1312312" cy="5400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8" name="矩形: 圆角 87">
                <a:extLst>
                  <a:ext uri="{FF2B5EF4-FFF2-40B4-BE49-F238E27FC236}">
                    <a16:creationId xmlns:a16="http://schemas.microsoft.com/office/drawing/2014/main" id="{F14E4AF7-B23A-4250-A16A-ED0E2C288D2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4901042" y="4214744"/>
                <a:ext cx="540000" cy="540002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9F321283-7BD5-4239-9E6F-B81141391CF8}"/>
                  </a:ext>
                </a:extLst>
              </p:cNvPr>
              <p:cNvSpPr txBox="1"/>
              <p:nvPr/>
            </p:nvSpPr>
            <p:spPr>
              <a:xfrm>
                <a:off x="4517473" y="4291246"/>
                <a:ext cx="1312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+mn-ea"/>
                  </a:rPr>
                  <a:t>04</a:t>
                </a:r>
                <a:endParaRPr lang="zh-CN" altLang="en-US"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38CBC258-3CF4-4713-96FE-9F3099AC4B55}"/>
                </a:ext>
              </a:extLst>
            </p:cNvPr>
            <p:cNvSpPr txBox="1"/>
            <p:nvPr/>
          </p:nvSpPr>
          <p:spPr>
            <a:xfrm>
              <a:off x="5599316" y="4260470"/>
              <a:ext cx="5376133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zh-CN" altLang="en-US" sz="2400" b="1" spc="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请输入标题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515A736-998D-4CFE-ACA3-0A291A663655}"/>
              </a:ext>
            </a:extLst>
          </p:cNvPr>
          <p:cNvGrpSpPr/>
          <p:nvPr/>
        </p:nvGrpSpPr>
        <p:grpSpPr>
          <a:xfrm>
            <a:off x="4517473" y="5075603"/>
            <a:ext cx="6457976" cy="539998"/>
            <a:chOff x="4517473" y="5377355"/>
            <a:chExt cx="6457976" cy="539998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5AC16E17-54D1-41BB-A637-A2EFDEF21590}"/>
                </a:ext>
              </a:extLst>
            </p:cNvPr>
            <p:cNvGrpSpPr/>
            <p:nvPr/>
          </p:nvGrpSpPr>
          <p:grpSpPr>
            <a:xfrm>
              <a:off x="4517473" y="5377355"/>
              <a:ext cx="1312312" cy="539998"/>
              <a:chOff x="4517473" y="5377355"/>
              <a:chExt cx="1312312" cy="5399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33F1C680-3998-400B-8A3C-8A48476C48D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4901042" y="5377354"/>
                <a:ext cx="539998" cy="540000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E9C18F2-90D4-4F7C-ACD6-2815C3CB7AC2}"/>
                  </a:ext>
                </a:extLst>
              </p:cNvPr>
              <p:cNvSpPr txBox="1"/>
              <p:nvPr/>
            </p:nvSpPr>
            <p:spPr>
              <a:xfrm>
                <a:off x="4517473" y="5453854"/>
                <a:ext cx="13123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+mn-ea"/>
                  </a:rPr>
                  <a:t>05</a:t>
                </a:r>
                <a:endParaRPr lang="zh-CN" altLang="en-US"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FBD29F7-E04D-4CA4-85AF-E65A8AAB6322}"/>
                </a:ext>
              </a:extLst>
            </p:cNvPr>
            <p:cNvSpPr txBox="1"/>
            <p:nvPr/>
          </p:nvSpPr>
          <p:spPr>
            <a:xfrm>
              <a:off x="5599316" y="5423078"/>
              <a:ext cx="5376133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zh-CN" altLang="en-US" sz="2400" b="1" spc="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请输入标题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E0FFDAF-4464-4959-AF61-131DAF5817C2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822FD2F9-AD73-4C7D-9624-172704B1C0F4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0676F89-D297-4A4B-AF0C-B5F24DE56184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B52ACF62-7A2B-4ED1-8240-508E187F93BD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59202878-D2E4-4B8E-9F27-7F2A29F72735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D66BF8CB-56AA-4503-83F0-9388E364BD16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A333E0D0-2B0D-491C-AE5C-58ACBA422533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4CD2066-9B15-48B8-B5B6-1395086496D5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5642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845EFEB-F625-449C-A24A-9040837E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文字：并列、递进关系</a:t>
            </a:r>
            <a:endParaRPr lang="zh-CN" altLang="en-US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1EA35BA-BB7D-4511-9E8F-1E621B2E40A0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2FDB613-B671-4A65-A71F-BC4E5B49CBCE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9AD7840-0A74-40BE-BCC2-D59F6CA13C0C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2E33B05-C005-40F4-8EB0-FD77332C30A7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B80C690-E6F1-4C02-AB13-EC95FECADA02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75EDE6C-A339-4530-A1D5-FFDE29B8FE08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7402932-5033-4CE8-A70B-3AA6F8B24EE2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7E12099-C02F-414C-A4E2-882C8F7B598F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1611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F1FB71C0-9838-4642-81B9-26408D1CA84B}"/>
              </a:ext>
            </a:extLst>
          </p:cNvPr>
          <p:cNvSpPr txBox="1"/>
          <p:nvPr/>
        </p:nvSpPr>
        <p:spPr>
          <a:xfrm>
            <a:off x="925589" y="3467280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+mj-lt"/>
              </a:rPr>
              <a:t>小标题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8" name="Freeform 8">
            <a:extLst>
              <a:ext uri="{FF2B5EF4-FFF2-40B4-BE49-F238E27FC236}">
                <a16:creationId xmlns:a16="http://schemas.microsoft.com/office/drawing/2014/main" id="{F516738E-569B-4679-8FB4-A46C52EB658F}"/>
              </a:ext>
            </a:extLst>
          </p:cNvPr>
          <p:cNvSpPr/>
          <p:nvPr/>
        </p:nvSpPr>
        <p:spPr bwMode="auto">
          <a:xfrm>
            <a:off x="888369" y="1699675"/>
            <a:ext cx="1759815" cy="1648585"/>
          </a:xfrm>
          <a:custGeom>
            <a:avLst/>
            <a:gdLst>
              <a:gd name="T0" fmla="*/ 22 w 562"/>
              <a:gd name="T1" fmla="*/ 240 h 525"/>
              <a:gd name="T2" fmla="*/ 241 w 562"/>
              <a:gd name="T3" fmla="*/ 22 h 525"/>
              <a:gd name="T4" fmla="*/ 321 w 562"/>
              <a:gd name="T5" fmla="*/ 22 h 525"/>
              <a:gd name="T6" fmla="*/ 540 w 562"/>
              <a:gd name="T7" fmla="*/ 240 h 525"/>
              <a:gd name="T8" fmla="*/ 540 w 562"/>
              <a:gd name="T9" fmla="*/ 321 h 525"/>
              <a:gd name="T10" fmla="*/ 401 w 562"/>
              <a:gd name="T11" fmla="*/ 459 h 525"/>
              <a:gd name="T12" fmla="*/ 161 w 562"/>
              <a:gd name="T13" fmla="*/ 459 h 525"/>
              <a:gd name="T14" fmla="*/ 22 w 562"/>
              <a:gd name="T15" fmla="*/ 321 h 525"/>
              <a:gd name="T16" fmla="*/ 22 w 562"/>
              <a:gd name="T17" fmla="*/ 240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62" h="525">
                <a:moveTo>
                  <a:pt x="22" y="240"/>
                </a:moveTo>
                <a:cubicBezTo>
                  <a:pt x="241" y="22"/>
                  <a:pt x="241" y="22"/>
                  <a:pt x="241" y="22"/>
                </a:cubicBezTo>
                <a:cubicBezTo>
                  <a:pt x="263" y="0"/>
                  <a:pt x="299" y="0"/>
                  <a:pt x="321" y="22"/>
                </a:cubicBezTo>
                <a:cubicBezTo>
                  <a:pt x="540" y="240"/>
                  <a:pt x="540" y="240"/>
                  <a:pt x="540" y="240"/>
                </a:cubicBezTo>
                <a:cubicBezTo>
                  <a:pt x="562" y="262"/>
                  <a:pt x="562" y="299"/>
                  <a:pt x="540" y="321"/>
                </a:cubicBezTo>
                <a:cubicBezTo>
                  <a:pt x="401" y="459"/>
                  <a:pt x="401" y="459"/>
                  <a:pt x="401" y="459"/>
                </a:cubicBezTo>
                <a:cubicBezTo>
                  <a:pt x="335" y="525"/>
                  <a:pt x="227" y="525"/>
                  <a:pt x="161" y="459"/>
                </a:cubicBezTo>
                <a:cubicBezTo>
                  <a:pt x="22" y="321"/>
                  <a:pt x="22" y="321"/>
                  <a:pt x="22" y="321"/>
                </a:cubicBezTo>
                <a:cubicBezTo>
                  <a:pt x="0" y="299"/>
                  <a:pt x="0" y="262"/>
                  <a:pt x="22" y="2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0</a:t>
            </a:r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9" name="Inhaltsplatzhalter 4">
            <a:extLst>
              <a:ext uri="{FF2B5EF4-FFF2-40B4-BE49-F238E27FC236}">
                <a16:creationId xmlns:a16="http://schemas.microsoft.com/office/drawing/2014/main" id="{56829220-D6BC-4704-BA76-57827E96C90D}"/>
              </a:ext>
            </a:extLst>
          </p:cNvPr>
          <p:cNvSpPr txBox="1"/>
          <p:nvPr/>
        </p:nvSpPr>
        <p:spPr>
          <a:xfrm>
            <a:off x="925589" y="4005247"/>
            <a:ext cx="1685374" cy="15350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1" name="Freeform 8">
            <a:extLst>
              <a:ext uri="{FF2B5EF4-FFF2-40B4-BE49-F238E27FC236}">
                <a16:creationId xmlns:a16="http://schemas.microsoft.com/office/drawing/2014/main" id="{986A72B4-DB07-4613-8ABA-28B116B8D5F5}"/>
              </a:ext>
            </a:extLst>
          </p:cNvPr>
          <p:cNvSpPr/>
          <p:nvPr/>
        </p:nvSpPr>
        <p:spPr bwMode="auto">
          <a:xfrm>
            <a:off x="3774401" y="1676271"/>
            <a:ext cx="1759815" cy="1648585"/>
          </a:xfrm>
          <a:custGeom>
            <a:avLst/>
            <a:gdLst>
              <a:gd name="T0" fmla="*/ 22 w 562"/>
              <a:gd name="T1" fmla="*/ 240 h 525"/>
              <a:gd name="T2" fmla="*/ 241 w 562"/>
              <a:gd name="T3" fmla="*/ 22 h 525"/>
              <a:gd name="T4" fmla="*/ 321 w 562"/>
              <a:gd name="T5" fmla="*/ 22 h 525"/>
              <a:gd name="T6" fmla="*/ 540 w 562"/>
              <a:gd name="T7" fmla="*/ 240 h 525"/>
              <a:gd name="T8" fmla="*/ 540 w 562"/>
              <a:gd name="T9" fmla="*/ 321 h 525"/>
              <a:gd name="T10" fmla="*/ 401 w 562"/>
              <a:gd name="T11" fmla="*/ 459 h 525"/>
              <a:gd name="T12" fmla="*/ 161 w 562"/>
              <a:gd name="T13" fmla="*/ 459 h 525"/>
              <a:gd name="T14" fmla="*/ 22 w 562"/>
              <a:gd name="T15" fmla="*/ 321 h 525"/>
              <a:gd name="T16" fmla="*/ 22 w 562"/>
              <a:gd name="T17" fmla="*/ 240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62" h="525">
                <a:moveTo>
                  <a:pt x="22" y="240"/>
                </a:moveTo>
                <a:cubicBezTo>
                  <a:pt x="241" y="22"/>
                  <a:pt x="241" y="22"/>
                  <a:pt x="241" y="22"/>
                </a:cubicBezTo>
                <a:cubicBezTo>
                  <a:pt x="263" y="0"/>
                  <a:pt x="299" y="0"/>
                  <a:pt x="321" y="22"/>
                </a:cubicBezTo>
                <a:cubicBezTo>
                  <a:pt x="540" y="240"/>
                  <a:pt x="540" y="240"/>
                  <a:pt x="540" y="240"/>
                </a:cubicBezTo>
                <a:cubicBezTo>
                  <a:pt x="562" y="262"/>
                  <a:pt x="562" y="299"/>
                  <a:pt x="540" y="321"/>
                </a:cubicBezTo>
                <a:cubicBezTo>
                  <a:pt x="401" y="459"/>
                  <a:pt x="401" y="459"/>
                  <a:pt x="401" y="459"/>
                </a:cubicBezTo>
                <a:cubicBezTo>
                  <a:pt x="335" y="525"/>
                  <a:pt x="227" y="525"/>
                  <a:pt x="161" y="459"/>
                </a:cubicBezTo>
                <a:cubicBezTo>
                  <a:pt x="22" y="321"/>
                  <a:pt x="22" y="321"/>
                  <a:pt x="22" y="321"/>
                </a:cubicBezTo>
                <a:cubicBezTo>
                  <a:pt x="0" y="299"/>
                  <a:pt x="0" y="262"/>
                  <a:pt x="22" y="2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6" name="Inhaltsplatzhalter 4">
            <a:extLst>
              <a:ext uri="{FF2B5EF4-FFF2-40B4-BE49-F238E27FC236}">
                <a16:creationId xmlns:a16="http://schemas.microsoft.com/office/drawing/2014/main" id="{81E75DAC-30A8-408C-ADE6-EDD30F03247F}"/>
              </a:ext>
            </a:extLst>
          </p:cNvPr>
          <p:cNvSpPr txBox="1"/>
          <p:nvPr/>
        </p:nvSpPr>
        <p:spPr>
          <a:xfrm>
            <a:off x="3811621" y="3443875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+mj-lt"/>
              </a:rPr>
              <a:t>小标题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0" name="Inhaltsplatzhalter 4">
            <a:extLst>
              <a:ext uri="{FF2B5EF4-FFF2-40B4-BE49-F238E27FC236}">
                <a16:creationId xmlns:a16="http://schemas.microsoft.com/office/drawing/2014/main" id="{DA42A24B-83E1-4A06-B348-F5B69AF91C74}"/>
              </a:ext>
            </a:extLst>
          </p:cNvPr>
          <p:cNvSpPr txBox="1"/>
          <p:nvPr/>
        </p:nvSpPr>
        <p:spPr>
          <a:xfrm>
            <a:off x="3811621" y="3981842"/>
            <a:ext cx="1685374" cy="15350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" name="Freeform 10">
            <a:extLst>
              <a:ext uri="{FF2B5EF4-FFF2-40B4-BE49-F238E27FC236}">
                <a16:creationId xmlns:a16="http://schemas.microsoft.com/office/drawing/2014/main" id="{3659E8CF-CF8C-4FA7-80FB-CBE391C40888}"/>
              </a:ext>
            </a:extLst>
          </p:cNvPr>
          <p:cNvSpPr/>
          <p:nvPr/>
        </p:nvSpPr>
        <p:spPr bwMode="auto">
          <a:xfrm>
            <a:off x="6660433" y="1676271"/>
            <a:ext cx="1757166" cy="1648585"/>
          </a:xfrm>
          <a:custGeom>
            <a:avLst/>
            <a:gdLst>
              <a:gd name="T0" fmla="*/ 22 w 561"/>
              <a:gd name="T1" fmla="*/ 240 h 525"/>
              <a:gd name="T2" fmla="*/ 240 w 561"/>
              <a:gd name="T3" fmla="*/ 22 h 525"/>
              <a:gd name="T4" fmla="*/ 321 w 561"/>
              <a:gd name="T5" fmla="*/ 22 h 525"/>
              <a:gd name="T6" fmla="*/ 539 w 561"/>
              <a:gd name="T7" fmla="*/ 240 h 525"/>
              <a:gd name="T8" fmla="*/ 539 w 561"/>
              <a:gd name="T9" fmla="*/ 321 h 525"/>
              <a:gd name="T10" fmla="*/ 401 w 561"/>
              <a:gd name="T11" fmla="*/ 459 h 525"/>
              <a:gd name="T12" fmla="*/ 160 w 561"/>
              <a:gd name="T13" fmla="*/ 459 h 525"/>
              <a:gd name="T14" fmla="*/ 22 w 561"/>
              <a:gd name="T15" fmla="*/ 321 h 525"/>
              <a:gd name="T16" fmla="*/ 22 w 561"/>
              <a:gd name="T17" fmla="*/ 240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61" h="525">
                <a:moveTo>
                  <a:pt x="22" y="240"/>
                </a:moveTo>
                <a:cubicBezTo>
                  <a:pt x="240" y="22"/>
                  <a:pt x="240" y="22"/>
                  <a:pt x="240" y="22"/>
                </a:cubicBezTo>
                <a:cubicBezTo>
                  <a:pt x="262" y="0"/>
                  <a:pt x="299" y="0"/>
                  <a:pt x="321" y="22"/>
                </a:cubicBezTo>
                <a:cubicBezTo>
                  <a:pt x="539" y="240"/>
                  <a:pt x="539" y="240"/>
                  <a:pt x="539" y="240"/>
                </a:cubicBezTo>
                <a:cubicBezTo>
                  <a:pt x="561" y="262"/>
                  <a:pt x="561" y="299"/>
                  <a:pt x="539" y="321"/>
                </a:cubicBezTo>
                <a:cubicBezTo>
                  <a:pt x="401" y="459"/>
                  <a:pt x="401" y="459"/>
                  <a:pt x="401" y="459"/>
                </a:cubicBezTo>
                <a:cubicBezTo>
                  <a:pt x="335" y="525"/>
                  <a:pt x="226" y="525"/>
                  <a:pt x="160" y="459"/>
                </a:cubicBezTo>
                <a:cubicBezTo>
                  <a:pt x="22" y="321"/>
                  <a:pt x="22" y="321"/>
                  <a:pt x="22" y="321"/>
                </a:cubicBezTo>
                <a:cubicBezTo>
                  <a:pt x="0" y="299"/>
                  <a:pt x="0" y="262"/>
                  <a:pt x="22" y="24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5" name="Inhaltsplatzhalter 4">
            <a:extLst>
              <a:ext uri="{FF2B5EF4-FFF2-40B4-BE49-F238E27FC236}">
                <a16:creationId xmlns:a16="http://schemas.microsoft.com/office/drawing/2014/main" id="{315EFD92-7A7D-4CDD-A621-21B59928610B}"/>
              </a:ext>
            </a:extLst>
          </p:cNvPr>
          <p:cNvSpPr txBox="1"/>
          <p:nvPr/>
        </p:nvSpPr>
        <p:spPr>
          <a:xfrm>
            <a:off x="6696329" y="3443875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3"/>
                </a:solidFill>
                <a:latin typeface="+mj-lt"/>
              </a:rPr>
              <a:t>小标题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1" name="Inhaltsplatzhalter 4">
            <a:extLst>
              <a:ext uri="{FF2B5EF4-FFF2-40B4-BE49-F238E27FC236}">
                <a16:creationId xmlns:a16="http://schemas.microsoft.com/office/drawing/2014/main" id="{AE3A1492-66BC-4F33-B345-B067AFD17259}"/>
              </a:ext>
            </a:extLst>
          </p:cNvPr>
          <p:cNvSpPr txBox="1"/>
          <p:nvPr/>
        </p:nvSpPr>
        <p:spPr>
          <a:xfrm>
            <a:off x="6696329" y="3981842"/>
            <a:ext cx="1685374" cy="15350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3" name="Freeform 11">
            <a:extLst>
              <a:ext uri="{FF2B5EF4-FFF2-40B4-BE49-F238E27FC236}">
                <a16:creationId xmlns:a16="http://schemas.microsoft.com/office/drawing/2014/main" id="{A12A69D7-BEDD-4716-83F0-770B878666B5}"/>
              </a:ext>
            </a:extLst>
          </p:cNvPr>
          <p:cNvSpPr/>
          <p:nvPr/>
        </p:nvSpPr>
        <p:spPr bwMode="auto">
          <a:xfrm>
            <a:off x="9543816" y="1699676"/>
            <a:ext cx="1759815" cy="1648585"/>
          </a:xfrm>
          <a:custGeom>
            <a:avLst/>
            <a:gdLst>
              <a:gd name="T0" fmla="*/ 22 w 562"/>
              <a:gd name="T1" fmla="*/ 240 h 525"/>
              <a:gd name="T2" fmla="*/ 241 w 562"/>
              <a:gd name="T3" fmla="*/ 22 h 525"/>
              <a:gd name="T4" fmla="*/ 321 w 562"/>
              <a:gd name="T5" fmla="*/ 22 h 525"/>
              <a:gd name="T6" fmla="*/ 540 w 562"/>
              <a:gd name="T7" fmla="*/ 240 h 525"/>
              <a:gd name="T8" fmla="*/ 540 w 562"/>
              <a:gd name="T9" fmla="*/ 321 h 525"/>
              <a:gd name="T10" fmla="*/ 401 w 562"/>
              <a:gd name="T11" fmla="*/ 459 h 525"/>
              <a:gd name="T12" fmla="*/ 161 w 562"/>
              <a:gd name="T13" fmla="*/ 459 h 525"/>
              <a:gd name="T14" fmla="*/ 22 w 562"/>
              <a:gd name="T15" fmla="*/ 321 h 525"/>
              <a:gd name="T16" fmla="*/ 22 w 562"/>
              <a:gd name="T17" fmla="*/ 240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62" h="525">
                <a:moveTo>
                  <a:pt x="22" y="240"/>
                </a:moveTo>
                <a:cubicBezTo>
                  <a:pt x="241" y="22"/>
                  <a:pt x="241" y="22"/>
                  <a:pt x="241" y="22"/>
                </a:cubicBezTo>
                <a:cubicBezTo>
                  <a:pt x="263" y="0"/>
                  <a:pt x="299" y="0"/>
                  <a:pt x="321" y="22"/>
                </a:cubicBezTo>
                <a:cubicBezTo>
                  <a:pt x="540" y="240"/>
                  <a:pt x="540" y="240"/>
                  <a:pt x="540" y="240"/>
                </a:cubicBezTo>
                <a:cubicBezTo>
                  <a:pt x="562" y="262"/>
                  <a:pt x="562" y="299"/>
                  <a:pt x="540" y="321"/>
                </a:cubicBezTo>
                <a:cubicBezTo>
                  <a:pt x="401" y="459"/>
                  <a:pt x="401" y="459"/>
                  <a:pt x="401" y="459"/>
                </a:cubicBezTo>
                <a:cubicBezTo>
                  <a:pt x="335" y="525"/>
                  <a:pt x="227" y="525"/>
                  <a:pt x="161" y="459"/>
                </a:cubicBezTo>
                <a:cubicBezTo>
                  <a:pt x="22" y="321"/>
                  <a:pt x="22" y="321"/>
                  <a:pt x="22" y="321"/>
                </a:cubicBezTo>
                <a:cubicBezTo>
                  <a:pt x="0" y="299"/>
                  <a:pt x="0" y="262"/>
                  <a:pt x="22" y="24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37" name="Inhaltsplatzhalter 4">
            <a:extLst>
              <a:ext uri="{FF2B5EF4-FFF2-40B4-BE49-F238E27FC236}">
                <a16:creationId xmlns:a16="http://schemas.microsoft.com/office/drawing/2014/main" id="{7C9985D2-06E8-467F-A8EE-49753E506E1E}"/>
              </a:ext>
            </a:extLst>
          </p:cNvPr>
          <p:cNvSpPr txBox="1"/>
          <p:nvPr/>
        </p:nvSpPr>
        <p:spPr>
          <a:xfrm>
            <a:off x="9581036" y="3467280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4"/>
                </a:solidFill>
                <a:latin typeface="+mj-lt"/>
              </a:rPr>
              <a:t>小标题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2" name="Inhaltsplatzhalter 4">
            <a:extLst>
              <a:ext uri="{FF2B5EF4-FFF2-40B4-BE49-F238E27FC236}">
                <a16:creationId xmlns:a16="http://schemas.microsoft.com/office/drawing/2014/main" id="{0CA420B5-0632-46A6-BDEC-59D59AB37B5D}"/>
              </a:ext>
            </a:extLst>
          </p:cNvPr>
          <p:cNvSpPr txBox="1"/>
          <p:nvPr/>
        </p:nvSpPr>
        <p:spPr>
          <a:xfrm>
            <a:off x="9581036" y="4005247"/>
            <a:ext cx="1685374" cy="15350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2C21839-8498-4238-B835-526DD2A4AFB8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37E3FE-8629-4016-8A23-3BD8E11A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418EB82-0E50-4FAA-B8AE-2A70F8DACF89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417ADA2-975C-449A-86FF-6E2E7320EAE0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5655E6C-909C-47F1-9291-6AB26BF6AC09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A514E0D-A303-4AC5-95B9-62E633B143ED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443FCC8-C611-4F81-B71D-BF2960D77A7F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9153A95-63AF-4FEF-B24E-26160EA57B70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DC78E3C-8F6E-4581-9D42-D8CB483E715B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883503D-68FB-4704-858E-8EA2C1922A98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1778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E34DB-65AB-4F86-B2E6-0CCC6687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4053F2CA-6EB9-4463-86ED-19177E2ED12C}"/>
              </a:ext>
            </a:extLst>
          </p:cNvPr>
          <p:cNvGrpSpPr/>
          <p:nvPr/>
        </p:nvGrpSpPr>
        <p:grpSpPr>
          <a:xfrm>
            <a:off x="1163637" y="1987105"/>
            <a:ext cx="9864726" cy="3284716"/>
            <a:chOff x="1163637" y="1987105"/>
            <a:chExt cx="9864726" cy="328471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9ADA6FAA-6083-4A58-AFE3-C3890534AD43}"/>
                </a:ext>
              </a:extLst>
            </p:cNvPr>
            <p:cNvSpPr/>
            <p:nvPr/>
          </p:nvSpPr>
          <p:spPr bwMode="auto">
            <a:xfrm>
              <a:off x="2643187" y="2188598"/>
              <a:ext cx="2057400" cy="712788"/>
            </a:xfrm>
            <a:custGeom>
              <a:avLst/>
              <a:gdLst>
                <a:gd name="T0" fmla="*/ 542 w 548"/>
                <a:gd name="T1" fmla="*/ 171 h 189"/>
                <a:gd name="T2" fmla="*/ 548 w 548"/>
                <a:gd name="T3" fmla="*/ 149 h 189"/>
                <a:gd name="T4" fmla="*/ 449 w 548"/>
                <a:gd name="T5" fmla="*/ 83 h 189"/>
                <a:gd name="T6" fmla="*/ 273 w 548"/>
                <a:gd name="T7" fmla="*/ 0 h 189"/>
                <a:gd name="T8" fmla="*/ 98 w 548"/>
                <a:gd name="T9" fmla="*/ 83 h 189"/>
                <a:gd name="T10" fmla="*/ 0 w 548"/>
                <a:gd name="T11" fmla="*/ 148 h 189"/>
                <a:gd name="T12" fmla="*/ 7 w 548"/>
                <a:gd name="T13" fmla="*/ 176 h 189"/>
                <a:gd name="T14" fmla="*/ 6 w 548"/>
                <a:gd name="T15" fmla="*/ 188 h 189"/>
                <a:gd name="T16" fmla="*/ 125 w 548"/>
                <a:gd name="T17" fmla="*/ 112 h 189"/>
                <a:gd name="T18" fmla="*/ 273 w 548"/>
                <a:gd name="T19" fmla="*/ 40 h 189"/>
                <a:gd name="T20" fmla="*/ 421 w 548"/>
                <a:gd name="T21" fmla="*/ 112 h 189"/>
                <a:gd name="T22" fmla="*/ 543 w 548"/>
                <a:gd name="T23" fmla="*/ 189 h 189"/>
                <a:gd name="T24" fmla="*/ 542 w 548"/>
                <a:gd name="T25" fmla="*/ 171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8" h="189">
                  <a:moveTo>
                    <a:pt x="542" y="171"/>
                  </a:moveTo>
                  <a:cubicBezTo>
                    <a:pt x="542" y="163"/>
                    <a:pt x="545" y="156"/>
                    <a:pt x="548" y="149"/>
                  </a:cubicBezTo>
                  <a:cubicBezTo>
                    <a:pt x="506" y="138"/>
                    <a:pt x="479" y="112"/>
                    <a:pt x="449" y="83"/>
                  </a:cubicBezTo>
                  <a:cubicBezTo>
                    <a:pt x="408" y="44"/>
                    <a:pt x="362" y="0"/>
                    <a:pt x="273" y="0"/>
                  </a:cubicBezTo>
                  <a:cubicBezTo>
                    <a:pt x="184" y="0"/>
                    <a:pt x="138" y="44"/>
                    <a:pt x="98" y="83"/>
                  </a:cubicBezTo>
                  <a:cubicBezTo>
                    <a:pt x="68" y="111"/>
                    <a:pt x="41" y="137"/>
                    <a:pt x="0" y="148"/>
                  </a:cubicBezTo>
                  <a:cubicBezTo>
                    <a:pt x="5" y="157"/>
                    <a:pt x="7" y="166"/>
                    <a:pt x="7" y="176"/>
                  </a:cubicBezTo>
                  <a:cubicBezTo>
                    <a:pt x="7" y="180"/>
                    <a:pt x="7" y="184"/>
                    <a:pt x="6" y="188"/>
                  </a:cubicBezTo>
                  <a:cubicBezTo>
                    <a:pt x="60" y="174"/>
                    <a:pt x="94" y="142"/>
                    <a:pt x="125" y="112"/>
                  </a:cubicBezTo>
                  <a:cubicBezTo>
                    <a:pt x="165" y="73"/>
                    <a:pt x="200" y="40"/>
                    <a:pt x="273" y="40"/>
                  </a:cubicBezTo>
                  <a:cubicBezTo>
                    <a:pt x="346" y="40"/>
                    <a:pt x="381" y="73"/>
                    <a:pt x="421" y="112"/>
                  </a:cubicBezTo>
                  <a:cubicBezTo>
                    <a:pt x="452" y="142"/>
                    <a:pt x="487" y="176"/>
                    <a:pt x="543" y="189"/>
                  </a:cubicBezTo>
                  <a:cubicBezTo>
                    <a:pt x="542" y="183"/>
                    <a:pt x="541" y="177"/>
                    <a:pt x="542" y="17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67D0D434-22C7-4926-A258-6A8F166C4030}"/>
                </a:ext>
              </a:extLst>
            </p:cNvPr>
            <p:cNvSpPr/>
            <p:nvPr/>
          </p:nvSpPr>
          <p:spPr bwMode="auto">
            <a:xfrm>
              <a:off x="7470775" y="2188598"/>
              <a:ext cx="2055813" cy="719138"/>
            </a:xfrm>
            <a:custGeom>
              <a:avLst/>
              <a:gdLst>
                <a:gd name="T0" fmla="*/ 540 w 548"/>
                <a:gd name="T1" fmla="*/ 171 h 191"/>
                <a:gd name="T2" fmla="*/ 548 w 548"/>
                <a:gd name="T3" fmla="*/ 147 h 191"/>
                <a:gd name="T4" fmla="*/ 456 w 548"/>
                <a:gd name="T5" fmla="*/ 83 h 191"/>
                <a:gd name="T6" fmla="*/ 281 w 548"/>
                <a:gd name="T7" fmla="*/ 0 h 191"/>
                <a:gd name="T8" fmla="*/ 105 w 548"/>
                <a:gd name="T9" fmla="*/ 83 h 191"/>
                <a:gd name="T10" fmla="*/ 0 w 548"/>
                <a:gd name="T11" fmla="*/ 151 h 191"/>
                <a:gd name="T12" fmla="*/ 6 w 548"/>
                <a:gd name="T13" fmla="*/ 176 h 191"/>
                <a:gd name="T14" fmla="*/ 4 w 548"/>
                <a:gd name="T15" fmla="*/ 191 h 191"/>
                <a:gd name="T16" fmla="*/ 133 w 548"/>
                <a:gd name="T17" fmla="*/ 112 h 191"/>
                <a:gd name="T18" fmla="*/ 281 w 548"/>
                <a:gd name="T19" fmla="*/ 40 h 191"/>
                <a:gd name="T20" fmla="*/ 429 w 548"/>
                <a:gd name="T21" fmla="*/ 112 h 191"/>
                <a:gd name="T22" fmla="*/ 541 w 548"/>
                <a:gd name="T23" fmla="*/ 186 h 191"/>
                <a:gd name="T24" fmla="*/ 540 w 548"/>
                <a:gd name="T25" fmla="*/ 17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8" h="191">
                  <a:moveTo>
                    <a:pt x="540" y="171"/>
                  </a:moveTo>
                  <a:cubicBezTo>
                    <a:pt x="541" y="162"/>
                    <a:pt x="544" y="154"/>
                    <a:pt x="548" y="147"/>
                  </a:cubicBezTo>
                  <a:cubicBezTo>
                    <a:pt x="510" y="135"/>
                    <a:pt x="485" y="110"/>
                    <a:pt x="456" y="83"/>
                  </a:cubicBezTo>
                  <a:cubicBezTo>
                    <a:pt x="416" y="44"/>
                    <a:pt x="370" y="0"/>
                    <a:pt x="281" y="0"/>
                  </a:cubicBezTo>
                  <a:cubicBezTo>
                    <a:pt x="192" y="0"/>
                    <a:pt x="146" y="44"/>
                    <a:pt x="105" y="83"/>
                  </a:cubicBezTo>
                  <a:cubicBezTo>
                    <a:pt x="74" y="113"/>
                    <a:pt x="46" y="140"/>
                    <a:pt x="0" y="151"/>
                  </a:cubicBezTo>
                  <a:cubicBezTo>
                    <a:pt x="4" y="158"/>
                    <a:pt x="6" y="167"/>
                    <a:pt x="6" y="176"/>
                  </a:cubicBezTo>
                  <a:cubicBezTo>
                    <a:pt x="6" y="181"/>
                    <a:pt x="5" y="186"/>
                    <a:pt x="4" y="191"/>
                  </a:cubicBezTo>
                  <a:cubicBezTo>
                    <a:pt x="64" y="178"/>
                    <a:pt x="100" y="143"/>
                    <a:pt x="133" y="112"/>
                  </a:cubicBezTo>
                  <a:cubicBezTo>
                    <a:pt x="173" y="73"/>
                    <a:pt x="208" y="40"/>
                    <a:pt x="281" y="40"/>
                  </a:cubicBezTo>
                  <a:cubicBezTo>
                    <a:pt x="354" y="40"/>
                    <a:pt x="388" y="73"/>
                    <a:pt x="429" y="112"/>
                  </a:cubicBezTo>
                  <a:cubicBezTo>
                    <a:pt x="458" y="140"/>
                    <a:pt x="491" y="172"/>
                    <a:pt x="541" y="186"/>
                  </a:cubicBezTo>
                  <a:cubicBezTo>
                    <a:pt x="540" y="181"/>
                    <a:pt x="540" y="176"/>
                    <a:pt x="540" y="17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B545C8F3-35A4-465E-93E6-85D8FA61927F}"/>
                </a:ext>
              </a:extLst>
            </p:cNvPr>
            <p:cNvSpPr/>
            <p:nvPr/>
          </p:nvSpPr>
          <p:spPr bwMode="auto">
            <a:xfrm>
              <a:off x="9921875" y="2188598"/>
              <a:ext cx="1106488" cy="712788"/>
            </a:xfrm>
            <a:custGeom>
              <a:avLst/>
              <a:gdLst>
                <a:gd name="T0" fmla="*/ 275 w 295"/>
                <a:gd name="T1" fmla="*/ 0 h 189"/>
                <a:gd name="T2" fmla="*/ 99 w 295"/>
                <a:gd name="T3" fmla="*/ 83 h 189"/>
                <a:gd name="T4" fmla="*/ 0 w 295"/>
                <a:gd name="T5" fmla="*/ 149 h 189"/>
                <a:gd name="T6" fmla="*/ 6 w 295"/>
                <a:gd name="T7" fmla="*/ 176 h 189"/>
                <a:gd name="T8" fmla="*/ 5 w 295"/>
                <a:gd name="T9" fmla="*/ 189 h 189"/>
                <a:gd name="T10" fmla="*/ 127 w 295"/>
                <a:gd name="T11" fmla="*/ 112 h 189"/>
                <a:gd name="T12" fmla="*/ 275 w 295"/>
                <a:gd name="T13" fmla="*/ 40 h 189"/>
                <a:gd name="T14" fmla="*/ 295 w 295"/>
                <a:gd name="T15" fmla="*/ 20 h 189"/>
                <a:gd name="T16" fmla="*/ 275 w 295"/>
                <a:gd name="T17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189">
                  <a:moveTo>
                    <a:pt x="275" y="0"/>
                  </a:moveTo>
                  <a:cubicBezTo>
                    <a:pt x="186" y="0"/>
                    <a:pt x="140" y="44"/>
                    <a:pt x="99" y="83"/>
                  </a:cubicBezTo>
                  <a:cubicBezTo>
                    <a:pt x="69" y="112"/>
                    <a:pt x="42" y="138"/>
                    <a:pt x="0" y="149"/>
                  </a:cubicBezTo>
                  <a:cubicBezTo>
                    <a:pt x="4" y="157"/>
                    <a:pt x="6" y="166"/>
                    <a:pt x="6" y="176"/>
                  </a:cubicBezTo>
                  <a:cubicBezTo>
                    <a:pt x="6" y="181"/>
                    <a:pt x="6" y="185"/>
                    <a:pt x="5" y="189"/>
                  </a:cubicBezTo>
                  <a:cubicBezTo>
                    <a:pt x="60" y="176"/>
                    <a:pt x="95" y="142"/>
                    <a:pt x="127" y="112"/>
                  </a:cubicBezTo>
                  <a:cubicBezTo>
                    <a:pt x="167" y="73"/>
                    <a:pt x="202" y="40"/>
                    <a:pt x="275" y="40"/>
                  </a:cubicBezTo>
                  <a:cubicBezTo>
                    <a:pt x="286" y="40"/>
                    <a:pt x="295" y="31"/>
                    <a:pt x="295" y="20"/>
                  </a:cubicBezTo>
                  <a:cubicBezTo>
                    <a:pt x="295" y="9"/>
                    <a:pt x="286" y="0"/>
                    <a:pt x="27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D3F899CC-25B8-4240-871C-0E03657178C2}"/>
                </a:ext>
              </a:extLst>
            </p:cNvPr>
            <p:cNvSpPr/>
            <p:nvPr/>
          </p:nvSpPr>
          <p:spPr bwMode="auto">
            <a:xfrm>
              <a:off x="5094287" y="2188598"/>
              <a:ext cx="1985963" cy="701675"/>
            </a:xfrm>
            <a:custGeom>
              <a:avLst/>
              <a:gdLst>
                <a:gd name="T0" fmla="*/ 520 w 529"/>
                <a:gd name="T1" fmla="*/ 171 h 186"/>
                <a:gd name="T2" fmla="*/ 529 w 529"/>
                <a:gd name="T3" fmla="*/ 145 h 186"/>
                <a:gd name="T4" fmla="*/ 442 w 529"/>
                <a:gd name="T5" fmla="*/ 83 h 186"/>
                <a:gd name="T6" fmla="*/ 267 w 529"/>
                <a:gd name="T7" fmla="*/ 0 h 186"/>
                <a:gd name="T8" fmla="*/ 91 w 529"/>
                <a:gd name="T9" fmla="*/ 83 h 186"/>
                <a:gd name="T10" fmla="*/ 0 w 529"/>
                <a:gd name="T11" fmla="*/ 147 h 186"/>
                <a:gd name="T12" fmla="*/ 8 w 529"/>
                <a:gd name="T13" fmla="*/ 176 h 186"/>
                <a:gd name="T14" fmla="*/ 7 w 529"/>
                <a:gd name="T15" fmla="*/ 186 h 186"/>
                <a:gd name="T16" fmla="*/ 119 w 529"/>
                <a:gd name="T17" fmla="*/ 112 h 186"/>
                <a:gd name="T18" fmla="*/ 267 w 529"/>
                <a:gd name="T19" fmla="*/ 40 h 186"/>
                <a:gd name="T20" fmla="*/ 415 w 529"/>
                <a:gd name="T21" fmla="*/ 112 h 186"/>
                <a:gd name="T22" fmla="*/ 520 w 529"/>
                <a:gd name="T23" fmla="*/ 184 h 186"/>
                <a:gd name="T24" fmla="*/ 520 w 529"/>
                <a:gd name="T25" fmla="*/ 17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9" h="186">
                  <a:moveTo>
                    <a:pt x="520" y="171"/>
                  </a:moveTo>
                  <a:cubicBezTo>
                    <a:pt x="521" y="162"/>
                    <a:pt x="524" y="153"/>
                    <a:pt x="529" y="145"/>
                  </a:cubicBezTo>
                  <a:cubicBezTo>
                    <a:pt x="494" y="132"/>
                    <a:pt x="469" y="109"/>
                    <a:pt x="442" y="83"/>
                  </a:cubicBezTo>
                  <a:cubicBezTo>
                    <a:pt x="402" y="44"/>
                    <a:pt x="356" y="0"/>
                    <a:pt x="267" y="0"/>
                  </a:cubicBezTo>
                  <a:cubicBezTo>
                    <a:pt x="178" y="0"/>
                    <a:pt x="132" y="44"/>
                    <a:pt x="91" y="83"/>
                  </a:cubicBezTo>
                  <a:cubicBezTo>
                    <a:pt x="63" y="110"/>
                    <a:pt x="38" y="135"/>
                    <a:pt x="0" y="147"/>
                  </a:cubicBezTo>
                  <a:cubicBezTo>
                    <a:pt x="5" y="155"/>
                    <a:pt x="8" y="165"/>
                    <a:pt x="8" y="176"/>
                  </a:cubicBezTo>
                  <a:cubicBezTo>
                    <a:pt x="8" y="180"/>
                    <a:pt x="7" y="183"/>
                    <a:pt x="7" y="186"/>
                  </a:cubicBezTo>
                  <a:cubicBezTo>
                    <a:pt x="57" y="172"/>
                    <a:pt x="89" y="140"/>
                    <a:pt x="119" y="112"/>
                  </a:cubicBezTo>
                  <a:cubicBezTo>
                    <a:pt x="159" y="73"/>
                    <a:pt x="194" y="40"/>
                    <a:pt x="267" y="40"/>
                  </a:cubicBezTo>
                  <a:cubicBezTo>
                    <a:pt x="340" y="40"/>
                    <a:pt x="374" y="73"/>
                    <a:pt x="415" y="112"/>
                  </a:cubicBezTo>
                  <a:cubicBezTo>
                    <a:pt x="443" y="139"/>
                    <a:pt x="474" y="169"/>
                    <a:pt x="520" y="184"/>
                  </a:cubicBezTo>
                  <a:cubicBezTo>
                    <a:pt x="520" y="180"/>
                    <a:pt x="520" y="176"/>
                    <a:pt x="520" y="17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E347A4F7-7BE0-44EB-96E9-703C93A16403}"/>
                </a:ext>
              </a:extLst>
            </p:cNvPr>
            <p:cNvSpPr/>
            <p:nvPr/>
          </p:nvSpPr>
          <p:spPr bwMode="auto">
            <a:xfrm>
              <a:off x="1163637" y="2188598"/>
              <a:ext cx="1085850" cy="704850"/>
            </a:xfrm>
            <a:custGeom>
              <a:avLst/>
              <a:gdLst>
                <a:gd name="T0" fmla="*/ 282 w 289"/>
                <a:gd name="T1" fmla="*/ 171 h 187"/>
                <a:gd name="T2" fmla="*/ 289 w 289"/>
                <a:gd name="T3" fmla="*/ 147 h 187"/>
                <a:gd name="T4" fmla="*/ 196 w 289"/>
                <a:gd name="T5" fmla="*/ 83 h 187"/>
                <a:gd name="T6" fmla="*/ 20 w 289"/>
                <a:gd name="T7" fmla="*/ 0 h 187"/>
                <a:gd name="T8" fmla="*/ 0 w 289"/>
                <a:gd name="T9" fmla="*/ 20 h 187"/>
                <a:gd name="T10" fmla="*/ 20 w 289"/>
                <a:gd name="T11" fmla="*/ 40 h 187"/>
                <a:gd name="T12" fmla="*/ 168 w 289"/>
                <a:gd name="T13" fmla="*/ 112 h 187"/>
                <a:gd name="T14" fmla="*/ 283 w 289"/>
                <a:gd name="T15" fmla="*/ 187 h 187"/>
                <a:gd name="T16" fmla="*/ 282 w 289"/>
                <a:gd name="T17" fmla="*/ 171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187">
                  <a:moveTo>
                    <a:pt x="282" y="171"/>
                  </a:moveTo>
                  <a:cubicBezTo>
                    <a:pt x="283" y="163"/>
                    <a:pt x="286" y="155"/>
                    <a:pt x="289" y="147"/>
                  </a:cubicBezTo>
                  <a:cubicBezTo>
                    <a:pt x="251" y="135"/>
                    <a:pt x="225" y="111"/>
                    <a:pt x="196" y="83"/>
                  </a:cubicBezTo>
                  <a:cubicBezTo>
                    <a:pt x="155" y="44"/>
                    <a:pt x="109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93" y="40"/>
                    <a:pt x="128" y="73"/>
                    <a:pt x="168" y="112"/>
                  </a:cubicBezTo>
                  <a:cubicBezTo>
                    <a:pt x="198" y="141"/>
                    <a:pt x="232" y="173"/>
                    <a:pt x="283" y="187"/>
                  </a:cubicBezTo>
                  <a:cubicBezTo>
                    <a:pt x="282" y="182"/>
                    <a:pt x="282" y="177"/>
                    <a:pt x="282" y="17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39505558-1DD3-43F9-AFF4-CFC0A7A6A320}"/>
                </a:ext>
              </a:extLst>
            </p:cNvPr>
            <p:cNvSpPr/>
            <p:nvPr/>
          </p:nvSpPr>
          <p:spPr bwMode="auto">
            <a:xfrm>
              <a:off x="1854200" y="3722123"/>
              <a:ext cx="1182688" cy="1076325"/>
            </a:xfrm>
            <a:custGeom>
              <a:avLst/>
              <a:gdLst>
                <a:gd name="T0" fmla="*/ 315 w 315"/>
                <a:gd name="T1" fmla="*/ 230 h 286"/>
                <a:gd name="T2" fmla="*/ 315 w 315"/>
                <a:gd name="T3" fmla="*/ 0 h 286"/>
                <a:gd name="T4" fmla="*/ 0 w 315"/>
                <a:gd name="T5" fmla="*/ 0 h 286"/>
                <a:gd name="T6" fmla="*/ 0 w 315"/>
                <a:gd name="T7" fmla="*/ 230 h 286"/>
                <a:gd name="T8" fmla="*/ 56 w 315"/>
                <a:gd name="T9" fmla="*/ 286 h 286"/>
                <a:gd name="T10" fmla="*/ 259 w 315"/>
                <a:gd name="T11" fmla="*/ 286 h 286"/>
                <a:gd name="T12" fmla="*/ 315 w 315"/>
                <a:gd name="T13" fmla="*/ 23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5" h="286">
                  <a:moveTo>
                    <a:pt x="315" y="230"/>
                  </a:moveTo>
                  <a:cubicBezTo>
                    <a:pt x="315" y="0"/>
                    <a:pt x="315" y="0"/>
                    <a:pt x="3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61"/>
                    <a:pt x="25" y="286"/>
                    <a:pt x="56" y="286"/>
                  </a:cubicBezTo>
                  <a:cubicBezTo>
                    <a:pt x="259" y="286"/>
                    <a:pt x="259" y="286"/>
                    <a:pt x="259" y="286"/>
                  </a:cubicBezTo>
                  <a:cubicBezTo>
                    <a:pt x="290" y="286"/>
                    <a:pt x="315" y="261"/>
                    <a:pt x="315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1" name="Rectangle 11">
              <a:extLst>
                <a:ext uri="{FF2B5EF4-FFF2-40B4-BE49-F238E27FC236}">
                  <a16:creationId xmlns:a16="http://schemas.microsoft.com/office/drawing/2014/main" id="{4EA18792-3021-4C38-82E3-AA65F0434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4200" y="3722123"/>
              <a:ext cx="1182688" cy="1762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570BB207-C7C6-4537-AA9B-DB937040E6FD}"/>
                </a:ext>
              </a:extLst>
            </p:cNvPr>
            <p:cNvSpPr/>
            <p:nvPr/>
          </p:nvSpPr>
          <p:spPr bwMode="auto">
            <a:xfrm>
              <a:off x="2360612" y="2764861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8A3BB592-2A5B-490A-BA2A-686BCB61DE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41550" y="2652148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34D2A7B-DF89-4655-BA8E-4D0E006D1BEF}"/>
                </a:ext>
              </a:extLst>
            </p:cNvPr>
            <p:cNvSpPr/>
            <p:nvPr/>
          </p:nvSpPr>
          <p:spPr bwMode="auto">
            <a:xfrm>
              <a:off x="2387600" y="3744348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16 w 32"/>
                <a:gd name="T3" fmla="*/ 32 h 32"/>
                <a:gd name="T4" fmla="*/ 0 w 32"/>
                <a:gd name="T5" fmla="*/ 16 h 32"/>
                <a:gd name="T6" fmla="*/ 0 w 32"/>
                <a:gd name="T7" fmla="*/ 16 h 32"/>
                <a:gd name="T8" fmla="*/ 16 w 32"/>
                <a:gd name="T9" fmla="*/ 0 h 32"/>
                <a:gd name="T10" fmla="*/ 16 w 32"/>
                <a:gd name="T11" fmla="*/ 0 h 32"/>
                <a:gd name="T12" fmla="*/ 32 w 32"/>
                <a:gd name="T13" fmla="*/ 16 h 32"/>
                <a:gd name="T14" fmla="*/ 32 w 32"/>
                <a:gd name="T15" fmla="*/ 16 h 32"/>
                <a:gd name="T16" fmla="*/ 16 w 32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16" y="32"/>
                    <a:pt x="16" y="32"/>
                    <a:pt x="16" y="32"/>
                  </a:cubicBezTo>
                  <a:cubicBezTo>
                    <a:pt x="7" y="32"/>
                    <a:pt x="0" y="25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8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AFE28B9C-C2ED-4C24-99E8-A4541A7BA65E}"/>
                </a:ext>
              </a:extLst>
            </p:cNvPr>
            <p:cNvSpPr/>
            <p:nvPr/>
          </p:nvSpPr>
          <p:spPr bwMode="auto">
            <a:xfrm>
              <a:off x="2417762" y="3774511"/>
              <a:ext cx="60325" cy="63500"/>
            </a:xfrm>
            <a:custGeom>
              <a:avLst/>
              <a:gdLst>
                <a:gd name="T0" fmla="*/ 8 w 16"/>
                <a:gd name="T1" fmla="*/ 17 h 17"/>
                <a:gd name="T2" fmla="*/ 8 w 16"/>
                <a:gd name="T3" fmla="*/ 17 h 17"/>
                <a:gd name="T4" fmla="*/ 0 w 16"/>
                <a:gd name="T5" fmla="*/ 8 h 17"/>
                <a:gd name="T6" fmla="*/ 0 w 16"/>
                <a:gd name="T7" fmla="*/ 8 h 17"/>
                <a:gd name="T8" fmla="*/ 8 w 16"/>
                <a:gd name="T9" fmla="*/ 0 h 17"/>
                <a:gd name="T10" fmla="*/ 8 w 16"/>
                <a:gd name="T11" fmla="*/ 0 h 17"/>
                <a:gd name="T12" fmla="*/ 16 w 16"/>
                <a:gd name="T13" fmla="*/ 8 h 17"/>
                <a:gd name="T14" fmla="*/ 16 w 16"/>
                <a:gd name="T15" fmla="*/ 8 h 17"/>
                <a:gd name="T16" fmla="*/ 8 w 16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3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13"/>
                    <a:pt x="12" y="17"/>
                    <a:pt x="8" y="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308A2151-61F5-4946-BDCF-5BC3163E539C}"/>
                </a:ext>
              </a:extLst>
            </p:cNvPr>
            <p:cNvSpPr/>
            <p:nvPr/>
          </p:nvSpPr>
          <p:spPr bwMode="auto">
            <a:xfrm>
              <a:off x="4304506" y="3722123"/>
              <a:ext cx="1182688" cy="1076325"/>
            </a:xfrm>
            <a:custGeom>
              <a:avLst/>
              <a:gdLst>
                <a:gd name="T0" fmla="*/ 315 w 315"/>
                <a:gd name="T1" fmla="*/ 230 h 286"/>
                <a:gd name="T2" fmla="*/ 315 w 315"/>
                <a:gd name="T3" fmla="*/ 0 h 286"/>
                <a:gd name="T4" fmla="*/ 0 w 315"/>
                <a:gd name="T5" fmla="*/ 0 h 286"/>
                <a:gd name="T6" fmla="*/ 0 w 315"/>
                <a:gd name="T7" fmla="*/ 230 h 286"/>
                <a:gd name="T8" fmla="*/ 56 w 315"/>
                <a:gd name="T9" fmla="*/ 286 h 286"/>
                <a:gd name="T10" fmla="*/ 259 w 315"/>
                <a:gd name="T11" fmla="*/ 286 h 286"/>
                <a:gd name="T12" fmla="*/ 315 w 315"/>
                <a:gd name="T13" fmla="*/ 23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5" h="286">
                  <a:moveTo>
                    <a:pt x="315" y="230"/>
                  </a:moveTo>
                  <a:cubicBezTo>
                    <a:pt x="315" y="0"/>
                    <a:pt x="315" y="0"/>
                    <a:pt x="3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61"/>
                    <a:pt x="25" y="286"/>
                    <a:pt x="56" y="286"/>
                  </a:cubicBezTo>
                  <a:cubicBezTo>
                    <a:pt x="259" y="286"/>
                    <a:pt x="259" y="286"/>
                    <a:pt x="259" y="286"/>
                  </a:cubicBezTo>
                  <a:cubicBezTo>
                    <a:pt x="290" y="286"/>
                    <a:pt x="315" y="261"/>
                    <a:pt x="315" y="2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5" name="Rectangle 11">
              <a:extLst>
                <a:ext uri="{FF2B5EF4-FFF2-40B4-BE49-F238E27FC236}">
                  <a16:creationId xmlns:a16="http://schemas.microsoft.com/office/drawing/2014/main" id="{A99FF339-B6AE-412F-96DE-F5E94B989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506" y="3722123"/>
              <a:ext cx="1182688" cy="17621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0C69F56D-F70E-4D3C-8776-5CF0A493520C}"/>
                </a:ext>
              </a:extLst>
            </p:cNvPr>
            <p:cNvSpPr/>
            <p:nvPr/>
          </p:nvSpPr>
          <p:spPr bwMode="auto">
            <a:xfrm>
              <a:off x="4810918" y="2764861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43A763C8-25D1-4FE4-BB01-7DAE4F0B6A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1856" y="2652148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950412F5-325F-4A48-8E9F-B64443A6FE9E}"/>
                </a:ext>
              </a:extLst>
            </p:cNvPr>
            <p:cNvSpPr/>
            <p:nvPr/>
          </p:nvSpPr>
          <p:spPr bwMode="auto">
            <a:xfrm>
              <a:off x="4837906" y="3744348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16 w 32"/>
                <a:gd name="T3" fmla="*/ 32 h 32"/>
                <a:gd name="T4" fmla="*/ 0 w 32"/>
                <a:gd name="T5" fmla="*/ 16 h 32"/>
                <a:gd name="T6" fmla="*/ 0 w 32"/>
                <a:gd name="T7" fmla="*/ 16 h 32"/>
                <a:gd name="T8" fmla="*/ 16 w 32"/>
                <a:gd name="T9" fmla="*/ 0 h 32"/>
                <a:gd name="T10" fmla="*/ 16 w 32"/>
                <a:gd name="T11" fmla="*/ 0 h 32"/>
                <a:gd name="T12" fmla="*/ 32 w 32"/>
                <a:gd name="T13" fmla="*/ 16 h 32"/>
                <a:gd name="T14" fmla="*/ 32 w 32"/>
                <a:gd name="T15" fmla="*/ 16 h 32"/>
                <a:gd name="T16" fmla="*/ 16 w 32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16" y="32"/>
                    <a:pt x="16" y="32"/>
                    <a:pt x="16" y="32"/>
                  </a:cubicBezTo>
                  <a:cubicBezTo>
                    <a:pt x="7" y="32"/>
                    <a:pt x="0" y="25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8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7EEF8D61-02A3-4909-92B1-C882075D7139}"/>
                </a:ext>
              </a:extLst>
            </p:cNvPr>
            <p:cNvSpPr/>
            <p:nvPr/>
          </p:nvSpPr>
          <p:spPr bwMode="auto">
            <a:xfrm>
              <a:off x="4868068" y="3774511"/>
              <a:ext cx="60325" cy="63500"/>
            </a:xfrm>
            <a:custGeom>
              <a:avLst/>
              <a:gdLst>
                <a:gd name="T0" fmla="*/ 8 w 16"/>
                <a:gd name="T1" fmla="*/ 17 h 17"/>
                <a:gd name="T2" fmla="*/ 8 w 16"/>
                <a:gd name="T3" fmla="*/ 17 h 17"/>
                <a:gd name="T4" fmla="*/ 0 w 16"/>
                <a:gd name="T5" fmla="*/ 8 h 17"/>
                <a:gd name="T6" fmla="*/ 0 w 16"/>
                <a:gd name="T7" fmla="*/ 8 h 17"/>
                <a:gd name="T8" fmla="*/ 8 w 16"/>
                <a:gd name="T9" fmla="*/ 0 h 17"/>
                <a:gd name="T10" fmla="*/ 8 w 16"/>
                <a:gd name="T11" fmla="*/ 0 h 17"/>
                <a:gd name="T12" fmla="*/ 16 w 16"/>
                <a:gd name="T13" fmla="*/ 8 h 17"/>
                <a:gd name="T14" fmla="*/ 16 w 16"/>
                <a:gd name="T15" fmla="*/ 8 h 17"/>
                <a:gd name="T16" fmla="*/ 8 w 16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3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13"/>
                    <a:pt x="12" y="17"/>
                    <a:pt x="8" y="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C298F385-A91E-4B12-B40D-FA079F5B8016}"/>
                </a:ext>
              </a:extLst>
            </p:cNvPr>
            <p:cNvSpPr/>
            <p:nvPr/>
          </p:nvSpPr>
          <p:spPr bwMode="auto">
            <a:xfrm>
              <a:off x="6678612" y="3722123"/>
              <a:ext cx="1182688" cy="1076325"/>
            </a:xfrm>
            <a:custGeom>
              <a:avLst/>
              <a:gdLst>
                <a:gd name="T0" fmla="*/ 315 w 315"/>
                <a:gd name="T1" fmla="*/ 230 h 286"/>
                <a:gd name="T2" fmla="*/ 315 w 315"/>
                <a:gd name="T3" fmla="*/ 0 h 286"/>
                <a:gd name="T4" fmla="*/ 0 w 315"/>
                <a:gd name="T5" fmla="*/ 0 h 286"/>
                <a:gd name="T6" fmla="*/ 0 w 315"/>
                <a:gd name="T7" fmla="*/ 230 h 286"/>
                <a:gd name="T8" fmla="*/ 56 w 315"/>
                <a:gd name="T9" fmla="*/ 286 h 286"/>
                <a:gd name="T10" fmla="*/ 259 w 315"/>
                <a:gd name="T11" fmla="*/ 286 h 286"/>
                <a:gd name="T12" fmla="*/ 315 w 315"/>
                <a:gd name="T13" fmla="*/ 23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5" h="286">
                  <a:moveTo>
                    <a:pt x="315" y="230"/>
                  </a:moveTo>
                  <a:cubicBezTo>
                    <a:pt x="315" y="0"/>
                    <a:pt x="315" y="0"/>
                    <a:pt x="3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61"/>
                    <a:pt x="25" y="286"/>
                    <a:pt x="56" y="286"/>
                  </a:cubicBezTo>
                  <a:cubicBezTo>
                    <a:pt x="259" y="286"/>
                    <a:pt x="259" y="286"/>
                    <a:pt x="259" y="286"/>
                  </a:cubicBezTo>
                  <a:cubicBezTo>
                    <a:pt x="290" y="286"/>
                    <a:pt x="315" y="261"/>
                    <a:pt x="315" y="2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9" name="Rectangle 11">
              <a:extLst>
                <a:ext uri="{FF2B5EF4-FFF2-40B4-BE49-F238E27FC236}">
                  <a16:creationId xmlns:a16="http://schemas.microsoft.com/office/drawing/2014/main" id="{6EE7BDAD-6F76-418B-8CF8-679BDA687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8612" y="3722123"/>
              <a:ext cx="1182688" cy="17621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C160C5E3-5346-4DA0-B2DF-667EF54270CB}"/>
                </a:ext>
              </a:extLst>
            </p:cNvPr>
            <p:cNvSpPr/>
            <p:nvPr/>
          </p:nvSpPr>
          <p:spPr bwMode="auto">
            <a:xfrm>
              <a:off x="7185024" y="2764861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66BAC8A7-719F-45F0-BAD4-1C3D5889C8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2" y="2652148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100C5FAF-B7AD-4CD9-847E-2D678EAA208F}"/>
                </a:ext>
              </a:extLst>
            </p:cNvPr>
            <p:cNvSpPr/>
            <p:nvPr/>
          </p:nvSpPr>
          <p:spPr bwMode="auto">
            <a:xfrm>
              <a:off x="7212012" y="3744348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16 w 32"/>
                <a:gd name="T3" fmla="*/ 32 h 32"/>
                <a:gd name="T4" fmla="*/ 0 w 32"/>
                <a:gd name="T5" fmla="*/ 16 h 32"/>
                <a:gd name="T6" fmla="*/ 0 w 32"/>
                <a:gd name="T7" fmla="*/ 16 h 32"/>
                <a:gd name="T8" fmla="*/ 16 w 32"/>
                <a:gd name="T9" fmla="*/ 0 h 32"/>
                <a:gd name="T10" fmla="*/ 16 w 32"/>
                <a:gd name="T11" fmla="*/ 0 h 32"/>
                <a:gd name="T12" fmla="*/ 32 w 32"/>
                <a:gd name="T13" fmla="*/ 16 h 32"/>
                <a:gd name="T14" fmla="*/ 32 w 32"/>
                <a:gd name="T15" fmla="*/ 16 h 32"/>
                <a:gd name="T16" fmla="*/ 16 w 32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16" y="32"/>
                    <a:pt x="16" y="32"/>
                    <a:pt x="16" y="32"/>
                  </a:cubicBezTo>
                  <a:cubicBezTo>
                    <a:pt x="7" y="32"/>
                    <a:pt x="0" y="25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8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EE5C7CB-3CB7-424E-9C79-367B86F761AB}"/>
                </a:ext>
              </a:extLst>
            </p:cNvPr>
            <p:cNvSpPr/>
            <p:nvPr/>
          </p:nvSpPr>
          <p:spPr bwMode="auto">
            <a:xfrm>
              <a:off x="7242174" y="3774511"/>
              <a:ext cx="60325" cy="63500"/>
            </a:xfrm>
            <a:custGeom>
              <a:avLst/>
              <a:gdLst>
                <a:gd name="T0" fmla="*/ 8 w 16"/>
                <a:gd name="T1" fmla="*/ 17 h 17"/>
                <a:gd name="T2" fmla="*/ 8 w 16"/>
                <a:gd name="T3" fmla="*/ 17 h 17"/>
                <a:gd name="T4" fmla="*/ 0 w 16"/>
                <a:gd name="T5" fmla="*/ 8 h 17"/>
                <a:gd name="T6" fmla="*/ 0 w 16"/>
                <a:gd name="T7" fmla="*/ 8 h 17"/>
                <a:gd name="T8" fmla="*/ 8 w 16"/>
                <a:gd name="T9" fmla="*/ 0 h 17"/>
                <a:gd name="T10" fmla="*/ 8 w 16"/>
                <a:gd name="T11" fmla="*/ 0 h 17"/>
                <a:gd name="T12" fmla="*/ 16 w 16"/>
                <a:gd name="T13" fmla="*/ 8 h 17"/>
                <a:gd name="T14" fmla="*/ 16 w 16"/>
                <a:gd name="T15" fmla="*/ 8 h 17"/>
                <a:gd name="T16" fmla="*/ 8 w 16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3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13"/>
                    <a:pt x="12" y="17"/>
                    <a:pt x="8" y="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A063A5E6-9689-4181-BE9B-3120AD1170D2}"/>
                </a:ext>
              </a:extLst>
            </p:cNvPr>
            <p:cNvSpPr/>
            <p:nvPr/>
          </p:nvSpPr>
          <p:spPr bwMode="auto">
            <a:xfrm>
              <a:off x="9132888" y="3722123"/>
              <a:ext cx="1182688" cy="1076325"/>
            </a:xfrm>
            <a:custGeom>
              <a:avLst/>
              <a:gdLst>
                <a:gd name="T0" fmla="*/ 315 w 315"/>
                <a:gd name="T1" fmla="*/ 230 h 286"/>
                <a:gd name="T2" fmla="*/ 315 w 315"/>
                <a:gd name="T3" fmla="*/ 0 h 286"/>
                <a:gd name="T4" fmla="*/ 0 w 315"/>
                <a:gd name="T5" fmla="*/ 0 h 286"/>
                <a:gd name="T6" fmla="*/ 0 w 315"/>
                <a:gd name="T7" fmla="*/ 230 h 286"/>
                <a:gd name="T8" fmla="*/ 56 w 315"/>
                <a:gd name="T9" fmla="*/ 286 h 286"/>
                <a:gd name="T10" fmla="*/ 259 w 315"/>
                <a:gd name="T11" fmla="*/ 286 h 286"/>
                <a:gd name="T12" fmla="*/ 315 w 315"/>
                <a:gd name="T13" fmla="*/ 23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5" h="286">
                  <a:moveTo>
                    <a:pt x="315" y="230"/>
                  </a:moveTo>
                  <a:cubicBezTo>
                    <a:pt x="315" y="0"/>
                    <a:pt x="315" y="0"/>
                    <a:pt x="3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0" y="261"/>
                    <a:pt x="25" y="286"/>
                    <a:pt x="56" y="286"/>
                  </a:cubicBezTo>
                  <a:cubicBezTo>
                    <a:pt x="259" y="286"/>
                    <a:pt x="259" y="286"/>
                    <a:pt x="259" y="286"/>
                  </a:cubicBezTo>
                  <a:cubicBezTo>
                    <a:pt x="290" y="286"/>
                    <a:pt x="315" y="261"/>
                    <a:pt x="315" y="2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3" name="Rectangle 11">
              <a:extLst>
                <a:ext uri="{FF2B5EF4-FFF2-40B4-BE49-F238E27FC236}">
                  <a16:creationId xmlns:a16="http://schemas.microsoft.com/office/drawing/2014/main" id="{4A372CD3-BE88-4CE4-B5DE-53B858487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2888" y="3722123"/>
              <a:ext cx="1182688" cy="176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B40F4E3F-267A-4B4E-B781-441AD4840F9E}"/>
                </a:ext>
              </a:extLst>
            </p:cNvPr>
            <p:cNvSpPr/>
            <p:nvPr/>
          </p:nvSpPr>
          <p:spPr bwMode="auto">
            <a:xfrm>
              <a:off x="9639300" y="2764861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E95044F8-A298-43C9-A3CC-61A363E75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20238" y="2652148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044E5749-61C5-4427-BBFA-50458E90500E}"/>
                </a:ext>
              </a:extLst>
            </p:cNvPr>
            <p:cNvSpPr/>
            <p:nvPr/>
          </p:nvSpPr>
          <p:spPr bwMode="auto">
            <a:xfrm>
              <a:off x="9666288" y="3744348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16 w 32"/>
                <a:gd name="T3" fmla="*/ 32 h 32"/>
                <a:gd name="T4" fmla="*/ 0 w 32"/>
                <a:gd name="T5" fmla="*/ 16 h 32"/>
                <a:gd name="T6" fmla="*/ 0 w 32"/>
                <a:gd name="T7" fmla="*/ 16 h 32"/>
                <a:gd name="T8" fmla="*/ 16 w 32"/>
                <a:gd name="T9" fmla="*/ 0 h 32"/>
                <a:gd name="T10" fmla="*/ 16 w 32"/>
                <a:gd name="T11" fmla="*/ 0 h 32"/>
                <a:gd name="T12" fmla="*/ 32 w 32"/>
                <a:gd name="T13" fmla="*/ 16 h 32"/>
                <a:gd name="T14" fmla="*/ 32 w 32"/>
                <a:gd name="T15" fmla="*/ 16 h 32"/>
                <a:gd name="T16" fmla="*/ 16 w 32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16" y="32"/>
                    <a:pt x="16" y="32"/>
                    <a:pt x="16" y="32"/>
                  </a:cubicBezTo>
                  <a:cubicBezTo>
                    <a:pt x="7" y="32"/>
                    <a:pt x="0" y="25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8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36646145-351F-48FB-A4F8-568803FBF5ED}"/>
                </a:ext>
              </a:extLst>
            </p:cNvPr>
            <p:cNvSpPr/>
            <p:nvPr/>
          </p:nvSpPr>
          <p:spPr bwMode="auto">
            <a:xfrm>
              <a:off x="9696450" y="3774511"/>
              <a:ext cx="60325" cy="63500"/>
            </a:xfrm>
            <a:custGeom>
              <a:avLst/>
              <a:gdLst>
                <a:gd name="T0" fmla="*/ 8 w 16"/>
                <a:gd name="T1" fmla="*/ 17 h 17"/>
                <a:gd name="T2" fmla="*/ 8 w 16"/>
                <a:gd name="T3" fmla="*/ 17 h 17"/>
                <a:gd name="T4" fmla="*/ 0 w 16"/>
                <a:gd name="T5" fmla="*/ 8 h 17"/>
                <a:gd name="T6" fmla="*/ 0 w 16"/>
                <a:gd name="T7" fmla="*/ 8 h 17"/>
                <a:gd name="T8" fmla="*/ 8 w 16"/>
                <a:gd name="T9" fmla="*/ 0 h 17"/>
                <a:gd name="T10" fmla="*/ 8 w 16"/>
                <a:gd name="T11" fmla="*/ 0 h 17"/>
                <a:gd name="T12" fmla="*/ 16 w 16"/>
                <a:gd name="T13" fmla="*/ 8 h 17"/>
                <a:gd name="T14" fmla="*/ 16 w 16"/>
                <a:gd name="T15" fmla="*/ 8 h 17"/>
                <a:gd name="T16" fmla="*/ 8 w 16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3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13"/>
                    <a:pt x="12" y="17"/>
                    <a:pt x="8" y="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Inhaltsplatzhalter 4">
              <a:extLst>
                <a:ext uri="{FF2B5EF4-FFF2-40B4-BE49-F238E27FC236}">
                  <a16:creationId xmlns:a16="http://schemas.microsoft.com/office/drawing/2014/main" id="{40D17DDB-D636-4A32-9129-FE86CD02A74F}"/>
                </a:ext>
              </a:extLst>
            </p:cNvPr>
            <p:cNvSpPr txBox="1"/>
            <p:nvPr/>
          </p:nvSpPr>
          <p:spPr>
            <a:xfrm>
              <a:off x="1389860" y="4994822"/>
              <a:ext cx="2108192" cy="276999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lvl1pPr marL="27305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zh-CN" altLang="en-US" sz="1800" b="1" dirty="0">
                  <a:solidFill>
                    <a:schemeClr val="accent1"/>
                  </a:solidFill>
                  <a:latin typeface="+mj-lt"/>
                </a:rPr>
                <a:t>小标题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  <a:latin typeface="+mn-lt"/>
              </a:endParaRPr>
            </a:p>
          </p:txBody>
        </p:sp>
        <p:sp>
          <p:nvSpPr>
            <p:cNvPr id="14" name="Inhaltsplatzhalter 4">
              <a:extLst>
                <a:ext uri="{FF2B5EF4-FFF2-40B4-BE49-F238E27FC236}">
                  <a16:creationId xmlns:a16="http://schemas.microsoft.com/office/drawing/2014/main" id="{4DA88E3E-D5EE-4051-BBEA-A07F6A378F30}"/>
                </a:ext>
              </a:extLst>
            </p:cNvPr>
            <p:cNvSpPr txBox="1"/>
            <p:nvPr/>
          </p:nvSpPr>
          <p:spPr>
            <a:xfrm>
              <a:off x="6242318" y="4994822"/>
              <a:ext cx="2108192" cy="276999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lvl1pPr marL="27305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zh-CN" altLang="en-US" sz="1800" b="1" dirty="0">
                  <a:solidFill>
                    <a:schemeClr val="accent3"/>
                  </a:solidFill>
                  <a:latin typeface="+mj-lt"/>
                </a:rPr>
                <a:t>小标题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  <a:latin typeface="+mn-lt"/>
              </a:endParaRPr>
            </a:p>
          </p:txBody>
        </p:sp>
        <p:sp>
          <p:nvSpPr>
            <p:cNvPr id="15" name="Inhaltsplatzhalter 4">
              <a:extLst>
                <a:ext uri="{FF2B5EF4-FFF2-40B4-BE49-F238E27FC236}">
                  <a16:creationId xmlns:a16="http://schemas.microsoft.com/office/drawing/2014/main" id="{5904EAEA-C35A-4D37-A0CE-0216166E6C5B}"/>
                </a:ext>
              </a:extLst>
            </p:cNvPr>
            <p:cNvSpPr txBox="1"/>
            <p:nvPr/>
          </p:nvSpPr>
          <p:spPr>
            <a:xfrm>
              <a:off x="3841489" y="4994822"/>
              <a:ext cx="2108192" cy="276999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lvl1pPr marL="27305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zh-CN" altLang="en-US" sz="1800" b="1" dirty="0">
                  <a:solidFill>
                    <a:schemeClr val="accent2"/>
                  </a:solidFill>
                  <a:latin typeface="+mj-lt"/>
                </a:rPr>
                <a:t>小标题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  <a:latin typeface="+mn-lt"/>
              </a:endParaRPr>
            </a:p>
          </p:txBody>
        </p:sp>
        <p:sp>
          <p:nvSpPr>
            <p:cNvPr id="16" name="Inhaltsplatzhalter 4">
              <a:extLst>
                <a:ext uri="{FF2B5EF4-FFF2-40B4-BE49-F238E27FC236}">
                  <a16:creationId xmlns:a16="http://schemas.microsoft.com/office/drawing/2014/main" id="{880F0655-FE1A-4C81-972F-328C9E805A32}"/>
                </a:ext>
              </a:extLst>
            </p:cNvPr>
            <p:cNvSpPr txBox="1"/>
            <p:nvPr/>
          </p:nvSpPr>
          <p:spPr>
            <a:xfrm>
              <a:off x="8668548" y="4994822"/>
              <a:ext cx="2108192" cy="276999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lvl1pPr marL="27305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zh-CN" altLang="en-US" sz="1800" b="1" dirty="0">
                  <a:solidFill>
                    <a:schemeClr val="accent4"/>
                  </a:solidFill>
                  <a:latin typeface="+mj-lt"/>
                </a:rPr>
                <a:t>小标题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  <a:latin typeface="+mn-lt"/>
              </a:endParaRPr>
            </a:p>
          </p:txBody>
        </p:sp>
        <p:sp>
          <p:nvSpPr>
            <p:cNvPr id="17" name="Inhaltsplatzhalter 4">
              <a:extLst>
                <a:ext uri="{FF2B5EF4-FFF2-40B4-BE49-F238E27FC236}">
                  <a16:creationId xmlns:a16="http://schemas.microsoft.com/office/drawing/2014/main" id="{2C3A3868-761D-44E0-884D-82D77E5ED972}"/>
                </a:ext>
              </a:extLst>
            </p:cNvPr>
            <p:cNvSpPr txBox="1"/>
            <p:nvPr/>
          </p:nvSpPr>
          <p:spPr>
            <a:xfrm>
              <a:off x="2001335" y="1987105"/>
              <a:ext cx="885242" cy="49244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3200" b="1" dirty="0">
                  <a:solidFill>
                    <a:schemeClr val="accent1"/>
                  </a:solidFill>
                  <a:latin typeface="+mj-lt"/>
                </a:rPr>
                <a:t>01</a:t>
              </a:r>
              <a:endParaRPr lang="en-US" sz="2400" dirty="0">
                <a:solidFill>
                  <a:schemeClr val="accent1"/>
                </a:solidFill>
                <a:latin typeface="+mn-lt"/>
              </a:endParaRPr>
            </a:p>
          </p:txBody>
        </p:sp>
        <p:sp>
          <p:nvSpPr>
            <p:cNvPr id="18" name="Inhaltsplatzhalter 4">
              <a:extLst>
                <a:ext uri="{FF2B5EF4-FFF2-40B4-BE49-F238E27FC236}">
                  <a16:creationId xmlns:a16="http://schemas.microsoft.com/office/drawing/2014/main" id="{C86196F5-C9B6-4DD1-BB47-E9AEEA0201A8}"/>
                </a:ext>
              </a:extLst>
            </p:cNvPr>
            <p:cNvSpPr txBox="1"/>
            <p:nvPr/>
          </p:nvSpPr>
          <p:spPr>
            <a:xfrm>
              <a:off x="4425447" y="1987105"/>
              <a:ext cx="885242" cy="49244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3200" b="1" dirty="0">
                  <a:solidFill>
                    <a:schemeClr val="accent2"/>
                  </a:solidFill>
                  <a:latin typeface="+mj-lt"/>
                </a:rPr>
                <a:t>02</a:t>
              </a:r>
              <a:endParaRPr lang="en-US" sz="2400" dirty="0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9" name="Inhaltsplatzhalter 4">
              <a:extLst>
                <a:ext uri="{FF2B5EF4-FFF2-40B4-BE49-F238E27FC236}">
                  <a16:creationId xmlns:a16="http://schemas.microsoft.com/office/drawing/2014/main" id="{6442B2E6-AAD0-4850-A8ED-92D8DCAC811D}"/>
                </a:ext>
              </a:extLst>
            </p:cNvPr>
            <p:cNvSpPr txBox="1"/>
            <p:nvPr/>
          </p:nvSpPr>
          <p:spPr>
            <a:xfrm>
              <a:off x="6791492" y="1987105"/>
              <a:ext cx="885242" cy="49244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3200" b="1" dirty="0">
                  <a:solidFill>
                    <a:schemeClr val="accent3"/>
                  </a:solidFill>
                  <a:latin typeface="+mj-lt"/>
                </a:rPr>
                <a:t>03</a:t>
              </a:r>
              <a:endParaRPr lang="en-US" sz="2400" dirty="0">
                <a:solidFill>
                  <a:schemeClr val="accent3"/>
                </a:solidFill>
                <a:latin typeface="+mn-lt"/>
              </a:endParaRPr>
            </a:p>
          </p:txBody>
        </p:sp>
        <p:sp>
          <p:nvSpPr>
            <p:cNvPr id="20" name="Inhaltsplatzhalter 4">
              <a:extLst>
                <a:ext uri="{FF2B5EF4-FFF2-40B4-BE49-F238E27FC236}">
                  <a16:creationId xmlns:a16="http://schemas.microsoft.com/office/drawing/2014/main" id="{E8D26023-20B6-4ADB-B713-AB16DF37E063}"/>
                </a:ext>
              </a:extLst>
            </p:cNvPr>
            <p:cNvSpPr txBox="1"/>
            <p:nvPr/>
          </p:nvSpPr>
          <p:spPr>
            <a:xfrm>
              <a:off x="9286374" y="1987105"/>
              <a:ext cx="885242" cy="49244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3200" b="1" dirty="0">
                  <a:solidFill>
                    <a:schemeClr val="accent4"/>
                  </a:solidFill>
                  <a:latin typeface="+mj-lt"/>
                </a:rPr>
                <a:t>04</a:t>
              </a:r>
              <a:endParaRPr lang="en-US" sz="2400" dirty="0">
                <a:solidFill>
                  <a:schemeClr val="accent4"/>
                </a:solidFill>
                <a:latin typeface="+mn-lt"/>
              </a:endParaRPr>
            </a:p>
          </p:txBody>
        </p:sp>
        <p:sp>
          <p:nvSpPr>
            <p:cNvPr id="21" name="Freeform 187">
              <a:extLst>
                <a:ext uri="{FF2B5EF4-FFF2-40B4-BE49-F238E27FC236}">
                  <a16:creationId xmlns:a16="http://schemas.microsoft.com/office/drawing/2014/main" id="{48BA2177-8CDC-470F-9320-FBC757D73D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0091" y="4043804"/>
              <a:ext cx="656871" cy="603832"/>
            </a:xfrm>
            <a:custGeom>
              <a:avLst/>
              <a:gdLst>
                <a:gd name="T0" fmla="*/ 107 w 204"/>
                <a:gd name="T1" fmla="*/ 0 h 188"/>
                <a:gd name="T2" fmla="*/ 0 w 204"/>
                <a:gd name="T3" fmla="*/ 78 h 188"/>
                <a:gd name="T4" fmla="*/ 39 w 204"/>
                <a:gd name="T5" fmla="*/ 139 h 188"/>
                <a:gd name="T6" fmla="*/ 14 w 204"/>
                <a:gd name="T7" fmla="*/ 181 h 188"/>
                <a:gd name="T8" fmla="*/ 86 w 204"/>
                <a:gd name="T9" fmla="*/ 153 h 188"/>
                <a:gd name="T10" fmla="*/ 107 w 204"/>
                <a:gd name="T11" fmla="*/ 156 h 188"/>
                <a:gd name="T12" fmla="*/ 204 w 204"/>
                <a:gd name="T13" fmla="*/ 78 h 188"/>
                <a:gd name="T14" fmla="*/ 107 w 204"/>
                <a:gd name="T15" fmla="*/ 0 h 188"/>
                <a:gd name="T16" fmla="*/ 56 w 204"/>
                <a:gd name="T17" fmla="*/ 93 h 188"/>
                <a:gd name="T18" fmla="*/ 42 w 204"/>
                <a:gd name="T19" fmla="*/ 78 h 188"/>
                <a:gd name="T20" fmla="*/ 56 w 204"/>
                <a:gd name="T21" fmla="*/ 64 h 188"/>
                <a:gd name="T22" fmla="*/ 71 w 204"/>
                <a:gd name="T23" fmla="*/ 78 h 188"/>
                <a:gd name="T24" fmla="*/ 56 w 204"/>
                <a:gd name="T25" fmla="*/ 93 h 188"/>
                <a:gd name="T26" fmla="*/ 103 w 204"/>
                <a:gd name="T27" fmla="*/ 93 h 188"/>
                <a:gd name="T28" fmla="*/ 89 w 204"/>
                <a:gd name="T29" fmla="*/ 78 h 188"/>
                <a:gd name="T30" fmla="*/ 103 w 204"/>
                <a:gd name="T31" fmla="*/ 64 h 188"/>
                <a:gd name="T32" fmla="*/ 117 w 204"/>
                <a:gd name="T33" fmla="*/ 78 h 188"/>
                <a:gd name="T34" fmla="*/ 103 w 204"/>
                <a:gd name="T35" fmla="*/ 93 h 188"/>
                <a:gd name="T36" fmla="*/ 150 w 204"/>
                <a:gd name="T37" fmla="*/ 93 h 188"/>
                <a:gd name="T38" fmla="*/ 136 w 204"/>
                <a:gd name="T39" fmla="*/ 78 h 188"/>
                <a:gd name="T40" fmla="*/ 150 w 204"/>
                <a:gd name="T41" fmla="*/ 64 h 188"/>
                <a:gd name="T42" fmla="*/ 164 w 204"/>
                <a:gd name="T43" fmla="*/ 78 h 188"/>
                <a:gd name="T44" fmla="*/ 150 w 204"/>
                <a:gd name="T45" fmla="*/ 9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4" h="188">
                  <a:moveTo>
                    <a:pt x="107" y="0"/>
                  </a:moveTo>
                  <a:cubicBezTo>
                    <a:pt x="47" y="0"/>
                    <a:pt x="0" y="35"/>
                    <a:pt x="0" y="78"/>
                  </a:cubicBezTo>
                  <a:cubicBezTo>
                    <a:pt x="0" y="103"/>
                    <a:pt x="15" y="125"/>
                    <a:pt x="39" y="139"/>
                  </a:cubicBezTo>
                  <a:cubicBezTo>
                    <a:pt x="45" y="142"/>
                    <a:pt x="45" y="167"/>
                    <a:pt x="14" y="181"/>
                  </a:cubicBezTo>
                  <a:cubicBezTo>
                    <a:pt x="14" y="181"/>
                    <a:pt x="58" y="188"/>
                    <a:pt x="86" y="153"/>
                  </a:cubicBezTo>
                  <a:cubicBezTo>
                    <a:pt x="93" y="154"/>
                    <a:pt x="100" y="156"/>
                    <a:pt x="107" y="156"/>
                  </a:cubicBezTo>
                  <a:cubicBezTo>
                    <a:pt x="167" y="156"/>
                    <a:pt x="204" y="122"/>
                    <a:pt x="204" y="78"/>
                  </a:cubicBezTo>
                  <a:cubicBezTo>
                    <a:pt x="204" y="35"/>
                    <a:pt x="167" y="0"/>
                    <a:pt x="107" y="0"/>
                  </a:cubicBezTo>
                  <a:close/>
                  <a:moveTo>
                    <a:pt x="56" y="93"/>
                  </a:moveTo>
                  <a:cubicBezTo>
                    <a:pt x="48" y="93"/>
                    <a:pt x="42" y="86"/>
                    <a:pt x="42" y="78"/>
                  </a:cubicBezTo>
                  <a:cubicBezTo>
                    <a:pt x="42" y="70"/>
                    <a:pt x="48" y="64"/>
                    <a:pt x="56" y="64"/>
                  </a:cubicBezTo>
                  <a:cubicBezTo>
                    <a:pt x="64" y="64"/>
                    <a:pt x="71" y="70"/>
                    <a:pt x="71" y="78"/>
                  </a:cubicBezTo>
                  <a:cubicBezTo>
                    <a:pt x="71" y="86"/>
                    <a:pt x="64" y="93"/>
                    <a:pt x="56" y="93"/>
                  </a:cubicBezTo>
                  <a:close/>
                  <a:moveTo>
                    <a:pt x="103" y="93"/>
                  </a:moveTo>
                  <a:cubicBezTo>
                    <a:pt x="95" y="93"/>
                    <a:pt x="89" y="86"/>
                    <a:pt x="89" y="78"/>
                  </a:cubicBezTo>
                  <a:cubicBezTo>
                    <a:pt x="89" y="70"/>
                    <a:pt x="95" y="64"/>
                    <a:pt x="103" y="64"/>
                  </a:cubicBezTo>
                  <a:cubicBezTo>
                    <a:pt x="111" y="64"/>
                    <a:pt x="117" y="70"/>
                    <a:pt x="117" y="78"/>
                  </a:cubicBezTo>
                  <a:cubicBezTo>
                    <a:pt x="117" y="86"/>
                    <a:pt x="111" y="93"/>
                    <a:pt x="103" y="93"/>
                  </a:cubicBezTo>
                  <a:close/>
                  <a:moveTo>
                    <a:pt x="150" y="93"/>
                  </a:moveTo>
                  <a:cubicBezTo>
                    <a:pt x="142" y="93"/>
                    <a:pt x="136" y="86"/>
                    <a:pt x="136" y="78"/>
                  </a:cubicBezTo>
                  <a:cubicBezTo>
                    <a:pt x="136" y="70"/>
                    <a:pt x="142" y="64"/>
                    <a:pt x="150" y="64"/>
                  </a:cubicBezTo>
                  <a:cubicBezTo>
                    <a:pt x="158" y="64"/>
                    <a:pt x="164" y="70"/>
                    <a:pt x="164" y="78"/>
                  </a:cubicBezTo>
                  <a:cubicBezTo>
                    <a:pt x="164" y="86"/>
                    <a:pt x="158" y="93"/>
                    <a:pt x="150" y="9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83BC94D8-1455-47E6-BBA7-6AFF9F080A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04689" y="3988472"/>
              <a:ext cx="604686" cy="653144"/>
            </a:xfrm>
            <a:custGeom>
              <a:avLst/>
              <a:gdLst>
                <a:gd name="T0" fmla="*/ 58 w 861"/>
                <a:gd name="T1" fmla="*/ 58 h 930"/>
                <a:gd name="T2" fmla="*/ 144 w 861"/>
                <a:gd name="T3" fmla="*/ 62 h 930"/>
                <a:gd name="T4" fmla="*/ 229 w 861"/>
                <a:gd name="T5" fmla="*/ 56 h 930"/>
                <a:gd name="T6" fmla="*/ 275 w 861"/>
                <a:gd name="T7" fmla="*/ 48 h 930"/>
                <a:gd name="T8" fmla="*/ 367 w 861"/>
                <a:gd name="T9" fmla="*/ 25 h 930"/>
                <a:gd name="T10" fmla="*/ 431 w 861"/>
                <a:gd name="T11" fmla="*/ 0 h 930"/>
                <a:gd name="T12" fmla="*/ 448 w 861"/>
                <a:gd name="T13" fmla="*/ 6 h 930"/>
                <a:gd name="T14" fmla="*/ 542 w 861"/>
                <a:gd name="T15" fmla="*/ 37 h 930"/>
                <a:gd name="T16" fmla="*/ 632 w 861"/>
                <a:gd name="T17" fmla="*/ 56 h 930"/>
                <a:gd name="T18" fmla="*/ 675 w 861"/>
                <a:gd name="T19" fmla="*/ 60 h 930"/>
                <a:gd name="T20" fmla="*/ 761 w 861"/>
                <a:gd name="T21" fmla="*/ 60 h 930"/>
                <a:gd name="T22" fmla="*/ 861 w 861"/>
                <a:gd name="T23" fmla="*/ 50 h 930"/>
                <a:gd name="T24" fmla="*/ 859 w 861"/>
                <a:gd name="T25" fmla="*/ 117 h 930"/>
                <a:gd name="T26" fmla="*/ 851 w 861"/>
                <a:gd name="T27" fmla="*/ 309 h 930"/>
                <a:gd name="T28" fmla="*/ 826 w 861"/>
                <a:gd name="T29" fmla="*/ 469 h 930"/>
                <a:gd name="T30" fmla="*/ 788 w 861"/>
                <a:gd name="T31" fmla="*/ 601 h 930"/>
                <a:gd name="T32" fmla="*/ 765 w 861"/>
                <a:gd name="T33" fmla="*/ 655 h 930"/>
                <a:gd name="T34" fmla="*/ 740 w 861"/>
                <a:gd name="T35" fmla="*/ 705 h 930"/>
                <a:gd name="T36" fmla="*/ 725 w 861"/>
                <a:gd name="T37" fmla="*/ 728 h 930"/>
                <a:gd name="T38" fmla="*/ 694 w 861"/>
                <a:gd name="T39" fmla="*/ 772 h 930"/>
                <a:gd name="T40" fmla="*/ 661 w 861"/>
                <a:gd name="T41" fmla="*/ 809 h 930"/>
                <a:gd name="T42" fmla="*/ 625 w 861"/>
                <a:gd name="T43" fmla="*/ 840 h 930"/>
                <a:gd name="T44" fmla="*/ 567 w 861"/>
                <a:gd name="T45" fmla="*/ 878 h 930"/>
                <a:gd name="T46" fmla="*/ 486 w 861"/>
                <a:gd name="T47" fmla="*/ 915 h 930"/>
                <a:gd name="T48" fmla="*/ 431 w 861"/>
                <a:gd name="T49" fmla="*/ 930 h 930"/>
                <a:gd name="T50" fmla="*/ 419 w 861"/>
                <a:gd name="T51" fmla="*/ 928 h 930"/>
                <a:gd name="T52" fmla="*/ 333 w 861"/>
                <a:gd name="T53" fmla="*/ 899 h 930"/>
                <a:gd name="T54" fmla="*/ 254 w 861"/>
                <a:gd name="T55" fmla="*/ 853 h 930"/>
                <a:gd name="T56" fmla="*/ 219 w 861"/>
                <a:gd name="T57" fmla="*/ 824 h 930"/>
                <a:gd name="T58" fmla="*/ 183 w 861"/>
                <a:gd name="T59" fmla="*/ 790 h 930"/>
                <a:gd name="T60" fmla="*/ 152 w 861"/>
                <a:gd name="T61" fmla="*/ 751 h 930"/>
                <a:gd name="T62" fmla="*/ 123 w 861"/>
                <a:gd name="T63" fmla="*/ 705 h 930"/>
                <a:gd name="T64" fmla="*/ 108 w 861"/>
                <a:gd name="T65" fmla="*/ 680 h 930"/>
                <a:gd name="T66" fmla="*/ 83 w 861"/>
                <a:gd name="T67" fmla="*/ 628 h 930"/>
                <a:gd name="T68" fmla="*/ 52 w 861"/>
                <a:gd name="T69" fmla="*/ 538 h 930"/>
                <a:gd name="T70" fmla="*/ 21 w 861"/>
                <a:gd name="T71" fmla="*/ 392 h 930"/>
                <a:gd name="T72" fmla="*/ 4 w 861"/>
                <a:gd name="T73" fmla="*/ 217 h 930"/>
                <a:gd name="T74" fmla="*/ 0 w 861"/>
                <a:gd name="T75" fmla="*/ 50 h 930"/>
                <a:gd name="T76" fmla="*/ 58 w 861"/>
                <a:gd name="T77" fmla="*/ 58 h 930"/>
                <a:gd name="T78" fmla="*/ 717 w 861"/>
                <a:gd name="T79" fmla="*/ 473 h 930"/>
                <a:gd name="T80" fmla="*/ 732 w 861"/>
                <a:gd name="T81" fmla="*/ 411 h 930"/>
                <a:gd name="T82" fmla="*/ 751 w 861"/>
                <a:gd name="T83" fmla="*/ 263 h 930"/>
                <a:gd name="T84" fmla="*/ 755 w 861"/>
                <a:gd name="T85" fmla="*/ 177 h 930"/>
                <a:gd name="T86" fmla="*/ 688 w 861"/>
                <a:gd name="T87" fmla="*/ 177 h 930"/>
                <a:gd name="T88" fmla="*/ 619 w 861"/>
                <a:gd name="T89" fmla="*/ 171 h 930"/>
                <a:gd name="T90" fmla="*/ 573 w 861"/>
                <a:gd name="T91" fmla="*/ 165 h 930"/>
                <a:gd name="T92" fmla="*/ 479 w 861"/>
                <a:gd name="T93" fmla="*/ 140 h 930"/>
                <a:gd name="T94" fmla="*/ 431 w 861"/>
                <a:gd name="T95" fmla="*/ 473 h 930"/>
                <a:gd name="T96" fmla="*/ 431 w 861"/>
                <a:gd name="T97" fmla="*/ 811 h 930"/>
                <a:gd name="T98" fmla="*/ 144 w 861"/>
                <a:gd name="T99" fmla="*/ 473 h 930"/>
                <a:gd name="T100" fmla="*/ 158 w 861"/>
                <a:gd name="T101" fmla="*/ 521 h 930"/>
                <a:gd name="T102" fmla="*/ 190 w 861"/>
                <a:gd name="T103" fmla="*/ 607 h 930"/>
                <a:gd name="T104" fmla="*/ 208 w 861"/>
                <a:gd name="T105" fmla="*/ 642 h 930"/>
                <a:gd name="T106" fmla="*/ 254 w 861"/>
                <a:gd name="T107" fmla="*/ 705 h 930"/>
                <a:gd name="T108" fmla="*/ 308 w 861"/>
                <a:gd name="T109" fmla="*/ 753 h 930"/>
                <a:gd name="T110" fmla="*/ 367 w 861"/>
                <a:gd name="T111" fmla="*/ 788 h 930"/>
                <a:gd name="T112" fmla="*/ 431 w 861"/>
                <a:gd name="T113" fmla="*/ 811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61" h="930">
                  <a:moveTo>
                    <a:pt x="58" y="58"/>
                  </a:moveTo>
                  <a:lnTo>
                    <a:pt x="58" y="58"/>
                  </a:lnTo>
                  <a:lnTo>
                    <a:pt x="100" y="60"/>
                  </a:lnTo>
                  <a:lnTo>
                    <a:pt x="144" y="62"/>
                  </a:lnTo>
                  <a:lnTo>
                    <a:pt x="185" y="60"/>
                  </a:lnTo>
                  <a:lnTo>
                    <a:pt x="229" y="56"/>
                  </a:lnTo>
                  <a:lnTo>
                    <a:pt x="229" y="56"/>
                  </a:lnTo>
                  <a:lnTo>
                    <a:pt x="275" y="48"/>
                  </a:lnTo>
                  <a:lnTo>
                    <a:pt x="321" y="37"/>
                  </a:lnTo>
                  <a:lnTo>
                    <a:pt x="367" y="25"/>
                  </a:lnTo>
                  <a:lnTo>
                    <a:pt x="413" y="6"/>
                  </a:lnTo>
                  <a:lnTo>
                    <a:pt x="431" y="0"/>
                  </a:lnTo>
                  <a:lnTo>
                    <a:pt x="448" y="6"/>
                  </a:lnTo>
                  <a:lnTo>
                    <a:pt x="448" y="6"/>
                  </a:lnTo>
                  <a:lnTo>
                    <a:pt x="494" y="25"/>
                  </a:lnTo>
                  <a:lnTo>
                    <a:pt x="542" y="37"/>
                  </a:lnTo>
                  <a:lnTo>
                    <a:pt x="586" y="48"/>
                  </a:lnTo>
                  <a:lnTo>
                    <a:pt x="632" y="56"/>
                  </a:lnTo>
                  <a:lnTo>
                    <a:pt x="632" y="56"/>
                  </a:lnTo>
                  <a:lnTo>
                    <a:pt x="675" y="60"/>
                  </a:lnTo>
                  <a:lnTo>
                    <a:pt x="719" y="62"/>
                  </a:lnTo>
                  <a:lnTo>
                    <a:pt x="761" y="60"/>
                  </a:lnTo>
                  <a:lnTo>
                    <a:pt x="803" y="58"/>
                  </a:lnTo>
                  <a:lnTo>
                    <a:pt x="861" y="50"/>
                  </a:lnTo>
                  <a:lnTo>
                    <a:pt x="859" y="117"/>
                  </a:lnTo>
                  <a:lnTo>
                    <a:pt x="859" y="117"/>
                  </a:lnTo>
                  <a:lnTo>
                    <a:pt x="857" y="217"/>
                  </a:lnTo>
                  <a:lnTo>
                    <a:pt x="851" y="309"/>
                  </a:lnTo>
                  <a:lnTo>
                    <a:pt x="840" y="392"/>
                  </a:lnTo>
                  <a:lnTo>
                    <a:pt x="826" y="469"/>
                  </a:lnTo>
                  <a:lnTo>
                    <a:pt x="809" y="538"/>
                  </a:lnTo>
                  <a:lnTo>
                    <a:pt x="788" y="601"/>
                  </a:lnTo>
                  <a:lnTo>
                    <a:pt x="778" y="628"/>
                  </a:lnTo>
                  <a:lnTo>
                    <a:pt x="765" y="655"/>
                  </a:lnTo>
                  <a:lnTo>
                    <a:pt x="753" y="680"/>
                  </a:lnTo>
                  <a:lnTo>
                    <a:pt x="740" y="705"/>
                  </a:lnTo>
                  <a:lnTo>
                    <a:pt x="740" y="705"/>
                  </a:lnTo>
                  <a:lnTo>
                    <a:pt x="725" y="728"/>
                  </a:lnTo>
                  <a:lnTo>
                    <a:pt x="709" y="751"/>
                  </a:lnTo>
                  <a:lnTo>
                    <a:pt x="694" y="772"/>
                  </a:lnTo>
                  <a:lnTo>
                    <a:pt x="678" y="790"/>
                  </a:lnTo>
                  <a:lnTo>
                    <a:pt x="661" y="809"/>
                  </a:lnTo>
                  <a:lnTo>
                    <a:pt x="642" y="824"/>
                  </a:lnTo>
                  <a:lnTo>
                    <a:pt x="625" y="840"/>
                  </a:lnTo>
                  <a:lnTo>
                    <a:pt x="607" y="853"/>
                  </a:lnTo>
                  <a:lnTo>
                    <a:pt x="567" y="878"/>
                  </a:lnTo>
                  <a:lnTo>
                    <a:pt x="527" y="899"/>
                  </a:lnTo>
                  <a:lnTo>
                    <a:pt x="486" y="915"/>
                  </a:lnTo>
                  <a:lnTo>
                    <a:pt x="442" y="928"/>
                  </a:lnTo>
                  <a:lnTo>
                    <a:pt x="431" y="930"/>
                  </a:lnTo>
                  <a:lnTo>
                    <a:pt x="419" y="928"/>
                  </a:lnTo>
                  <a:lnTo>
                    <a:pt x="419" y="928"/>
                  </a:lnTo>
                  <a:lnTo>
                    <a:pt x="375" y="915"/>
                  </a:lnTo>
                  <a:lnTo>
                    <a:pt x="333" y="899"/>
                  </a:lnTo>
                  <a:lnTo>
                    <a:pt x="294" y="878"/>
                  </a:lnTo>
                  <a:lnTo>
                    <a:pt x="254" y="853"/>
                  </a:lnTo>
                  <a:lnTo>
                    <a:pt x="235" y="840"/>
                  </a:lnTo>
                  <a:lnTo>
                    <a:pt x="219" y="824"/>
                  </a:lnTo>
                  <a:lnTo>
                    <a:pt x="200" y="809"/>
                  </a:lnTo>
                  <a:lnTo>
                    <a:pt x="183" y="790"/>
                  </a:lnTo>
                  <a:lnTo>
                    <a:pt x="167" y="772"/>
                  </a:lnTo>
                  <a:lnTo>
                    <a:pt x="152" y="751"/>
                  </a:lnTo>
                  <a:lnTo>
                    <a:pt x="137" y="728"/>
                  </a:lnTo>
                  <a:lnTo>
                    <a:pt x="123" y="705"/>
                  </a:lnTo>
                  <a:lnTo>
                    <a:pt x="123" y="705"/>
                  </a:lnTo>
                  <a:lnTo>
                    <a:pt x="108" y="680"/>
                  </a:lnTo>
                  <a:lnTo>
                    <a:pt x="96" y="655"/>
                  </a:lnTo>
                  <a:lnTo>
                    <a:pt x="83" y="628"/>
                  </a:lnTo>
                  <a:lnTo>
                    <a:pt x="73" y="601"/>
                  </a:lnTo>
                  <a:lnTo>
                    <a:pt x="52" y="538"/>
                  </a:lnTo>
                  <a:lnTo>
                    <a:pt x="35" y="469"/>
                  </a:lnTo>
                  <a:lnTo>
                    <a:pt x="21" y="392"/>
                  </a:lnTo>
                  <a:lnTo>
                    <a:pt x="10" y="309"/>
                  </a:lnTo>
                  <a:lnTo>
                    <a:pt x="4" y="217"/>
                  </a:lnTo>
                  <a:lnTo>
                    <a:pt x="2" y="117"/>
                  </a:lnTo>
                  <a:lnTo>
                    <a:pt x="0" y="50"/>
                  </a:lnTo>
                  <a:lnTo>
                    <a:pt x="58" y="58"/>
                  </a:lnTo>
                  <a:lnTo>
                    <a:pt x="58" y="58"/>
                  </a:lnTo>
                  <a:close/>
                  <a:moveTo>
                    <a:pt x="431" y="473"/>
                  </a:moveTo>
                  <a:lnTo>
                    <a:pt x="717" y="473"/>
                  </a:lnTo>
                  <a:lnTo>
                    <a:pt x="717" y="473"/>
                  </a:lnTo>
                  <a:lnTo>
                    <a:pt x="732" y="411"/>
                  </a:lnTo>
                  <a:lnTo>
                    <a:pt x="742" y="340"/>
                  </a:lnTo>
                  <a:lnTo>
                    <a:pt x="751" y="263"/>
                  </a:lnTo>
                  <a:lnTo>
                    <a:pt x="755" y="177"/>
                  </a:lnTo>
                  <a:lnTo>
                    <a:pt x="755" y="177"/>
                  </a:lnTo>
                  <a:lnTo>
                    <a:pt x="721" y="179"/>
                  </a:lnTo>
                  <a:lnTo>
                    <a:pt x="688" y="177"/>
                  </a:lnTo>
                  <a:lnTo>
                    <a:pt x="653" y="175"/>
                  </a:lnTo>
                  <a:lnTo>
                    <a:pt x="619" y="171"/>
                  </a:lnTo>
                  <a:lnTo>
                    <a:pt x="619" y="171"/>
                  </a:lnTo>
                  <a:lnTo>
                    <a:pt x="573" y="165"/>
                  </a:lnTo>
                  <a:lnTo>
                    <a:pt x="525" y="154"/>
                  </a:lnTo>
                  <a:lnTo>
                    <a:pt x="479" y="140"/>
                  </a:lnTo>
                  <a:lnTo>
                    <a:pt x="431" y="123"/>
                  </a:lnTo>
                  <a:lnTo>
                    <a:pt x="431" y="473"/>
                  </a:lnTo>
                  <a:lnTo>
                    <a:pt x="431" y="473"/>
                  </a:lnTo>
                  <a:close/>
                  <a:moveTo>
                    <a:pt x="431" y="811"/>
                  </a:moveTo>
                  <a:lnTo>
                    <a:pt x="431" y="473"/>
                  </a:lnTo>
                  <a:lnTo>
                    <a:pt x="144" y="473"/>
                  </a:lnTo>
                  <a:lnTo>
                    <a:pt x="144" y="473"/>
                  </a:lnTo>
                  <a:lnTo>
                    <a:pt x="158" y="521"/>
                  </a:lnTo>
                  <a:lnTo>
                    <a:pt x="173" y="567"/>
                  </a:lnTo>
                  <a:lnTo>
                    <a:pt x="190" y="607"/>
                  </a:lnTo>
                  <a:lnTo>
                    <a:pt x="208" y="642"/>
                  </a:lnTo>
                  <a:lnTo>
                    <a:pt x="208" y="642"/>
                  </a:lnTo>
                  <a:lnTo>
                    <a:pt x="231" y="676"/>
                  </a:lnTo>
                  <a:lnTo>
                    <a:pt x="254" y="705"/>
                  </a:lnTo>
                  <a:lnTo>
                    <a:pt x="281" y="732"/>
                  </a:lnTo>
                  <a:lnTo>
                    <a:pt x="308" y="753"/>
                  </a:lnTo>
                  <a:lnTo>
                    <a:pt x="338" y="772"/>
                  </a:lnTo>
                  <a:lnTo>
                    <a:pt x="367" y="788"/>
                  </a:lnTo>
                  <a:lnTo>
                    <a:pt x="398" y="801"/>
                  </a:lnTo>
                  <a:lnTo>
                    <a:pt x="431" y="811"/>
                  </a:lnTo>
                  <a:lnTo>
                    <a:pt x="431" y="8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black"/>
                </a:solidFill>
                <a:latin typeface="Impact"/>
                <a:ea typeface="微软雅黑"/>
              </a:endParaRP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3EACFD62-0E3A-4AE7-9F92-9D26F75EB07F}"/>
                </a:ext>
              </a:extLst>
            </p:cNvPr>
            <p:cNvGrpSpPr/>
            <p:nvPr/>
          </p:nvGrpSpPr>
          <p:grpSpPr>
            <a:xfrm>
              <a:off x="6897720" y="3985547"/>
              <a:ext cx="688907" cy="653346"/>
              <a:chOff x="9093320" y="2669335"/>
              <a:chExt cx="837005" cy="793800"/>
            </a:xfrm>
          </p:grpSpPr>
          <p:sp>
            <p:nvSpPr>
              <p:cNvPr id="27" name="Freeform 2537">
                <a:extLst>
                  <a:ext uri="{FF2B5EF4-FFF2-40B4-BE49-F238E27FC236}">
                    <a16:creationId xmlns:a16="http://schemas.microsoft.com/office/drawing/2014/main" id="{A21C72DD-1830-4766-8F01-9EEA394E145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6923" y="2831336"/>
                <a:ext cx="653402" cy="631799"/>
              </a:xfrm>
              <a:custGeom>
                <a:avLst/>
                <a:gdLst>
                  <a:gd name="T0" fmla="*/ 93 w 111"/>
                  <a:gd name="T1" fmla="*/ 7 h 107"/>
                  <a:gd name="T2" fmla="*/ 62 w 111"/>
                  <a:gd name="T3" fmla="*/ 8 h 107"/>
                  <a:gd name="T4" fmla="*/ 10 w 111"/>
                  <a:gd name="T5" fmla="*/ 60 h 107"/>
                  <a:gd name="T6" fmla="*/ 15 w 111"/>
                  <a:gd name="T7" fmla="*/ 97 h 107"/>
                  <a:gd name="T8" fmla="*/ 50 w 111"/>
                  <a:gd name="T9" fmla="*/ 98 h 107"/>
                  <a:gd name="T10" fmla="*/ 74 w 111"/>
                  <a:gd name="T11" fmla="*/ 74 h 107"/>
                  <a:gd name="T12" fmla="*/ 74 w 111"/>
                  <a:gd name="T13" fmla="*/ 74 h 107"/>
                  <a:gd name="T14" fmla="*/ 93 w 111"/>
                  <a:gd name="T15" fmla="*/ 55 h 107"/>
                  <a:gd name="T16" fmla="*/ 102 w 111"/>
                  <a:gd name="T17" fmla="*/ 45 h 107"/>
                  <a:gd name="T18" fmla="*/ 93 w 111"/>
                  <a:gd name="T19" fmla="*/ 7 h 107"/>
                  <a:gd name="T20" fmla="*/ 94 w 111"/>
                  <a:gd name="T21" fmla="*/ 45 h 107"/>
                  <a:gd name="T22" fmla="*/ 73 w 111"/>
                  <a:gd name="T23" fmla="*/ 67 h 107"/>
                  <a:gd name="T24" fmla="*/ 42 w 111"/>
                  <a:gd name="T25" fmla="*/ 36 h 107"/>
                  <a:gd name="T26" fmla="*/ 66 w 111"/>
                  <a:gd name="T27" fmla="*/ 12 h 107"/>
                  <a:gd name="T28" fmla="*/ 75 w 111"/>
                  <a:gd name="T29" fmla="*/ 8 h 107"/>
                  <a:gd name="T30" fmla="*/ 99 w 111"/>
                  <a:gd name="T31" fmla="*/ 23 h 107"/>
                  <a:gd name="T32" fmla="*/ 94 w 111"/>
                  <a:gd name="T33" fmla="*/ 4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11" h="107">
                    <a:moveTo>
                      <a:pt x="93" y="7"/>
                    </a:moveTo>
                    <a:cubicBezTo>
                      <a:pt x="83" y="1"/>
                      <a:pt x="70" y="0"/>
                      <a:pt x="62" y="8"/>
                    </a:cubicBezTo>
                    <a:cubicBezTo>
                      <a:pt x="45" y="25"/>
                      <a:pt x="27" y="42"/>
                      <a:pt x="10" y="60"/>
                    </a:cubicBezTo>
                    <a:cubicBezTo>
                      <a:pt x="0" y="71"/>
                      <a:pt x="2" y="86"/>
                      <a:pt x="15" y="97"/>
                    </a:cubicBezTo>
                    <a:cubicBezTo>
                      <a:pt x="25" y="107"/>
                      <a:pt x="40" y="107"/>
                      <a:pt x="50" y="98"/>
                    </a:cubicBezTo>
                    <a:cubicBezTo>
                      <a:pt x="58" y="90"/>
                      <a:pt x="66" y="82"/>
                      <a:pt x="74" y="74"/>
                    </a:cubicBezTo>
                    <a:cubicBezTo>
                      <a:pt x="74" y="74"/>
                      <a:pt x="74" y="74"/>
                      <a:pt x="74" y="74"/>
                    </a:cubicBezTo>
                    <a:cubicBezTo>
                      <a:pt x="81" y="68"/>
                      <a:pt x="87" y="61"/>
                      <a:pt x="93" y="55"/>
                    </a:cubicBezTo>
                    <a:cubicBezTo>
                      <a:pt x="96" y="52"/>
                      <a:pt x="100" y="49"/>
                      <a:pt x="102" y="45"/>
                    </a:cubicBezTo>
                    <a:cubicBezTo>
                      <a:pt x="111" y="32"/>
                      <a:pt x="107" y="17"/>
                      <a:pt x="93" y="7"/>
                    </a:cubicBezTo>
                    <a:close/>
                    <a:moveTo>
                      <a:pt x="94" y="45"/>
                    </a:moveTo>
                    <a:cubicBezTo>
                      <a:pt x="87" y="52"/>
                      <a:pt x="80" y="59"/>
                      <a:pt x="73" y="67"/>
                    </a:cubicBezTo>
                    <a:cubicBezTo>
                      <a:pt x="63" y="56"/>
                      <a:pt x="53" y="46"/>
                      <a:pt x="42" y="36"/>
                    </a:cubicBezTo>
                    <a:cubicBezTo>
                      <a:pt x="51" y="28"/>
                      <a:pt x="58" y="20"/>
                      <a:pt x="66" y="12"/>
                    </a:cubicBezTo>
                    <a:cubicBezTo>
                      <a:pt x="69" y="10"/>
                      <a:pt x="72" y="9"/>
                      <a:pt x="75" y="8"/>
                    </a:cubicBezTo>
                    <a:cubicBezTo>
                      <a:pt x="84" y="7"/>
                      <a:pt x="94" y="13"/>
                      <a:pt x="99" y="23"/>
                    </a:cubicBezTo>
                    <a:cubicBezTo>
                      <a:pt x="103" y="31"/>
                      <a:pt x="101" y="39"/>
                      <a:pt x="94" y="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8" name="Freeform 2538">
                <a:extLst>
                  <a:ext uri="{FF2B5EF4-FFF2-40B4-BE49-F238E27FC236}">
                    <a16:creationId xmlns:a16="http://schemas.microsoft.com/office/drawing/2014/main" id="{348F198F-9D79-4B50-BC50-5F92C9301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22920" y="2820533"/>
                <a:ext cx="183599" cy="291601"/>
              </a:xfrm>
              <a:custGeom>
                <a:avLst/>
                <a:gdLst>
                  <a:gd name="T0" fmla="*/ 19 w 31"/>
                  <a:gd name="T1" fmla="*/ 6 h 50"/>
                  <a:gd name="T2" fmla="*/ 0 w 31"/>
                  <a:gd name="T3" fmla="*/ 3 h 50"/>
                  <a:gd name="T4" fmla="*/ 15 w 31"/>
                  <a:gd name="T5" fmla="*/ 50 h 50"/>
                  <a:gd name="T6" fmla="*/ 30 w 31"/>
                  <a:gd name="T7" fmla="*/ 30 h 50"/>
                  <a:gd name="T8" fmla="*/ 19 w 31"/>
                  <a:gd name="T9" fmla="*/ 6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50">
                    <a:moveTo>
                      <a:pt x="19" y="6"/>
                    </a:moveTo>
                    <a:cubicBezTo>
                      <a:pt x="13" y="2"/>
                      <a:pt x="7" y="0"/>
                      <a:pt x="0" y="3"/>
                    </a:cubicBezTo>
                    <a:cubicBezTo>
                      <a:pt x="5" y="19"/>
                      <a:pt x="10" y="34"/>
                      <a:pt x="15" y="50"/>
                    </a:cubicBezTo>
                    <a:cubicBezTo>
                      <a:pt x="23" y="46"/>
                      <a:pt x="29" y="40"/>
                      <a:pt x="30" y="30"/>
                    </a:cubicBezTo>
                    <a:cubicBezTo>
                      <a:pt x="31" y="20"/>
                      <a:pt x="28" y="12"/>
                      <a:pt x="19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9" name="Freeform 2539">
                <a:extLst>
                  <a:ext uri="{FF2B5EF4-FFF2-40B4-BE49-F238E27FC236}">
                    <a16:creationId xmlns:a16="http://schemas.microsoft.com/office/drawing/2014/main" id="{D24BD0A4-1F85-4B65-A844-BE0F13DBD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93320" y="2842135"/>
                <a:ext cx="189001" cy="296998"/>
              </a:xfrm>
              <a:custGeom>
                <a:avLst/>
                <a:gdLst>
                  <a:gd name="T0" fmla="*/ 3 w 32"/>
                  <a:gd name="T1" fmla="*/ 17 h 50"/>
                  <a:gd name="T2" fmla="*/ 13 w 32"/>
                  <a:gd name="T3" fmla="*/ 44 h 50"/>
                  <a:gd name="T4" fmla="*/ 32 w 32"/>
                  <a:gd name="T5" fmla="*/ 47 h 50"/>
                  <a:gd name="T6" fmla="*/ 18 w 32"/>
                  <a:gd name="T7" fmla="*/ 0 h 50"/>
                  <a:gd name="T8" fmla="*/ 3 w 32"/>
                  <a:gd name="T9" fmla="*/ 1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50">
                    <a:moveTo>
                      <a:pt x="3" y="17"/>
                    </a:moveTo>
                    <a:cubicBezTo>
                      <a:pt x="0" y="28"/>
                      <a:pt x="4" y="38"/>
                      <a:pt x="13" y="44"/>
                    </a:cubicBezTo>
                    <a:cubicBezTo>
                      <a:pt x="19" y="48"/>
                      <a:pt x="25" y="50"/>
                      <a:pt x="32" y="47"/>
                    </a:cubicBezTo>
                    <a:cubicBezTo>
                      <a:pt x="28" y="31"/>
                      <a:pt x="23" y="16"/>
                      <a:pt x="18" y="0"/>
                    </a:cubicBezTo>
                    <a:cubicBezTo>
                      <a:pt x="9" y="3"/>
                      <a:pt x="4" y="9"/>
                      <a:pt x="3" y="1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30" name="Freeform 2540">
                <a:extLst>
                  <a:ext uri="{FF2B5EF4-FFF2-40B4-BE49-F238E27FC236}">
                    <a16:creationId xmlns:a16="http://schemas.microsoft.com/office/drawing/2014/main" id="{44D7152F-83CB-4BE9-9BF2-7C442CE2D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65924" y="2669335"/>
                <a:ext cx="194402" cy="102601"/>
              </a:xfrm>
              <a:custGeom>
                <a:avLst/>
                <a:gdLst>
                  <a:gd name="T0" fmla="*/ 21 w 33"/>
                  <a:gd name="T1" fmla="*/ 1 h 18"/>
                  <a:gd name="T2" fmla="*/ 5 w 33"/>
                  <a:gd name="T3" fmla="*/ 6 h 18"/>
                  <a:gd name="T4" fmla="*/ 2 w 33"/>
                  <a:gd name="T5" fmla="*/ 18 h 18"/>
                  <a:gd name="T6" fmla="*/ 33 w 33"/>
                  <a:gd name="T7" fmla="*/ 12 h 18"/>
                  <a:gd name="T8" fmla="*/ 21 w 33"/>
                  <a:gd name="T9" fmla="*/ 1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8">
                    <a:moveTo>
                      <a:pt x="21" y="1"/>
                    </a:moveTo>
                    <a:cubicBezTo>
                      <a:pt x="15" y="0"/>
                      <a:pt x="9" y="1"/>
                      <a:pt x="5" y="6"/>
                    </a:cubicBezTo>
                    <a:cubicBezTo>
                      <a:pt x="2" y="10"/>
                      <a:pt x="0" y="14"/>
                      <a:pt x="2" y="18"/>
                    </a:cubicBezTo>
                    <a:cubicBezTo>
                      <a:pt x="12" y="16"/>
                      <a:pt x="22" y="14"/>
                      <a:pt x="33" y="12"/>
                    </a:cubicBezTo>
                    <a:cubicBezTo>
                      <a:pt x="31" y="7"/>
                      <a:pt x="27" y="3"/>
                      <a:pt x="2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31" name="Freeform 2541">
                <a:extLst>
                  <a:ext uri="{FF2B5EF4-FFF2-40B4-BE49-F238E27FC236}">
                    <a16:creationId xmlns:a16="http://schemas.microsoft.com/office/drawing/2014/main" id="{74E322E8-777A-4168-A4E2-44696F2C70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76723" y="2761137"/>
                <a:ext cx="189001" cy="113399"/>
              </a:xfrm>
              <a:custGeom>
                <a:avLst/>
                <a:gdLst>
                  <a:gd name="T0" fmla="*/ 0 w 32"/>
                  <a:gd name="T1" fmla="*/ 5 h 19"/>
                  <a:gd name="T2" fmla="*/ 10 w 32"/>
                  <a:gd name="T3" fmla="*/ 16 h 19"/>
                  <a:gd name="T4" fmla="*/ 27 w 32"/>
                  <a:gd name="T5" fmla="*/ 11 h 19"/>
                  <a:gd name="T6" fmla="*/ 31 w 32"/>
                  <a:gd name="T7" fmla="*/ 0 h 19"/>
                  <a:gd name="T8" fmla="*/ 0 w 32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9">
                    <a:moveTo>
                      <a:pt x="0" y="5"/>
                    </a:moveTo>
                    <a:cubicBezTo>
                      <a:pt x="1" y="11"/>
                      <a:pt x="5" y="14"/>
                      <a:pt x="10" y="16"/>
                    </a:cubicBezTo>
                    <a:cubicBezTo>
                      <a:pt x="17" y="19"/>
                      <a:pt x="23" y="17"/>
                      <a:pt x="27" y="11"/>
                    </a:cubicBezTo>
                    <a:cubicBezTo>
                      <a:pt x="30" y="8"/>
                      <a:pt x="32" y="4"/>
                      <a:pt x="31" y="0"/>
                    </a:cubicBezTo>
                    <a:cubicBezTo>
                      <a:pt x="20" y="2"/>
                      <a:pt x="10" y="3"/>
                      <a:pt x="0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E4B05543-4562-4364-94B3-47865B2F2AB2}"/>
                </a:ext>
              </a:extLst>
            </p:cNvPr>
            <p:cNvGrpSpPr/>
            <p:nvPr/>
          </p:nvGrpSpPr>
          <p:grpSpPr>
            <a:xfrm>
              <a:off x="9336757" y="4043804"/>
              <a:ext cx="784475" cy="558805"/>
              <a:chOff x="5715913" y="2765244"/>
              <a:chExt cx="784475" cy="558805"/>
            </a:xfrm>
          </p:grpSpPr>
          <p:sp>
            <p:nvSpPr>
              <p:cNvPr id="25" name="Freeform 360">
                <a:extLst>
                  <a:ext uri="{FF2B5EF4-FFF2-40B4-BE49-F238E27FC236}">
                    <a16:creationId xmlns:a16="http://schemas.microsoft.com/office/drawing/2014/main" id="{034BB87C-60DD-445F-AE73-6CEB8B11C1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15913" y="2765244"/>
                <a:ext cx="784475" cy="558805"/>
              </a:xfrm>
              <a:custGeom>
                <a:avLst/>
                <a:gdLst>
                  <a:gd name="T0" fmla="*/ 119 w 134"/>
                  <a:gd name="T1" fmla="*/ 0 h 95"/>
                  <a:gd name="T2" fmla="*/ 15 w 134"/>
                  <a:gd name="T3" fmla="*/ 0 h 95"/>
                  <a:gd name="T4" fmla="*/ 0 w 134"/>
                  <a:gd name="T5" fmla="*/ 15 h 95"/>
                  <a:gd name="T6" fmla="*/ 0 w 134"/>
                  <a:gd name="T7" fmla="*/ 80 h 95"/>
                  <a:gd name="T8" fmla="*/ 15 w 134"/>
                  <a:gd name="T9" fmla="*/ 95 h 95"/>
                  <a:gd name="T10" fmla="*/ 119 w 134"/>
                  <a:gd name="T11" fmla="*/ 95 h 95"/>
                  <a:gd name="T12" fmla="*/ 134 w 134"/>
                  <a:gd name="T13" fmla="*/ 80 h 95"/>
                  <a:gd name="T14" fmla="*/ 134 w 134"/>
                  <a:gd name="T15" fmla="*/ 15 h 95"/>
                  <a:gd name="T16" fmla="*/ 119 w 134"/>
                  <a:gd name="T17" fmla="*/ 0 h 95"/>
                  <a:gd name="T18" fmla="*/ 67 w 134"/>
                  <a:gd name="T19" fmla="*/ 77 h 95"/>
                  <a:gd name="T20" fmla="*/ 37 w 134"/>
                  <a:gd name="T21" fmla="*/ 48 h 95"/>
                  <a:gd name="T22" fmla="*/ 67 w 134"/>
                  <a:gd name="T23" fmla="*/ 18 h 95"/>
                  <a:gd name="T24" fmla="*/ 97 w 134"/>
                  <a:gd name="T25" fmla="*/ 48 h 95"/>
                  <a:gd name="T26" fmla="*/ 67 w 134"/>
                  <a:gd name="T27" fmla="*/ 77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4" h="95">
                    <a:moveTo>
                      <a:pt x="119" y="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7"/>
                      <a:pt x="0" y="15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8"/>
                      <a:pt x="7" y="95"/>
                      <a:pt x="15" y="95"/>
                    </a:cubicBezTo>
                    <a:cubicBezTo>
                      <a:pt x="119" y="95"/>
                      <a:pt x="119" y="95"/>
                      <a:pt x="119" y="95"/>
                    </a:cubicBezTo>
                    <a:cubicBezTo>
                      <a:pt x="127" y="95"/>
                      <a:pt x="134" y="88"/>
                      <a:pt x="134" y="80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4" y="7"/>
                      <a:pt x="127" y="0"/>
                      <a:pt x="119" y="0"/>
                    </a:cubicBezTo>
                    <a:close/>
                    <a:moveTo>
                      <a:pt x="67" y="77"/>
                    </a:moveTo>
                    <a:cubicBezTo>
                      <a:pt x="51" y="77"/>
                      <a:pt x="37" y="64"/>
                      <a:pt x="37" y="48"/>
                    </a:cubicBezTo>
                    <a:cubicBezTo>
                      <a:pt x="37" y="31"/>
                      <a:pt x="51" y="18"/>
                      <a:pt x="67" y="18"/>
                    </a:cubicBezTo>
                    <a:cubicBezTo>
                      <a:pt x="84" y="18"/>
                      <a:pt x="97" y="31"/>
                      <a:pt x="97" y="48"/>
                    </a:cubicBezTo>
                    <a:cubicBezTo>
                      <a:pt x="97" y="64"/>
                      <a:pt x="84" y="77"/>
                      <a:pt x="67" y="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6" name="Freeform 361">
                <a:extLst>
                  <a:ext uri="{FF2B5EF4-FFF2-40B4-BE49-F238E27FC236}">
                    <a16:creationId xmlns:a16="http://schemas.microsoft.com/office/drawing/2014/main" id="{E9906340-454F-4D6D-9454-CF5E9D7C0C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4568" y="2921069"/>
                <a:ext cx="252535" cy="252535"/>
              </a:xfrm>
              <a:custGeom>
                <a:avLst/>
                <a:gdLst>
                  <a:gd name="T0" fmla="*/ 30 w 47"/>
                  <a:gd name="T1" fmla="*/ 0 h 47"/>
                  <a:gd name="T2" fmla="*/ 17 w 47"/>
                  <a:gd name="T3" fmla="*/ 0 h 47"/>
                  <a:gd name="T4" fmla="*/ 17 w 47"/>
                  <a:gd name="T5" fmla="*/ 17 h 47"/>
                  <a:gd name="T6" fmla="*/ 0 w 47"/>
                  <a:gd name="T7" fmla="*/ 17 h 47"/>
                  <a:gd name="T8" fmla="*/ 0 w 47"/>
                  <a:gd name="T9" fmla="*/ 30 h 47"/>
                  <a:gd name="T10" fmla="*/ 17 w 47"/>
                  <a:gd name="T11" fmla="*/ 30 h 47"/>
                  <a:gd name="T12" fmla="*/ 17 w 47"/>
                  <a:gd name="T13" fmla="*/ 47 h 47"/>
                  <a:gd name="T14" fmla="*/ 30 w 47"/>
                  <a:gd name="T15" fmla="*/ 47 h 47"/>
                  <a:gd name="T16" fmla="*/ 30 w 47"/>
                  <a:gd name="T17" fmla="*/ 30 h 47"/>
                  <a:gd name="T18" fmla="*/ 47 w 47"/>
                  <a:gd name="T19" fmla="*/ 30 h 47"/>
                  <a:gd name="T20" fmla="*/ 47 w 47"/>
                  <a:gd name="T21" fmla="*/ 17 h 47"/>
                  <a:gd name="T22" fmla="*/ 30 w 47"/>
                  <a:gd name="T23" fmla="*/ 17 h 47"/>
                  <a:gd name="T24" fmla="*/ 30 w 47"/>
                  <a:gd name="T2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47">
                    <a:moveTo>
                      <a:pt x="30" y="0"/>
                    </a:moveTo>
                    <a:lnTo>
                      <a:pt x="17" y="0"/>
                    </a:lnTo>
                    <a:lnTo>
                      <a:pt x="17" y="17"/>
                    </a:lnTo>
                    <a:lnTo>
                      <a:pt x="0" y="17"/>
                    </a:lnTo>
                    <a:lnTo>
                      <a:pt x="0" y="30"/>
                    </a:lnTo>
                    <a:lnTo>
                      <a:pt x="17" y="30"/>
                    </a:lnTo>
                    <a:lnTo>
                      <a:pt x="17" y="47"/>
                    </a:lnTo>
                    <a:lnTo>
                      <a:pt x="30" y="47"/>
                    </a:lnTo>
                    <a:lnTo>
                      <a:pt x="30" y="30"/>
                    </a:lnTo>
                    <a:lnTo>
                      <a:pt x="47" y="30"/>
                    </a:lnTo>
                    <a:lnTo>
                      <a:pt x="47" y="17"/>
                    </a:lnTo>
                    <a:lnTo>
                      <a:pt x="30" y="17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sp>
        <p:nvSpPr>
          <p:cNvPr id="56" name="矩形 55">
            <a:extLst>
              <a:ext uri="{FF2B5EF4-FFF2-40B4-BE49-F238E27FC236}">
                <a16:creationId xmlns:a16="http://schemas.microsoft.com/office/drawing/2014/main" id="{57D84058-4F0D-4333-837E-F6F31A3D7474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114B1403-7429-48E8-BBF7-B1B925529F0A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46912B09-827F-4F4D-A858-6914A5ECEAD0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8D2AEBB6-EC2A-42C7-A819-74C8026C474D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A287C3F6-DB06-4E65-A1BA-3C5D7F953232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E01A3981-011F-4869-9664-4AEB0450C956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A3058A8A-53EF-4B34-8389-67A0FD6A84A8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D110872C-A14B-4E86-912F-64E962510EDF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FA969B97-6EC3-4E71-BB84-73611E520BEE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6298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9D5E990-F4E9-47BF-B279-9704AC9D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6" name="Group 18">
            <a:extLst>
              <a:ext uri="{FF2B5EF4-FFF2-40B4-BE49-F238E27FC236}">
                <a16:creationId xmlns:a16="http://schemas.microsoft.com/office/drawing/2014/main" id="{71D65FE7-5C8E-4C78-A8EE-631B60DE6DF6}"/>
              </a:ext>
            </a:extLst>
          </p:cNvPr>
          <p:cNvGrpSpPr/>
          <p:nvPr/>
        </p:nvGrpSpPr>
        <p:grpSpPr>
          <a:xfrm flipH="1">
            <a:off x="7271369" y="1572361"/>
            <a:ext cx="946975" cy="809610"/>
            <a:chOff x="2208214" y="4308475"/>
            <a:chExt cx="1313850" cy="1123184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Oval 18">
              <a:extLst>
                <a:ext uri="{FF2B5EF4-FFF2-40B4-BE49-F238E27FC236}">
                  <a16:creationId xmlns:a16="http://schemas.microsoft.com/office/drawing/2014/main" id="{15E4EEFA-C78C-4413-906C-381453E0D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214" y="4308475"/>
              <a:ext cx="885825" cy="889000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79036" tIns="39518" rIns="79036" bIns="39518" numCol="1" anchor="t" anchorCtr="0" compatLnSpc="1"/>
            <a:lstStyle/>
            <a:p>
              <a:endParaRPr lang="id-ID" sz="1044">
                <a:ln>
                  <a:solidFill>
                    <a:schemeClr val="bg2"/>
                  </a:solidFill>
                </a:ln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13FBD443-8E38-40CE-A272-998EE0A5DE43}"/>
                </a:ext>
              </a:extLst>
            </p:cNvPr>
            <p:cNvSpPr/>
            <p:nvPr/>
          </p:nvSpPr>
          <p:spPr bwMode="auto">
            <a:xfrm rot="2700000">
              <a:off x="3093668" y="5003263"/>
              <a:ext cx="330801" cy="525991"/>
            </a:xfrm>
            <a:custGeom>
              <a:avLst/>
              <a:gdLst>
                <a:gd name="T0" fmla="*/ 0 w 161"/>
                <a:gd name="T1" fmla="*/ 0 h 256"/>
                <a:gd name="T2" fmla="*/ 0 w 161"/>
                <a:gd name="T3" fmla="*/ 256 h 256"/>
                <a:gd name="T4" fmla="*/ 161 w 161"/>
                <a:gd name="T5" fmla="*/ 128 h 256"/>
                <a:gd name="T6" fmla="*/ 0 w 161"/>
                <a:gd name="T7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1" h="256">
                  <a:moveTo>
                    <a:pt x="0" y="0"/>
                  </a:moveTo>
                  <a:lnTo>
                    <a:pt x="0" y="256"/>
                  </a:lnTo>
                  <a:lnTo>
                    <a:pt x="161" y="12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79036" tIns="39518" rIns="79036" bIns="39518" numCol="1" anchor="t" anchorCtr="0" compatLnSpc="1"/>
            <a:lstStyle/>
            <a:p>
              <a:endParaRPr lang="id-ID" sz="1044">
                <a:ln>
                  <a:solidFill>
                    <a:schemeClr val="bg2"/>
                  </a:solidFill>
                </a:ln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7" name="Group 14">
            <a:extLst>
              <a:ext uri="{FF2B5EF4-FFF2-40B4-BE49-F238E27FC236}">
                <a16:creationId xmlns:a16="http://schemas.microsoft.com/office/drawing/2014/main" id="{06867857-2B78-49C5-8B16-5A444DF16D59}"/>
              </a:ext>
            </a:extLst>
          </p:cNvPr>
          <p:cNvGrpSpPr/>
          <p:nvPr/>
        </p:nvGrpSpPr>
        <p:grpSpPr>
          <a:xfrm>
            <a:off x="4033986" y="1572361"/>
            <a:ext cx="946977" cy="809610"/>
            <a:chOff x="2208213" y="4308475"/>
            <a:chExt cx="1313852" cy="1123184"/>
          </a:xfr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Oval 18">
              <a:extLst>
                <a:ext uri="{FF2B5EF4-FFF2-40B4-BE49-F238E27FC236}">
                  <a16:creationId xmlns:a16="http://schemas.microsoft.com/office/drawing/2014/main" id="{77E116DF-220F-44A8-8918-05806EF71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213" y="4308475"/>
              <a:ext cx="885826" cy="889000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79036" tIns="39518" rIns="79036" bIns="39518" numCol="1" anchor="t" anchorCtr="0" compatLnSpc="1"/>
            <a:lstStyle/>
            <a:p>
              <a:endParaRPr lang="id-ID" sz="1044">
                <a:ln>
                  <a:solidFill>
                    <a:schemeClr val="bg2"/>
                  </a:solidFill>
                </a:ln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5" name="Freeform 31">
              <a:extLst>
                <a:ext uri="{FF2B5EF4-FFF2-40B4-BE49-F238E27FC236}">
                  <a16:creationId xmlns:a16="http://schemas.microsoft.com/office/drawing/2014/main" id="{183DE496-2244-4F2E-8960-0E95A7849F38}"/>
                </a:ext>
              </a:extLst>
            </p:cNvPr>
            <p:cNvSpPr/>
            <p:nvPr/>
          </p:nvSpPr>
          <p:spPr bwMode="auto">
            <a:xfrm rot="2700000">
              <a:off x="3093668" y="5003263"/>
              <a:ext cx="330801" cy="525992"/>
            </a:xfrm>
            <a:custGeom>
              <a:avLst/>
              <a:gdLst>
                <a:gd name="T0" fmla="*/ 0 w 161"/>
                <a:gd name="T1" fmla="*/ 0 h 256"/>
                <a:gd name="T2" fmla="*/ 0 w 161"/>
                <a:gd name="T3" fmla="*/ 256 h 256"/>
                <a:gd name="T4" fmla="*/ 161 w 161"/>
                <a:gd name="T5" fmla="*/ 128 h 256"/>
                <a:gd name="T6" fmla="*/ 0 w 161"/>
                <a:gd name="T7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1" h="256">
                  <a:moveTo>
                    <a:pt x="0" y="0"/>
                  </a:moveTo>
                  <a:lnTo>
                    <a:pt x="0" y="256"/>
                  </a:lnTo>
                  <a:lnTo>
                    <a:pt x="161" y="12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79036" tIns="39518" rIns="79036" bIns="39518" numCol="1" anchor="t" anchorCtr="0" compatLnSpc="1"/>
            <a:lstStyle/>
            <a:p>
              <a:endParaRPr lang="id-ID" sz="1044">
                <a:ln>
                  <a:solidFill>
                    <a:schemeClr val="bg2"/>
                  </a:solidFill>
                </a:ln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6078D8-4988-4140-AC0F-4ED4D67056AA}"/>
              </a:ext>
            </a:extLst>
          </p:cNvPr>
          <p:cNvSpPr txBox="1"/>
          <p:nvPr/>
        </p:nvSpPr>
        <p:spPr>
          <a:xfrm>
            <a:off x="4045733" y="1661063"/>
            <a:ext cx="621113" cy="482466"/>
          </a:xfrm>
          <a:prstGeom prst="rect">
            <a:avLst/>
          </a:prstGeom>
        </p:spPr>
        <p:txBody>
          <a:bodyPr vert="horz" lIns="0" tIns="89793" rIns="0" bIns="8979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965" b="1" kern="1200">
                <a:ln>
                  <a:noFill/>
                </a:ln>
                <a:solidFill>
                  <a:schemeClr val="bg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000" dirty="0">
                <a:latin typeface="+mj-ea"/>
                <a:ea typeface="+mj-ea"/>
                <a:cs typeface="Chogokuboso Gothic" panose="02000600000000000000" charset="-128"/>
                <a:sym typeface="思源黑体 CN Normal" panose="020B0400000000000000" pitchFamily="34" charset="-122"/>
              </a:rPr>
              <a:t>01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BCC4CA-8872-4C09-AB28-09F5ED0A2250}"/>
              </a:ext>
            </a:extLst>
          </p:cNvPr>
          <p:cNvGrpSpPr/>
          <p:nvPr/>
        </p:nvGrpSpPr>
        <p:grpSpPr>
          <a:xfrm>
            <a:off x="4032756" y="4470490"/>
            <a:ext cx="910358" cy="836369"/>
            <a:chOff x="4032756" y="4470490"/>
            <a:chExt cx="910358" cy="83636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8" name="Oval 18">
              <a:extLst>
                <a:ext uri="{FF2B5EF4-FFF2-40B4-BE49-F238E27FC236}">
                  <a16:creationId xmlns:a16="http://schemas.microsoft.com/office/drawing/2014/main" id="{13F9DEA4-42A3-4EAA-89C4-31CD09FD1E7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100000">
              <a:off x="4033876" y="4667219"/>
              <a:ext cx="638520" cy="64075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79036" tIns="39518" rIns="79036" bIns="39518" numCol="1" anchor="t" anchorCtr="0" compatLnSpc="1"/>
            <a:lstStyle/>
            <a:p>
              <a:endParaRPr lang="id-ID" sz="1044">
                <a:ln>
                  <a:solidFill>
                    <a:schemeClr val="bg2"/>
                  </a:solidFill>
                </a:ln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7AEE5A16-C730-4B47-98B3-D4BED1765599}"/>
                </a:ext>
              </a:extLst>
            </p:cNvPr>
            <p:cNvSpPr/>
            <p:nvPr/>
          </p:nvSpPr>
          <p:spPr bwMode="auto">
            <a:xfrm rot="19569714">
              <a:off x="4704685" y="4470490"/>
              <a:ext cx="238429" cy="379145"/>
            </a:xfrm>
            <a:custGeom>
              <a:avLst/>
              <a:gdLst>
                <a:gd name="T0" fmla="*/ 0 w 161"/>
                <a:gd name="T1" fmla="*/ 0 h 256"/>
                <a:gd name="T2" fmla="*/ 0 w 161"/>
                <a:gd name="T3" fmla="*/ 256 h 256"/>
                <a:gd name="T4" fmla="*/ 161 w 161"/>
                <a:gd name="T5" fmla="*/ 128 h 256"/>
                <a:gd name="T6" fmla="*/ 0 w 161"/>
                <a:gd name="T7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1" h="256">
                  <a:moveTo>
                    <a:pt x="0" y="0"/>
                  </a:moveTo>
                  <a:lnTo>
                    <a:pt x="0" y="256"/>
                  </a:lnTo>
                  <a:lnTo>
                    <a:pt x="161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79036" tIns="39518" rIns="79036" bIns="39518" numCol="1" anchor="t" anchorCtr="0" compatLnSpc="1"/>
            <a:lstStyle/>
            <a:p>
              <a:endParaRPr lang="id-ID" sz="1044" dirty="0">
                <a:ln>
                  <a:solidFill>
                    <a:schemeClr val="bg2"/>
                  </a:solidFill>
                </a:ln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0" name="Text Placeholder 7">
              <a:extLst>
                <a:ext uri="{FF2B5EF4-FFF2-40B4-BE49-F238E27FC236}">
                  <a16:creationId xmlns:a16="http://schemas.microsoft.com/office/drawing/2014/main" id="{CCAE658F-2526-42F1-9C25-BF52098ED98B}"/>
                </a:ext>
              </a:extLst>
            </p:cNvPr>
            <p:cNvSpPr txBox="1"/>
            <p:nvPr/>
          </p:nvSpPr>
          <p:spPr>
            <a:xfrm>
              <a:off x="4042579" y="4747229"/>
              <a:ext cx="621113" cy="482466"/>
            </a:xfrm>
            <a:prstGeom prst="rect">
              <a:avLst/>
            </a:prstGeom>
          </p:spPr>
          <p:txBody>
            <a:bodyPr vert="horz" lIns="0" tIns="89793" rIns="0" bIns="89793" anchor="ctr"/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965" b="1" kern="1200">
                  <a:solidFill>
                    <a:schemeClr val="bg1"/>
                  </a:solidFill>
                  <a:latin typeface="League Gothic Regular"/>
                  <a:ea typeface="+mn-ea"/>
                  <a:cs typeface="League Gothic Regular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83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_tradnl" sz="2000" dirty="0">
                  <a:latin typeface="+mj-ea"/>
                  <a:ea typeface="+mj-ea"/>
                  <a:cs typeface="Chogokuboso Gothic" panose="02000600000000000000" charset="-128"/>
                  <a:sym typeface="思源黑体 CN Normal" panose="020B0400000000000000" pitchFamily="34" charset="-122"/>
                </a:rPr>
                <a:t>03</a:t>
              </a:r>
            </a:p>
          </p:txBody>
        </p:sp>
      </p:grp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0F2BDF5-8448-4300-A896-FED4138C6FE5}"/>
              </a:ext>
            </a:extLst>
          </p:cNvPr>
          <p:cNvSpPr txBox="1"/>
          <p:nvPr/>
        </p:nvSpPr>
        <p:spPr>
          <a:xfrm>
            <a:off x="7576783" y="1661063"/>
            <a:ext cx="621113" cy="482466"/>
          </a:xfrm>
          <a:prstGeom prst="rect">
            <a:avLst/>
          </a:prstGeom>
        </p:spPr>
        <p:txBody>
          <a:bodyPr vert="horz" lIns="0" tIns="89793" rIns="0" bIns="8979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965" b="1" kern="1200">
                <a:solidFill>
                  <a:schemeClr val="bg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000" dirty="0">
                <a:latin typeface="+mj-ea"/>
                <a:ea typeface="+mj-ea"/>
                <a:cs typeface="Chogokuboso Gothic" panose="02000600000000000000" charset="-128"/>
                <a:sym typeface="思源黑体 CN Normal" panose="020B0400000000000000" pitchFamily="34" charset="-122"/>
              </a:rPr>
              <a:t>02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1423F26-7AFE-4AC9-98F5-99B94A406A2F}"/>
              </a:ext>
            </a:extLst>
          </p:cNvPr>
          <p:cNvGrpSpPr/>
          <p:nvPr/>
        </p:nvGrpSpPr>
        <p:grpSpPr>
          <a:xfrm>
            <a:off x="7322328" y="4452214"/>
            <a:ext cx="884248" cy="845978"/>
            <a:chOff x="7322328" y="4452214"/>
            <a:chExt cx="884248" cy="8459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0" name="Oval 18">
              <a:extLst>
                <a:ext uri="{FF2B5EF4-FFF2-40B4-BE49-F238E27FC236}">
                  <a16:creationId xmlns:a16="http://schemas.microsoft.com/office/drawing/2014/main" id="{FF5CC69F-6D68-4C5E-9380-32C450AB1E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900000">
              <a:off x="7568105" y="4657386"/>
              <a:ext cx="638471" cy="64080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79036" tIns="39518" rIns="79036" bIns="39518" numCol="1" anchor="t" anchorCtr="0" compatLnSpc="1"/>
            <a:lstStyle/>
            <a:p>
              <a:endParaRPr lang="id-ID" sz="1044">
                <a:ln>
                  <a:solidFill>
                    <a:schemeClr val="bg2"/>
                  </a:solidFill>
                </a:ln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01FC9DD5-35FA-42FC-A58A-0D3F26F98237}"/>
                </a:ext>
              </a:extLst>
            </p:cNvPr>
            <p:cNvSpPr/>
            <p:nvPr/>
          </p:nvSpPr>
          <p:spPr bwMode="auto">
            <a:xfrm rot="12955050">
              <a:off x="7322328" y="4452214"/>
              <a:ext cx="238447" cy="379116"/>
            </a:xfrm>
            <a:custGeom>
              <a:avLst/>
              <a:gdLst>
                <a:gd name="T0" fmla="*/ 0 w 161"/>
                <a:gd name="T1" fmla="*/ 0 h 256"/>
                <a:gd name="T2" fmla="*/ 0 w 161"/>
                <a:gd name="T3" fmla="*/ 256 h 256"/>
                <a:gd name="T4" fmla="*/ 161 w 161"/>
                <a:gd name="T5" fmla="*/ 128 h 256"/>
                <a:gd name="T6" fmla="*/ 0 w 161"/>
                <a:gd name="T7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1" h="256">
                  <a:moveTo>
                    <a:pt x="0" y="0"/>
                  </a:moveTo>
                  <a:lnTo>
                    <a:pt x="0" y="256"/>
                  </a:lnTo>
                  <a:lnTo>
                    <a:pt x="161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79036" tIns="39518" rIns="79036" bIns="39518" numCol="1" anchor="t" anchorCtr="0" compatLnSpc="1"/>
            <a:lstStyle/>
            <a:p>
              <a:endParaRPr lang="id-ID" sz="1044">
                <a:ln>
                  <a:solidFill>
                    <a:schemeClr val="bg2"/>
                  </a:solidFill>
                </a:ln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4" name="Text Placeholder 7">
              <a:extLst>
                <a:ext uri="{FF2B5EF4-FFF2-40B4-BE49-F238E27FC236}">
                  <a16:creationId xmlns:a16="http://schemas.microsoft.com/office/drawing/2014/main" id="{43FF1665-8886-446E-9649-EB1F3A792B5D}"/>
                </a:ext>
              </a:extLst>
            </p:cNvPr>
            <p:cNvSpPr txBox="1"/>
            <p:nvPr/>
          </p:nvSpPr>
          <p:spPr>
            <a:xfrm>
              <a:off x="7576783" y="4747229"/>
              <a:ext cx="621113" cy="482466"/>
            </a:xfrm>
            <a:prstGeom prst="rect">
              <a:avLst/>
            </a:prstGeom>
          </p:spPr>
          <p:txBody>
            <a:bodyPr vert="horz" lIns="0" tIns="89793" rIns="0" bIns="89793" anchor="ctr"/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965" b="1" kern="1200">
                  <a:solidFill>
                    <a:schemeClr val="bg1"/>
                  </a:solidFill>
                  <a:latin typeface="League Gothic Regular"/>
                  <a:ea typeface="+mn-ea"/>
                  <a:cs typeface="League Gothic Regular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83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_tradnl" sz="2000" dirty="0">
                  <a:latin typeface="+mj-ea"/>
                  <a:ea typeface="+mj-ea"/>
                  <a:cs typeface="Chogokuboso Gothic" panose="02000600000000000000" charset="-128"/>
                  <a:sym typeface="思源黑体 CN Normal" panose="020B0400000000000000" pitchFamily="34" charset="-122"/>
                </a:rPr>
                <a:t>04</a:t>
              </a:r>
            </a:p>
          </p:txBody>
        </p:sp>
      </p:grpSp>
      <p:sp>
        <p:nvSpPr>
          <p:cNvPr id="16" name="Shape 1719">
            <a:extLst>
              <a:ext uri="{FF2B5EF4-FFF2-40B4-BE49-F238E27FC236}">
                <a16:creationId xmlns:a16="http://schemas.microsoft.com/office/drawing/2014/main" id="{01BC461E-2CE8-4D18-884A-E5D0C2029B41}"/>
              </a:ext>
            </a:extLst>
          </p:cNvPr>
          <p:cNvSpPr/>
          <p:nvPr/>
        </p:nvSpPr>
        <p:spPr>
          <a:xfrm>
            <a:off x="4491874" y="3178771"/>
            <a:ext cx="1551530" cy="186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44" y="21600"/>
                </a:moveTo>
                <a:lnTo>
                  <a:pt x="17863" y="16372"/>
                </a:lnTo>
                <a:lnTo>
                  <a:pt x="21600" y="11064"/>
                </a:lnTo>
                <a:cubicBezTo>
                  <a:pt x="16705" y="10632"/>
                  <a:pt x="12832" y="7246"/>
                  <a:pt x="12619" y="3093"/>
                </a:cubicBezTo>
                <a:lnTo>
                  <a:pt x="6294" y="0"/>
                </a:lnTo>
                <a:lnTo>
                  <a:pt x="0" y="3080"/>
                </a:lnTo>
                <a:cubicBezTo>
                  <a:pt x="216" y="13022"/>
                  <a:pt x="9708" y="21118"/>
                  <a:pt x="21544" y="2160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9767" tIns="9767" rIns="9767" bIns="9767" anchor="ctr"/>
          <a:lstStyle/>
          <a:p>
            <a:pPr defTabSz="12331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798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Heavy" panose="020B0A00000000000000" charset="-122"/>
              <a:sym typeface="思源黑体 CN Normal" panose="020B0400000000000000" pitchFamily="34" charset="-122"/>
            </a:endParaRPr>
          </a:p>
        </p:txBody>
      </p:sp>
      <p:sp>
        <p:nvSpPr>
          <p:cNvPr id="17" name="Shape 1720">
            <a:extLst>
              <a:ext uri="{FF2B5EF4-FFF2-40B4-BE49-F238E27FC236}">
                <a16:creationId xmlns:a16="http://schemas.microsoft.com/office/drawing/2014/main" id="{DF7B5BFB-13C8-4793-9889-1F8E83E7897D}"/>
              </a:ext>
            </a:extLst>
          </p:cNvPr>
          <p:cNvSpPr/>
          <p:nvPr/>
        </p:nvSpPr>
        <p:spPr>
          <a:xfrm>
            <a:off x="5856245" y="3490948"/>
            <a:ext cx="1861574" cy="1551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5305"/>
                </a:moveTo>
                <a:lnTo>
                  <a:pt x="3079" y="21600"/>
                </a:lnTo>
                <a:cubicBezTo>
                  <a:pt x="13022" y="21383"/>
                  <a:pt x="21117" y="11891"/>
                  <a:pt x="21600" y="57"/>
                </a:cubicBezTo>
                <a:lnTo>
                  <a:pt x="16372" y="3738"/>
                </a:lnTo>
                <a:lnTo>
                  <a:pt x="11063" y="0"/>
                </a:lnTo>
                <a:cubicBezTo>
                  <a:pt x="10631" y="4895"/>
                  <a:pt x="7245" y="8768"/>
                  <a:pt x="3093" y="8981"/>
                </a:cubicBezTo>
                <a:cubicBezTo>
                  <a:pt x="3093" y="8981"/>
                  <a:pt x="0" y="15305"/>
                  <a:pt x="0" y="15305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9767" tIns="9767" rIns="9767" bIns="9767" anchor="ctr"/>
          <a:lstStyle/>
          <a:p>
            <a:pPr defTabSz="12331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798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Heavy" panose="020B0A00000000000000" charset="-122"/>
              <a:sym typeface="思源黑体 CN Normal" panose="020B0400000000000000" pitchFamily="34" charset="-122"/>
            </a:endParaRPr>
          </a:p>
        </p:txBody>
      </p:sp>
      <p:sp>
        <p:nvSpPr>
          <p:cNvPr id="18" name="Shape 1721">
            <a:extLst>
              <a:ext uri="{FF2B5EF4-FFF2-40B4-BE49-F238E27FC236}">
                <a16:creationId xmlns:a16="http://schemas.microsoft.com/office/drawing/2014/main" id="{709C20FB-35B0-4DA4-A9BC-4464E2CFC480}"/>
              </a:ext>
            </a:extLst>
          </p:cNvPr>
          <p:cNvSpPr/>
          <p:nvPr/>
        </p:nvSpPr>
        <p:spPr>
          <a:xfrm>
            <a:off x="6156823" y="1831663"/>
            <a:ext cx="1551530" cy="186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521"/>
                </a:moveTo>
                <a:cubicBezTo>
                  <a:pt x="21384" y="8578"/>
                  <a:pt x="11891" y="483"/>
                  <a:pt x="56" y="0"/>
                </a:cubicBezTo>
                <a:lnTo>
                  <a:pt x="3737" y="5228"/>
                </a:lnTo>
                <a:lnTo>
                  <a:pt x="0" y="10536"/>
                </a:lnTo>
                <a:cubicBezTo>
                  <a:pt x="4895" y="10968"/>
                  <a:pt x="8767" y="14353"/>
                  <a:pt x="8981" y="18507"/>
                </a:cubicBezTo>
                <a:lnTo>
                  <a:pt x="15305" y="21600"/>
                </a:lnTo>
                <a:cubicBezTo>
                  <a:pt x="15305" y="21600"/>
                  <a:pt x="21600" y="18521"/>
                  <a:pt x="21600" y="1852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9767" tIns="9767" rIns="9767" bIns="9767" anchor="ctr"/>
          <a:lstStyle/>
          <a:p>
            <a:pPr defTabSz="12331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798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Heavy" panose="020B0A00000000000000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Shape 1722">
            <a:extLst>
              <a:ext uri="{FF2B5EF4-FFF2-40B4-BE49-F238E27FC236}">
                <a16:creationId xmlns:a16="http://schemas.microsoft.com/office/drawing/2014/main" id="{1F7F4D7E-BB6D-47CB-A7FD-DDCB31AFAE03}"/>
              </a:ext>
            </a:extLst>
          </p:cNvPr>
          <p:cNvSpPr/>
          <p:nvPr/>
        </p:nvSpPr>
        <p:spPr>
          <a:xfrm>
            <a:off x="4491873" y="1831666"/>
            <a:ext cx="1861574" cy="15516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294"/>
                </a:moveTo>
                <a:lnTo>
                  <a:pt x="18521" y="0"/>
                </a:lnTo>
                <a:cubicBezTo>
                  <a:pt x="8577" y="216"/>
                  <a:pt x="483" y="9708"/>
                  <a:pt x="0" y="21544"/>
                </a:cubicBezTo>
                <a:lnTo>
                  <a:pt x="5227" y="17863"/>
                </a:lnTo>
                <a:lnTo>
                  <a:pt x="10537" y="21600"/>
                </a:lnTo>
                <a:cubicBezTo>
                  <a:pt x="10969" y="16705"/>
                  <a:pt x="14354" y="12832"/>
                  <a:pt x="18507" y="12619"/>
                </a:cubicBezTo>
                <a:cubicBezTo>
                  <a:pt x="18507" y="12619"/>
                  <a:pt x="21600" y="6294"/>
                  <a:pt x="21600" y="629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9767" tIns="9767" rIns="9767" bIns="9767" anchor="ctr"/>
          <a:lstStyle/>
          <a:p>
            <a:pPr defTabSz="123314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798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Heavy" panose="020B0A00000000000000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3D170E32-1C37-4D86-9F35-A9349615146B}"/>
              </a:ext>
            </a:extLst>
          </p:cNvPr>
          <p:cNvSpPr txBox="1"/>
          <p:nvPr/>
        </p:nvSpPr>
        <p:spPr>
          <a:xfrm>
            <a:off x="5079321" y="2234056"/>
            <a:ext cx="501403" cy="674548"/>
          </a:xfrm>
          <a:prstGeom prst="rect">
            <a:avLst/>
          </a:prstGeom>
        </p:spPr>
        <p:txBody>
          <a:bodyPr vert="horz" wrap="square" lIns="0" tIns="0" rIns="0" bIns="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670" b="0" i="0" kern="1200">
                <a:solidFill>
                  <a:schemeClr val="bg1"/>
                </a:solidFill>
                <a:latin typeface="FontAwesome"/>
                <a:ea typeface="+mn-ea"/>
                <a:cs typeface="FontAwesome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latin typeface="+mj-ea"/>
                <a:ea typeface="+mj-ea"/>
                <a:cs typeface="字魂36号-正文宋楷" panose="02000000000000000000" charset="-122"/>
                <a:sym typeface="思源黑体 CN Normal" panose="020B0400000000000000" pitchFamily="34" charset="-122"/>
              </a:rPr>
              <a:t>文字内容</a:t>
            </a:r>
            <a:endParaRPr lang="es-ES_tradnl" sz="1800" b="1" dirty="0">
              <a:latin typeface="+mj-ea"/>
              <a:ea typeface="+mj-ea"/>
              <a:cs typeface="字魂36号-正文宋楷" panose="02000000000000000000" charset="-122"/>
              <a:sym typeface="思源黑体 CN Normal" panose="020B0400000000000000" pitchFamily="34" charset="-122"/>
            </a:endParaRP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C2B5B5F5-5A60-45F9-A0F1-3319E5550C98}"/>
              </a:ext>
            </a:extLst>
          </p:cNvPr>
          <p:cNvSpPr txBox="1"/>
          <p:nvPr/>
        </p:nvSpPr>
        <p:spPr>
          <a:xfrm>
            <a:off x="4909469" y="3720275"/>
            <a:ext cx="501403" cy="674548"/>
          </a:xfrm>
          <a:prstGeom prst="rect">
            <a:avLst/>
          </a:prstGeom>
        </p:spPr>
        <p:txBody>
          <a:bodyPr vert="horz" wrap="square" lIns="0" tIns="0" rIns="0" bIns="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670" b="0" i="0" kern="1200">
                <a:solidFill>
                  <a:schemeClr val="bg1"/>
                </a:solidFill>
                <a:latin typeface="FontAwesome"/>
                <a:ea typeface="+mn-ea"/>
                <a:cs typeface="FontAwesome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latin typeface="+mj-ea"/>
                <a:ea typeface="+mj-ea"/>
                <a:cs typeface="字魂36号-正文宋楷" panose="02000000000000000000" charset="-122"/>
                <a:sym typeface="思源黑体 CN Normal" panose="020B0400000000000000" pitchFamily="34" charset="-122"/>
              </a:rPr>
              <a:t>文字内容</a:t>
            </a:r>
            <a:endParaRPr lang="es-ES_tradnl" sz="1800" b="1" dirty="0">
              <a:latin typeface="+mj-ea"/>
              <a:ea typeface="+mj-ea"/>
              <a:cs typeface="字魂36号-正文宋楷" panose="02000000000000000000" charset="-122"/>
              <a:sym typeface="思源黑体 CN Normal" panose="020B0400000000000000" pitchFamily="34" charset="-122"/>
            </a:endParaRP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41E34A9-73DA-45D9-9B3F-D0495A42CABA}"/>
              </a:ext>
            </a:extLst>
          </p:cNvPr>
          <p:cNvSpPr txBox="1"/>
          <p:nvPr/>
        </p:nvSpPr>
        <p:spPr>
          <a:xfrm>
            <a:off x="6792734" y="2459544"/>
            <a:ext cx="506437" cy="676430"/>
          </a:xfrm>
          <a:prstGeom prst="rect">
            <a:avLst/>
          </a:prstGeom>
        </p:spPr>
        <p:txBody>
          <a:bodyPr vert="horz" wrap="square" lIns="0" tIns="0" rIns="0" bIns="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670" b="0" i="0" kern="1200">
                <a:solidFill>
                  <a:schemeClr val="bg1"/>
                </a:solidFill>
                <a:latin typeface="FontAwesome"/>
                <a:ea typeface="+mn-ea"/>
                <a:cs typeface="FontAwesome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latin typeface="+mj-ea"/>
                <a:ea typeface="+mj-ea"/>
                <a:cs typeface="字魂36号-正文宋楷" panose="02000000000000000000" charset="-122"/>
                <a:sym typeface="思源黑体 CN Normal" panose="020B0400000000000000" pitchFamily="34" charset="-122"/>
              </a:rPr>
              <a:t>文字内容</a:t>
            </a:r>
            <a:endParaRPr lang="es-ES_tradnl" sz="1800" b="1" dirty="0">
              <a:latin typeface="+mj-ea"/>
              <a:ea typeface="+mj-ea"/>
              <a:cs typeface="字魂36号-正文宋楷" panose="02000000000000000000" charset="-122"/>
              <a:sym typeface="思源黑体 CN Normal" panose="020B0400000000000000" pitchFamily="34" charset="-122"/>
            </a:endParaRP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CE5F88EF-7BE4-4040-854E-958EECBE26E3}"/>
              </a:ext>
            </a:extLst>
          </p:cNvPr>
          <p:cNvSpPr txBox="1"/>
          <p:nvPr/>
        </p:nvSpPr>
        <p:spPr>
          <a:xfrm>
            <a:off x="6560397" y="3951572"/>
            <a:ext cx="506437" cy="676430"/>
          </a:xfrm>
          <a:prstGeom prst="rect">
            <a:avLst/>
          </a:prstGeom>
        </p:spPr>
        <p:txBody>
          <a:bodyPr vert="horz" wrap="square" lIns="0" tIns="0" rIns="0" bIns="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670" b="0" i="0" kern="1200">
                <a:solidFill>
                  <a:schemeClr val="bg1"/>
                </a:solidFill>
                <a:latin typeface="FontAwesome"/>
                <a:ea typeface="+mn-ea"/>
                <a:cs typeface="FontAwesome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latin typeface="+mj-ea"/>
                <a:ea typeface="+mj-ea"/>
                <a:cs typeface="字魂36号-正文宋楷" panose="02000000000000000000" charset="-122"/>
                <a:sym typeface="思源黑体 CN Normal" panose="020B0400000000000000" pitchFamily="34" charset="-122"/>
              </a:rPr>
              <a:t>文字内容</a:t>
            </a:r>
            <a:endParaRPr lang="es-ES_tradnl" sz="1800" b="1" dirty="0">
              <a:latin typeface="+mj-ea"/>
              <a:ea typeface="+mj-ea"/>
              <a:cs typeface="字魂36号-正文宋楷" panose="02000000000000000000" charset="-122"/>
              <a:sym typeface="思源黑体 CN Normal" panose="020B0400000000000000" pitchFamily="34" charset="-122"/>
            </a:endParaRPr>
          </a:p>
        </p:txBody>
      </p:sp>
      <p:sp>
        <p:nvSpPr>
          <p:cNvPr id="32" name="Inhaltsplatzhalter 4">
            <a:extLst>
              <a:ext uri="{FF2B5EF4-FFF2-40B4-BE49-F238E27FC236}">
                <a16:creationId xmlns:a16="http://schemas.microsoft.com/office/drawing/2014/main" id="{2CC19F76-5D60-4ED9-A540-790CD92F6825}"/>
              </a:ext>
            </a:extLst>
          </p:cNvPr>
          <p:cNvSpPr txBox="1"/>
          <p:nvPr/>
        </p:nvSpPr>
        <p:spPr>
          <a:xfrm>
            <a:off x="1961687" y="1425220"/>
            <a:ext cx="1685374" cy="15350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3" name="Inhaltsplatzhalter 4">
            <a:extLst>
              <a:ext uri="{FF2B5EF4-FFF2-40B4-BE49-F238E27FC236}">
                <a16:creationId xmlns:a16="http://schemas.microsoft.com/office/drawing/2014/main" id="{47AB0105-2AB2-48CF-AB5C-907E4100D61F}"/>
              </a:ext>
            </a:extLst>
          </p:cNvPr>
          <p:cNvSpPr txBox="1"/>
          <p:nvPr/>
        </p:nvSpPr>
        <p:spPr>
          <a:xfrm>
            <a:off x="8544940" y="1414710"/>
            <a:ext cx="1685374" cy="15350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60468E1C-2E81-45BE-8B26-8C324FE592D6}"/>
              </a:ext>
            </a:extLst>
          </p:cNvPr>
          <p:cNvSpPr txBox="1"/>
          <p:nvPr/>
        </p:nvSpPr>
        <p:spPr>
          <a:xfrm>
            <a:off x="2007341" y="4468864"/>
            <a:ext cx="1685374" cy="15350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5" name="Inhaltsplatzhalter 4">
            <a:extLst>
              <a:ext uri="{FF2B5EF4-FFF2-40B4-BE49-F238E27FC236}">
                <a16:creationId xmlns:a16="http://schemas.microsoft.com/office/drawing/2014/main" id="{BB005B90-B076-40FC-AAD6-B80139437CBA}"/>
              </a:ext>
            </a:extLst>
          </p:cNvPr>
          <p:cNvSpPr txBox="1"/>
          <p:nvPr/>
        </p:nvSpPr>
        <p:spPr>
          <a:xfrm>
            <a:off x="8544940" y="4455054"/>
            <a:ext cx="1685374" cy="15350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B8A6CC-0610-4449-B027-A2CD1CE740FF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65A8E8E-50C5-47E0-8C16-FC3AED242DBE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6BED53E-8F81-4255-8FE6-9A2CF1BF2940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84A5A00-3926-4189-914E-F80EC1953649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AE12C7D4-DBE4-4A62-BD3C-CBB1599A9086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0ED0598-D4A3-4851-879A-21A8F41DEC70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541BBFE-CB12-4F0F-8F0F-CABD8495BF77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3D28F04-879D-4A9D-901B-FC3112BF5303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93D58DB1-E76E-4472-8CA9-01FA1588848F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9606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115C90F-52F7-45CD-A8E5-294ED6F89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903B1468-B0F1-4B5F-8C3D-5461328F98B6}"/>
              </a:ext>
            </a:extLst>
          </p:cNvPr>
          <p:cNvSpPr/>
          <p:nvPr/>
        </p:nvSpPr>
        <p:spPr bwMode="auto">
          <a:xfrm>
            <a:off x="4751414" y="3701307"/>
            <a:ext cx="1286043" cy="1499218"/>
          </a:xfrm>
          <a:custGeom>
            <a:avLst/>
            <a:gdLst>
              <a:gd name="T0" fmla="*/ 0 w 736"/>
              <a:gd name="T1" fmla="*/ 858 h 858"/>
              <a:gd name="T2" fmla="*/ 736 w 736"/>
              <a:gd name="T3" fmla="*/ 0 h 858"/>
              <a:gd name="T4" fmla="*/ 0 w 736"/>
              <a:gd name="T5" fmla="*/ 858 h 8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36" h="858">
                <a:moveTo>
                  <a:pt x="0" y="858"/>
                </a:moveTo>
                <a:lnTo>
                  <a:pt x="736" y="0"/>
                </a:lnTo>
                <a:lnTo>
                  <a:pt x="0" y="858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114ACADA-C423-46A7-A8E5-9118B277C7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1414" y="3701307"/>
            <a:ext cx="1286043" cy="1499218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8F3CC8B0-017D-49AB-8490-66364A9F4C18}"/>
              </a:ext>
            </a:extLst>
          </p:cNvPr>
          <p:cNvSpPr/>
          <p:nvPr/>
        </p:nvSpPr>
        <p:spPr bwMode="auto">
          <a:xfrm>
            <a:off x="4235949" y="2647660"/>
            <a:ext cx="1801509" cy="1053647"/>
          </a:xfrm>
          <a:custGeom>
            <a:avLst/>
            <a:gdLst>
              <a:gd name="T0" fmla="*/ 0 w 1031"/>
              <a:gd name="T1" fmla="*/ 0 h 603"/>
              <a:gd name="T2" fmla="*/ 1031 w 1031"/>
              <a:gd name="T3" fmla="*/ 603 h 603"/>
              <a:gd name="T4" fmla="*/ 0 w 1031"/>
              <a:gd name="T5" fmla="*/ 0 h 6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31" h="603">
                <a:moveTo>
                  <a:pt x="0" y="0"/>
                </a:moveTo>
                <a:lnTo>
                  <a:pt x="1031" y="603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785B3A2-D1FA-40F8-B2D5-3A6200E7B8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5949" y="2647660"/>
            <a:ext cx="1801509" cy="1053647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181BA9F6-3419-46F4-8A38-AFDF2A92C9D6}"/>
              </a:ext>
            </a:extLst>
          </p:cNvPr>
          <p:cNvSpPr/>
          <p:nvPr/>
        </p:nvSpPr>
        <p:spPr bwMode="auto">
          <a:xfrm>
            <a:off x="6042699" y="2023860"/>
            <a:ext cx="683211" cy="1677446"/>
          </a:xfrm>
          <a:custGeom>
            <a:avLst/>
            <a:gdLst>
              <a:gd name="T0" fmla="*/ 391 w 391"/>
              <a:gd name="T1" fmla="*/ 0 h 960"/>
              <a:gd name="T2" fmla="*/ 0 w 391"/>
              <a:gd name="T3" fmla="*/ 960 h 960"/>
              <a:gd name="T4" fmla="*/ 391 w 391"/>
              <a:gd name="T5" fmla="*/ 0 h 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91" h="960">
                <a:moveTo>
                  <a:pt x="391" y="0"/>
                </a:moveTo>
                <a:lnTo>
                  <a:pt x="0" y="960"/>
                </a:lnTo>
                <a:lnTo>
                  <a:pt x="391" y="0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1137DE17-D638-43E5-9E94-05BB065D25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42699" y="2023860"/>
            <a:ext cx="683211" cy="1677446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E1C0325D-783D-47FF-B2C3-3558C4716C46}"/>
              </a:ext>
            </a:extLst>
          </p:cNvPr>
          <p:cNvSpPr/>
          <p:nvPr/>
        </p:nvSpPr>
        <p:spPr bwMode="auto">
          <a:xfrm>
            <a:off x="6042699" y="3701307"/>
            <a:ext cx="1991969" cy="337237"/>
          </a:xfrm>
          <a:custGeom>
            <a:avLst/>
            <a:gdLst>
              <a:gd name="T0" fmla="*/ 1140 w 1140"/>
              <a:gd name="T1" fmla="*/ 193 h 193"/>
              <a:gd name="T2" fmla="*/ 0 w 1140"/>
              <a:gd name="T3" fmla="*/ 0 h 193"/>
              <a:gd name="T4" fmla="*/ 1140 w 1140"/>
              <a:gd name="T5" fmla="*/ 193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40" h="193">
                <a:moveTo>
                  <a:pt x="1140" y="193"/>
                </a:moveTo>
                <a:lnTo>
                  <a:pt x="0" y="0"/>
                </a:lnTo>
                <a:lnTo>
                  <a:pt x="1140" y="193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B9498788-6595-41E3-A699-E4729CF8DC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42699" y="3701307"/>
            <a:ext cx="1991969" cy="337237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Oval 13">
            <a:extLst>
              <a:ext uri="{FF2B5EF4-FFF2-40B4-BE49-F238E27FC236}">
                <a16:creationId xmlns:a16="http://schemas.microsoft.com/office/drawing/2014/main" id="{C23CE48B-AADD-4DE2-86D8-A85FA97D9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313" y="2810163"/>
            <a:ext cx="1780541" cy="1782287"/>
          </a:xfrm>
          <a:prstGeom prst="ellipse">
            <a:avLst/>
          </a:prstGeom>
          <a:solidFill>
            <a:schemeClr val="accent5"/>
          </a:solidFill>
          <a:ln w="58738" cap="flat">
            <a:solidFill>
              <a:schemeClr val="bg1">
                <a:lumMod val="9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13" name="Oval 14">
            <a:extLst>
              <a:ext uri="{FF2B5EF4-FFF2-40B4-BE49-F238E27FC236}">
                <a16:creationId xmlns:a16="http://schemas.microsoft.com/office/drawing/2014/main" id="{E6BC9622-42E3-4370-814A-5C9B3CE3B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9792" y="3461921"/>
            <a:ext cx="1149750" cy="1151498"/>
          </a:xfrm>
          <a:prstGeom prst="ellipse">
            <a:avLst/>
          </a:prstGeom>
          <a:solidFill>
            <a:schemeClr val="accent3"/>
          </a:solidFill>
          <a:ln w="58738" cap="flat">
            <a:solidFill>
              <a:schemeClr val="bg1">
                <a:lumMod val="9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002985DC-10AE-42EB-A69E-8BC80D882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553" y="1422888"/>
            <a:ext cx="1195218" cy="1196704"/>
          </a:xfrm>
          <a:prstGeom prst="ellipse">
            <a:avLst/>
          </a:prstGeom>
          <a:solidFill>
            <a:schemeClr val="accent2"/>
          </a:solidFill>
          <a:ln w="58738" cap="flat">
            <a:solidFill>
              <a:schemeClr val="bg1">
                <a:lumMod val="9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F31DAE65-477F-4550-A26E-335D58E51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358" y="2044828"/>
            <a:ext cx="1193434" cy="1200423"/>
          </a:xfrm>
          <a:prstGeom prst="ellipse">
            <a:avLst/>
          </a:prstGeom>
          <a:solidFill>
            <a:schemeClr val="accent1"/>
          </a:solidFill>
          <a:ln w="58738" cap="flat">
            <a:solidFill>
              <a:schemeClr val="bg1">
                <a:lumMod val="9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A7476CDD-35C5-4878-B8BE-D7114D416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7997" y="4707107"/>
            <a:ext cx="979846" cy="979844"/>
          </a:xfrm>
          <a:prstGeom prst="ellipse">
            <a:avLst/>
          </a:prstGeom>
          <a:solidFill>
            <a:schemeClr val="accent4"/>
          </a:solidFill>
          <a:ln w="58738" cap="flat">
            <a:solidFill>
              <a:schemeClr val="bg1">
                <a:lumMod val="9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grpSp>
        <p:nvGrpSpPr>
          <p:cNvPr id="17" name="Group 36">
            <a:extLst>
              <a:ext uri="{FF2B5EF4-FFF2-40B4-BE49-F238E27FC236}">
                <a16:creationId xmlns:a16="http://schemas.microsoft.com/office/drawing/2014/main" id="{D6EDE210-315E-43A5-9887-3B1FC50D5016}"/>
              </a:ext>
            </a:extLst>
          </p:cNvPr>
          <p:cNvGrpSpPr/>
          <p:nvPr/>
        </p:nvGrpSpPr>
        <p:grpSpPr>
          <a:xfrm>
            <a:off x="6431032" y="1731252"/>
            <a:ext cx="586260" cy="585216"/>
            <a:chOff x="10996613" y="1925638"/>
            <a:chExt cx="534987" cy="534988"/>
          </a:xfrm>
          <a:solidFill>
            <a:schemeClr val="bg1"/>
          </a:solidFill>
        </p:grpSpPr>
        <p:sp>
          <p:nvSpPr>
            <p:cNvPr id="103" name="Freeform 6">
              <a:extLst>
                <a:ext uri="{FF2B5EF4-FFF2-40B4-BE49-F238E27FC236}">
                  <a16:creationId xmlns:a16="http://schemas.microsoft.com/office/drawing/2014/main" id="{81C7D417-427E-4746-A3EF-CEA6D4274C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96613" y="1925638"/>
              <a:ext cx="534987" cy="534988"/>
            </a:xfrm>
            <a:custGeom>
              <a:avLst/>
              <a:gdLst>
                <a:gd name="T0" fmla="*/ 1446 w 3370"/>
                <a:gd name="T1" fmla="*/ 543 h 3371"/>
                <a:gd name="T2" fmla="*/ 1099 w 3370"/>
                <a:gd name="T3" fmla="*/ 703 h 3371"/>
                <a:gd name="T4" fmla="*/ 750 w 3370"/>
                <a:gd name="T5" fmla="*/ 523 h 3371"/>
                <a:gd name="T6" fmla="*/ 518 w 3370"/>
                <a:gd name="T7" fmla="*/ 737 h 3371"/>
                <a:gd name="T8" fmla="*/ 710 w 3370"/>
                <a:gd name="T9" fmla="*/ 1069 h 3371"/>
                <a:gd name="T10" fmla="*/ 568 w 3370"/>
                <a:gd name="T11" fmla="*/ 1428 h 3371"/>
                <a:gd name="T12" fmla="*/ 192 w 3370"/>
                <a:gd name="T13" fmla="*/ 1536 h 3371"/>
                <a:gd name="T14" fmla="*/ 524 w 3370"/>
                <a:gd name="T15" fmla="*/ 1916 h 3371"/>
                <a:gd name="T16" fmla="*/ 665 w 3370"/>
                <a:gd name="T17" fmla="*/ 2204 h 3371"/>
                <a:gd name="T18" fmla="*/ 526 w 3370"/>
                <a:gd name="T19" fmla="*/ 2621 h 3371"/>
                <a:gd name="T20" fmla="*/ 749 w 3370"/>
                <a:gd name="T21" fmla="*/ 2861 h 3371"/>
                <a:gd name="T22" fmla="*/ 1044 w 3370"/>
                <a:gd name="T23" fmla="*/ 2666 h 3371"/>
                <a:gd name="T24" fmla="*/ 1325 w 3370"/>
                <a:gd name="T25" fmla="*/ 2773 h 3371"/>
                <a:gd name="T26" fmla="*/ 1519 w 3370"/>
                <a:gd name="T27" fmla="*/ 3167 h 3371"/>
                <a:gd name="T28" fmla="*/ 1851 w 3370"/>
                <a:gd name="T29" fmla="*/ 3167 h 3371"/>
                <a:gd name="T30" fmla="*/ 2048 w 3370"/>
                <a:gd name="T31" fmla="*/ 2773 h 3371"/>
                <a:gd name="T32" fmla="*/ 2351 w 3370"/>
                <a:gd name="T33" fmla="*/ 2666 h 3371"/>
                <a:gd name="T34" fmla="*/ 2631 w 3370"/>
                <a:gd name="T35" fmla="*/ 2854 h 3371"/>
                <a:gd name="T36" fmla="*/ 2676 w 3370"/>
                <a:gd name="T37" fmla="*/ 2370 h 3371"/>
                <a:gd name="T38" fmla="*/ 2743 w 3370"/>
                <a:gd name="T39" fmla="*/ 2123 h 3371"/>
                <a:gd name="T40" fmla="*/ 2870 w 3370"/>
                <a:gd name="T41" fmla="*/ 1902 h 3371"/>
                <a:gd name="T42" fmla="*/ 3181 w 3370"/>
                <a:gd name="T43" fmla="*/ 1529 h 3371"/>
                <a:gd name="T44" fmla="*/ 2803 w 3370"/>
                <a:gd name="T45" fmla="*/ 1421 h 3371"/>
                <a:gd name="T46" fmla="*/ 2659 w 3370"/>
                <a:gd name="T47" fmla="*/ 1063 h 3371"/>
                <a:gd name="T48" fmla="*/ 2849 w 3370"/>
                <a:gd name="T49" fmla="*/ 732 h 3371"/>
                <a:gd name="T50" fmla="*/ 2618 w 3370"/>
                <a:gd name="T51" fmla="*/ 519 h 3371"/>
                <a:gd name="T52" fmla="*/ 2268 w 3370"/>
                <a:gd name="T53" fmla="*/ 700 h 3371"/>
                <a:gd name="T54" fmla="*/ 1913 w 3370"/>
                <a:gd name="T55" fmla="*/ 540 h 3371"/>
                <a:gd name="T56" fmla="*/ 1532 w 3370"/>
                <a:gd name="T57" fmla="*/ 189 h 3371"/>
                <a:gd name="T58" fmla="*/ 1973 w 3370"/>
                <a:gd name="T59" fmla="*/ 60 h 3371"/>
                <a:gd name="T60" fmla="*/ 2233 w 3370"/>
                <a:gd name="T61" fmla="*/ 468 h 3371"/>
                <a:gd name="T62" fmla="*/ 2659 w 3370"/>
                <a:gd name="T63" fmla="*/ 331 h 3371"/>
                <a:gd name="T64" fmla="*/ 3022 w 3370"/>
                <a:gd name="T65" fmla="*/ 652 h 3371"/>
                <a:gd name="T66" fmla="*/ 3005 w 3370"/>
                <a:gd name="T67" fmla="*/ 868 h 3371"/>
                <a:gd name="T68" fmla="*/ 3260 w 3370"/>
                <a:gd name="T69" fmla="*/ 1353 h 3371"/>
                <a:gd name="T70" fmla="*/ 3370 w 3370"/>
                <a:gd name="T71" fmla="*/ 1537 h 3371"/>
                <a:gd name="T72" fmla="*/ 3286 w 3370"/>
                <a:gd name="T73" fmla="*/ 2001 h 3371"/>
                <a:gd name="T74" fmla="*/ 2865 w 3370"/>
                <a:gd name="T75" fmla="*/ 2309 h 3371"/>
                <a:gd name="T76" fmla="*/ 3033 w 3370"/>
                <a:gd name="T77" fmla="*/ 2690 h 3371"/>
                <a:gd name="T78" fmla="*/ 2689 w 3370"/>
                <a:gd name="T79" fmla="*/ 3034 h 3371"/>
                <a:gd name="T80" fmla="*/ 2309 w 3370"/>
                <a:gd name="T81" fmla="*/ 2866 h 3371"/>
                <a:gd name="T82" fmla="*/ 2001 w 3370"/>
                <a:gd name="T83" fmla="*/ 3287 h 3371"/>
                <a:gd name="T84" fmla="*/ 1536 w 3370"/>
                <a:gd name="T85" fmla="*/ 3371 h 3371"/>
                <a:gd name="T86" fmla="*/ 1352 w 3370"/>
                <a:gd name="T87" fmla="*/ 3260 h 3371"/>
                <a:gd name="T88" fmla="*/ 871 w 3370"/>
                <a:gd name="T89" fmla="*/ 3010 h 3371"/>
                <a:gd name="T90" fmla="*/ 656 w 3370"/>
                <a:gd name="T91" fmla="*/ 3026 h 3371"/>
                <a:gd name="T92" fmla="*/ 335 w 3370"/>
                <a:gd name="T93" fmla="*/ 2663 h 3371"/>
                <a:gd name="T94" fmla="*/ 473 w 3370"/>
                <a:gd name="T95" fmla="*/ 2242 h 3371"/>
                <a:gd name="T96" fmla="*/ 60 w 3370"/>
                <a:gd name="T97" fmla="*/ 1988 h 3371"/>
                <a:gd name="T98" fmla="*/ 3 w 3370"/>
                <a:gd name="T99" fmla="*/ 1511 h 3371"/>
                <a:gd name="T100" fmla="*/ 141 w 3370"/>
                <a:gd name="T101" fmla="*/ 1347 h 3371"/>
                <a:gd name="T102" fmla="*/ 344 w 3370"/>
                <a:gd name="T103" fmla="*/ 843 h 3371"/>
                <a:gd name="T104" fmla="*/ 361 w 3370"/>
                <a:gd name="T105" fmla="*/ 629 h 3371"/>
                <a:gd name="T106" fmla="*/ 741 w 3370"/>
                <a:gd name="T107" fmla="*/ 332 h 3371"/>
                <a:gd name="T108" fmla="*/ 1206 w 3370"/>
                <a:gd name="T109" fmla="*/ 440 h 3371"/>
                <a:gd name="T110" fmla="*/ 1409 w 3370"/>
                <a:gd name="T111" fmla="*/ 40 h 3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370" h="3371">
                  <a:moveTo>
                    <a:pt x="1532" y="189"/>
                  </a:moveTo>
                  <a:lnTo>
                    <a:pt x="1524" y="192"/>
                  </a:lnTo>
                  <a:lnTo>
                    <a:pt x="1518" y="198"/>
                  </a:lnTo>
                  <a:lnTo>
                    <a:pt x="1513" y="205"/>
                  </a:lnTo>
                  <a:lnTo>
                    <a:pt x="1463" y="503"/>
                  </a:lnTo>
                  <a:lnTo>
                    <a:pt x="1457" y="524"/>
                  </a:lnTo>
                  <a:lnTo>
                    <a:pt x="1446" y="543"/>
                  </a:lnTo>
                  <a:lnTo>
                    <a:pt x="1432" y="558"/>
                  </a:lnTo>
                  <a:lnTo>
                    <a:pt x="1414" y="571"/>
                  </a:lnTo>
                  <a:lnTo>
                    <a:pt x="1394" y="579"/>
                  </a:lnTo>
                  <a:lnTo>
                    <a:pt x="1317" y="602"/>
                  </a:lnTo>
                  <a:lnTo>
                    <a:pt x="1242" y="631"/>
                  </a:lnTo>
                  <a:lnTo>
                    <a:pt x="1169" y="665"/>
                  </a:lnTo>
                  <a:lnTo>
                    <a:pt x="1099" y="703"/>
                  </a:lnTo>
                  <a:lnTo>
                    <a:pt x="1079" y="712"/>
                  </a:lnTo>
                  <a:lnTo>
                    <a:pt x="1058" y="716"/>
                  </a:lnTo>
                  <a:lnTo>
                    <a:pt x="1036" y="715"/>
                  </a:lnTo>
                  <a:lnTo>
                    <a:pt x="1015" y="710"/>
                  </a:lnTo>
                  <a:lnTo>
                    <a:pt x="995" y="699"/>
                  </a:lnTo>
                  <a:lnTo>
                    <a:pt x="753" y="525"/>
                  </a:lnTo>
                  <a:lnTo>
                    <a:pt x="750" y="523"/>
                  </a:lnTo>
                  <a:lnTo>
                    <a:pt x="745" y="522"/>
                  </a:lnTo>
                  <a:lnTo>
                    <a:pt x="741" y="522"/>
                  </a:lnTo>
                  <a:lnTo>
                    <a:pt x="738" y="522"/>
                  </a:lnTo>
                  <a:lnTo>
                    <a:pt x="735" y="523"/>
                  </a:lnTo>
                  <a:lnTo>
                    <a:pt x="732" y="524"/>
                  </a:lnTo>
                  <a:lnTo>
                    <a:pt x="728" y="527"/>
                  </a:lnTo>
                  <a:lnTo>
                    <a:pt x="518" y="737"/>
                  </a:lnTo>
                  <a:lnTo>
                    <a:pt x="514" y="745"/>
                  </a:lnTo>
                  <a:lnTo>
                    <a:pt x="513" y="754"/>
                  </a:lnTo>
                  <a:lnTo>
                    <a:pt x="516" y="762"/>
                  </a:lnTo>
                  <a:lnTo>
                    <a:pt x="691" y="1008"/>
                  </a:lnTo>
                  <a:lnTo>
                    <a:pt x="702" y="1027"/>
                  </a:lnTo>
                  <a:lnTo>
                    <a:pt x="709" y="1048"/>
                  </a:lnTo>
                  <a:lnTo>
                    <a:pt x="710" y="1069"/>
                  </a:lnTo>
                  <a:lnTo>
                    <a:pt x="706" y="1091"/>
                  </a:lnTo>
                  <a:lnTo>
                    <a:pt x="696" y="1111"/>
                  </a:lnTo>
                  <a:lnTo>
                    <a:pt x="658" y="1181"/>
                  </a:lnTo>
                  <a:lnTo>
                    <a:pt x="626" y="1255"/>
                  </a:lnTo>
                  <a:lnTo>
                    <a:pt x="598" y="1329"/>
                  </a:lnTo>
                  <a:lnTo>
                    <a:pt x="576" y="1406"/>
                  </a:lnTo>
                  <a:lnTo>
                    <a:pt x="568" y="1428"/>
                  </a:lnTo>
                  <a:lnTo>
                    <a:pt x="556" y="1445"/>
                  </a:lnTo>
                  <a:lnTo>
                    <a:pt x="540" y="1460"/>
                  </a:lnTo>
                  <a:lnTo>
                    <a:pt x="521" y="1471"/>
                  </a:lnTo>
                  <a:lnTo>
                    <a:pt x="500" y="1477"/>
                  </a:lnTo>
                  <a:lnTo>
                    <a:pt x="206" y="1526"/>
                  </a:lnTo>
                  <a:lnTo>
                    <a:pt x="198" y="1529"/>
                  </a:lnTo>
                  <a:lnTo>
                    <a:pt x="192" y="1536"/>
                  </a:lnTo>
                  <a:lnTo>
                    <a:pt x="190" y="1545"/>
                  </a:lnTo>
                  <a:lnTo>
                    <a:pt x="190" y="1841"/>
                  </a:lnTo>
                  <a:lnTo>
                    <a:pt x="192" y="1850"/>
                  </a:lnTo>
                  <a:lnTo>
                    <a:pt x="198" y="1856"/>
                  </a:lnTo>
                  <a:lnTo>
                    <a:pt x="206" y="1859"/>
                  </a:lnTo>
                  <a:lnTo>
                    <a:pt x="504" y="1910"/>
                  </a:lnTo>
                  <a:lnTo>
                    <a:pt x="524" y="1916"/>
                  </a:lnTo>
                  <a:lnTo>
                    <a:pt x="544" y="1927"/>
                  </a:lnTo>
                  <a:lnTo>
                    <a:pt x="559" y="1942"/>
                  </a:lnTo>
                  <a:lnTo>
                    <a:pt x="571" y="1959"/>
                  </a:lnTo>
                  <a:lnTo>
                    <a:pt x="580" y="1980"/>
                  </a:lnTo>
                  <a:lnTo>
                    <a:pt x="602" y="2057"/>
                  </a:lnTo>
                  <a:lnTo>
                    <a:pt x="631" y="2131"/>
                  </a:lnTo>
                  <a:lnTo>
                    <a:pt x="665" y="2204"/>
                  </a:lnTo>
                  <a:lnTo>
                    <a:pt x="703" y="2274"/>
                  </a:lnTo>
                  <a:lnTo>
                    <a:pt x="713" y="2294"/>
                  </a:lnTo>
                  <a:lnTo>
                    <a:pt x="717" y="2316"/>
                  </a:lnTo>
                  <a:lnTo>
                    <a:pt x="716" y="2337"/>
                  </a:lnTo>
                  <a:lnTo>
                    <a:pt x="710" y="2359"/>
                  </a:lnTo>
                  <a:lnTo>
                    <a:pt x="699" y="2378"/>
                  </a:lnTo>
                  <a:lnTo>
                    <a:pt x="526" y="2621"/>
                  </a:lnTo>
                  <a:lnTo>
                    <a:pt x="523" y="2629"/>
                  </a:lnTo>
                  <a:lnTo>
                    <a:pt x="524" y="2637"/>
                  </a:lnTo>
                  <a:lnTo>
                    <a:pt x="528" y="2646"/>
                  </a:lnTo>
                  <a:lnTo>
                    <a:pt x="738" y="2855"/>
                  </a:lnTo>
                  <a:lnTo>
                    <a:pt x="741" y="2858"/>
                  </a:lnTo>
                  <a:lnTo>
                    <a:pt x="745" y="2860"/>
                  </a:lnTo>
                  <a:lnTo>
                    <a:pt x="749" y="2861"/>
                  </a:lnTo>
                  <a:lnTo>
                    <a:pt x="752" y="2861"/>
                  </a:lnTo>
                  <a:lnTo>
                    <a:pt x="755" y="2861"/>
                  </a:lnTo>
                  <a:lnTo>
                    <a:pt x="759" y="2859"/>
                  </a:lnTo>
                  <a:lnTo>
                    <a:pt x="762" y="2858"/>
                  </a:lnTo>
                  <a:lnTo>
                    <a:pt x="1009" y="2681"/>
                  </a:lnTo>
                  <a:lnTo>
                    <a:pt x="1026" y="2672"/>
                  </a:lnTo>
                  <a:lnTo>
                    <a:pt x="1044" y="2666"/>
                  </a:lnTo>
                  <a:lnTo>
                    <a:pt x="1063" y="2664"/>
                  </a:lnTo>
                  <a:lnTo>
                    <a:pt x="1079" y="2666"/>
                  </a:lnTo>
                  <a:lnTo>
                    <a:pt x="1096" y="2670"/>
                  </a:lnTo>
                  <a:lnTo>
                    <a:pt x="1111" y="2677"/>
                  </a:lnTo>
                  <a:lnTo>
                    <a:pt x="1181" y="2713"/>
                  </a:lnTo>
                  <a:lnTo>
                    <a:pt x="1252" y="2746"/>
                  </a:lnTo>
                  <a:lnTo>
                    <a:pt x="1325" y="2773"/>
                  </a:lnTo>
                  <a:lnTo>
                    <a:pt x="1400" y="2795"/>
                  </a:lnTo>
                  <a:lnTo>
                    <a:pt x="1420" y="2803"/>
                  </a:lnTo>
                  <a:lnTo>
                    <a:pt x="1438" y="2816"/>
                  </a:lnTo>
                  <a:lnTo>
                    <a:pt x="1453" y="2831"/>
                  </a:lnTo>
                  <a:lnTo>
                    <a:pt x="1463" y="2849"/>
                  </a:lnTo>
                  <a:lnTo>
                    <a:pt x="1469" y="2871"/>
                  </a:lnTo>
                  <a:lnTo>
                    <a:pt x="1519" y="3167"/>
                  </a:lnTo>
                  <a:lnTo>
                    <a:pt x="1522" y="3175"/>
                  </a:lnTo>
                  <a:lnTo>
                    <a:pt x="1529" y="3180"/>
                  </a:lnTo>
                  <a:lnTo>
                    <a:pt x="1537" y="3182"/>
                  </a:lnTo>
                  <a:lnTo>
                    <a:pt x="1834" y="3182"/>
                  </a:lnTo>
                  <a:lnTo>
                    <a:pt x="1842" y="3180"/>
                  </a:lnTo>
                  <a:lnTo>
                    <a:pt x="1848" y="3175"/>
                  </a:lnTo>
                  <a:lnTo>
                    <a:pt x="1851" y="3167"/>
                  </a:lnTo>
                  <a:lnTo>
                    <a:pt x="1902" y="2871"/>
                  </a:lnTo>
                  <a:lnTo>
                    <a:pt x="1908" y="2850"/>
                  </a:lnTo>
                  <a:lnTo>
                    <a:pt x="1918" y="2831"/>
                  </a:lnTo>
                  <a:lnTo>
                    <a:pt x="1932" y="2816"/>
                  </a:lnTo>
                  <a:lnTo>
                    <a:pt x="1951" y="2803"/>
                  </a:lnTo>
                  <a:lnTo>
                    <a:pt x="1971" y="2795"/>
                  </a:lnTo>
                  <a:lnTo>
                    <a:pt x="2048" y="2773"/>
                  </a:lnTo>
                  <a:lnTo>
                    <a:pt x="2123" y="2745"/>
                  </a:lnTo>
                  <a:lnTo>
                    <a:pt x="2196" y="2711"/>
                  </a:lnTo>
                  <a:lnTo>
                    <a:pt x="2266" y="2672"/>
                  </a:lnTo>
                  <a:lnTo>
                    <a:pt x="2287" y="2664"/>
                  </a:lnTo>
                  <a:lnTo>
                    <a:pt x="2308" y="2660"/>
                  </a:lnTo>
                  <a:lnTo>
                    <a:pt x="2330" y="2661"/>
                  </a:lnTo>
                  <a:lnTo>
                    <a:pt x="2351" y="2666"/>
                  </a:lnTo>
                  <a:lnTo>
                    <a:pt x="2370" y="2677"/>
                  </a:lnTo>
                  <a:lnTo>
                    <a:pt x="2614" y="2850"/>
                  </a:lnTo>
                  <a:lnTo>
                    <a:pt x="2617" y="2853"/>
                  </a:lnTo>
                  <a:lnTo>
                    <a:pt x="2620" y="2854"/>
                  </a:lnTo>
                  <a:lnTo>
                    <a:pt x="2625" y="2855"/>
                  </a:lnTo>
                  <a:lnTo>
                    <a:pt x="2628" y="2855"/>
                  </a:lnTo>
                  <a:lnTo>
                    <a:pt x="2631" y="2854"/>
                  </a:lnTo>
                  <a:lnTo>
                    <a:pt x="2635" y="2851"/>
                  </a:lnTo>
                  <a:lnTo>
                    <a:pt x="2638" y="2848"/>
                  </a:lnTo>
                  <a:lnTo>
                    <a:pt x="2848" y="2638"/>
                  </a:lnTo>
                  <a:lnTo>
                    <a:pt x="2853" y="2631"/>
                  </a:lnTo>
                  <a:lnTo>
                    <a:pt x="2853" y="2623"/>
                  </a:lnTo>
                  <a:lnTo>
                    <a:pt x="2850" y="2615"/>
                  </a:lnTo>
                  <a:lnTo>
                    <a:pt x="2676" y="2370"/>
                  </a:lnTo>
                  <a:lnTo>
                    <a:pt x="2665" y="2351"/>
                  </a:lnTo>
                  <a:lnTo>
                    <a:pt x="2659" y="2329"/>
                  </a:lnTo>
                  <a:lnTo>
                    <a:pt x="2659" y="2308"/>
                  </a:lnTo>
                  <a:lnTo>
                    <a:pt x="2663" y="2286"/>
                  </a:lnTo>
                  <a:lnTo>
                    <a:pt x="2672" y="2267"/>
                  </a:lnTo>
                  <a:lnTo>
                    <a:pt x="2711" y="2196"/>
                  </a:lnTo>
                  <a:lnTo>
                    <a:pt x="2743" y="2123"/>
                  </a:lnTo>
                  <a:lnTo>
                    <a:pt x="2772" y="2048"/>
                  </a:lnTo>
                  <a:lnTo>
                    <a:pt x="2794" y="1972"/>
                  </a:lnTo>
                  <a:lnTo>
                    <a:pt x="2803" y="1951"/>
                  </a:lnTo>
                  <a:lnTo>
                    <a:pt x="2814" y="1933"/>
                  </a:lnTo>
                  <a:lnTo>
                    <a:pt x="2830" y="1918"/>
                  </a:lnTo>
                  <a:lnTo>
                    <a:pt x="2849" y="1908"/>
                  </a:lnTo>
                  <a:lnTo>
                    <a:pt x="2870" y="1902"/>
                  </a:lnTo>
                  <a:lnTo>
                    <a:pt x="3166" y="1852"/>
                  </a:lnTo>
                  <a:lnTo>
                    <a:pt x="3174" y="1849"/>
                  </a:lnTo>
                  <a:lnTo>
                    <a:pt x="3180" y="1843"/>
                  </a:lnTo>
                  <a:lnTo>
                    <a:pt x="3182" y="1834"/>
                  </a:lnTo>
                  <a:lnTo>
                    <a:pt x="3183" y="1834"/>
                  </a:lnTo>
                  <a:lnTo>
                    <a:pt x="3183" y="1537"/>
                  </a:lnTo>
                  <a:lnTo>
                    <a:pt x="3181" y="1529"/>
                  </a:lnTo>
                  <a:lnTo>
                    <a:pt x="3175" y="1523"/>
                  </a:lnTo>
                  <a:lnTo>
                    <a:pt x="3167" y="1519"/>
                  </a:lnTo>
                  <a:lnTo>
                    <a:pt x="2871" y="1469"/>
                  </a:lnTo>
                  <a:lnTo>
                    <a:pt x="2850" y="1464"/>
                  </a:lnTo>
                  <a:lnTo>
                    <a:pt x="2831" y="1452"/>
                  </a:lnTo>
                  <a:lnTo>
                    <a:pt x="2815" y="1438"/>
                  </a:lnTo>
                  <a:lnTo>
                    <a:pt x="2803" y="1421"/>
                  </a:lnTo>
                  <a:lnTo>
                    <a:pt x="2796" y="1399"/>
                  </a:lnTo>
                  <a:lnTo>
                    <a:pt x="2773" y="1322"/>
                  </a:lnTo>
                  <a:lnTo>
                    <a:pt x="2744" y="1248"/>
                  </a:lnTo>
                  <a:lnTo>
                    <a:pt x="2712" y="1175"/>
                  </a:lnTo>
                  <a:lnTo>
                    <a:pt x="2673" y="1104"/>
                  </a:lnTo>
                  <a:lnTo>
                    <a:pt x="2663" y="1085"/>
                  </a:lnTo>
                  <a:lnTo>
                    <a:pt x="2659" y="1063"/>
                  </a:lnTo>
                  <a:lnTo>
                    <a:pt x="2660" y="1042"/>
                  </a:lnTo>
                  <a:lnTo>
                    <a:pt x="2666" y="1020"/>
                  </a:lnTo>
                  <a:lnTo>
                    <a:pt x="2677" y="1001"/>
                  </a:lnTo>
                  <a:lnTo>
                    <a:pt x="2851" y="757"/>
                  </a:lnTo>
                  <a:lnTo>
                    <a:pt x="2854" y="749"/>
                  </a:lnTo>
                  <a:lnTo>
                    <a:pt x="2853" y="740"/>
                  </a:lnTo>
                  <a:lnTo>
                    <a:pt x="2849" y="732"/>
                  </a:lnTo>
                  <a:lnTo>
                    <a:pt x="2639" y="522"/>
                  </a:lnTo>
                  <a:lnTo>
                    <a:pt x="2635" y="520"/>
                  </a:lnTo>
                  <a:lnTo>
                    <a:pt x="2632" y="518"/>
                  </a:lnTo>
                  <a:lnTo>
                    <a:pt x="2629" y="517"/>
                  </a:lnTo>
                  <a:lnTo>
                    <a:pt x="2626" y="517"/>
                  </a:lnTo>
                  <a:lnTo>
                    <a:pt x="2622" y="517"/>
                  </a:lnTo>
                  <a:lnTo>
                    <a:pt x="2618" y="519"/>
                  </a:lnTo>
                  <a:lnTo>
                    <a:pt x="2615" y="520"/>
                  </a:lnTo>
                  <a:lnTo>
                    <a:pt x="2372" y="695"/>
                  </a:lnTo>
                  <a:lnTo>
                    <a:pt x="2352" y="706"/>
                  </a:lnTo>
                  <a:lnTo>
                    <a:pt x="2332" y="712"/>
                  </a:lnTo>
                  <a:lnTo>
                    <a:pt x="2310" y="713"/>
                  </a:lnTo>
                  <a:lnTo>
                    <a:pt x="2289" y="709"/>
                  </a:lnTo>
                  <a:lnTo>
                    <a:pt x="2268" y="700"/>
                  </a:lnTo>
                  <a:lnTo>
                    <a:pt x="2196" y="661"/>
                  </a:lnTo>
                  <a:lnTo>
                    <a:pt x="2122" y="627"/>
                  </a:lnTo>
                  <a:lnTo>
                    <a:pt x="2045" y="598"/>
                  </a:lnTo>
                  <a:lnTo>
                    <a:pt x="1966" y="576"/>
                  </a:lnTo>
                  <a:lnTo>
                    <a:pt x="1946" y="567"/>
                  </a:lnTo>
                  <a:lnTo>
                    <a:pt x="1928" y="555"/>
                  </a:lnTo>
                  <a:lnTo>
                    <a:pt x="1913" y="540"/>
                  </a:lnTo>
                  <a:lnTo>
                    <a:pt x="1903" y="520"/>
                  </a:lnTo>
                  <a:lnTo>
                    <a:pt x="1896" y="499"/>
                  </a:lnTo>
                  <a:lnTo>
                    <a:pt x="1847" y="205"/>
                  </a:lnTo>
                  <a:lnTo>
                    <a:pt x="1843" y="198"/>
                  </a:lnTo>
                  <a:lnTo>
                    <a:pt x="1837" y="192"/>
                  </a:lnTo>
                  <a:lnTo>
                    <a:pt x="1829" y="189"/>
                  </a:lnTo>
                  <a:lnTo>
                    <a:pt x="1532" y="189"/>
                  </a:lnTo>
                  <a:close/>
                  <a:moveTo>
                    <a:pt x="1531" y="0"/>
                  </a:moveTo>
                  <a:lnTo>
                    <a:pt x="1827" y="0"/>
                  </a:lnTo>
                  <a:lnTo>
                    <a:pt x="1861" y="3"/>
                  </a:lnTo>
                  <a:lnTo>
                    <a:pt x="1892" y="10"/>
                  </a:lnTo>
                  <a:lnTo>
                    <a:pt x="1922" y="24"/>
                  </a:lnTo>
                  <a:lnTo>
                    <a:pt x="1950" y="40"/>
                  </a:lnTo>
                  <a:lnTo>
                    <a:pt x="1973" y="60"/>
                  </a:lnTo>
                  <a:lnTo>
                    <a:pt x="1995" y="84"/>
                  </a:lnTo>
                  <a:lnTo>
                    <a:pt x="2012" y="112"/>
                  </a:lnTo>
                  <a:lnTo>
                    <a:pt x="2024" y="141"/>
                  </a:lnTo>
                  <a:lnTo>
                    <a:pt x="2033" y="174"/>
                  </a:lnTo>
                  <a:lnTo>
                    <a:pt x="2073" y="408"/>
                  </a:lnTo>
                  <a:lnTo>
                    <a:pt x="2153" y="435"/>
                  </a:lnTo>
                  <a:lnTo>
                    <a:pt x="2233" y="468"/>
                  </a:lnTo>
                  <a:lnTo>
                    <a:pt x="2310" y="506"/>
                  </a:lnTo>
                  <a:lnTo>
                    <a:pt x="2506" y="367"/>
                  </a:lnTo>
                  <a:lnTo>
                    <a:pt x="2533" y="349"/>
                  </a:lnTo>
                  <a:lnTo>
                    <a:pt x="2563" y="338"/>
                  </a:lnTo>
                  <a:lnTo>
                    <a:pt x="2594" y="330"/>
                  </a:lnTo>
                  <a:lnTo>
                    <a:pt x="2627" y="328"/>
                  </a:lnTo>
                  <a:lnTo>
                    <a:pt x="2659" y="331"/>
                  </a:lnTo>
                  <a:lnTo>
                    <a:pt x="2691" y="338"/>
                  </a:lnTo>
                  <a:lnTo>
                    <a:pt x="2721" y="350"/>
                  </a:lnTo>
                  <a:lnTo>
                    <a:pt x="2748" y="368"/>
                  </a:lnTo>
                  <a:lnTo>
                    <a:pt x="2773" y="389"/>
                  </a:lnTo>
                  <a:lnTo>
                    <a:pt x="2983" y="599"/>
                  </a:lnTo>
                  <a:lnTo>
                    <a:pt x="3005" y="624"/>
                  </a:lnTo>
                  <a:lnTo>
                    <a:pt x="3022" y="652"/>
                  </a:lnTo>
                  <a:lnTo>
                    <a:pt x="3034" y="682"/>
                  </a:lnTo>
                  <a:lnTo>
                    <a:pt x="3042" y="713"/>
                  </a:lnTo>
                  <a:lnTo>
                    <a:pt x="3044" y="745"/>
                  </a:lnTo>
                  <a:lnTo>
                    <a:pt x="3042" y="776"/>
                  </a:lnTo>
                  <a:lnTo>
                    <a:pt x="3035" y="808"/>
                  </a:lnTo>
                  <a:lnTo>
                    <a:pt x="3023" y="839"/>
                  </a:lnTo>
                  <a:lnTo>
                    <a:pt x="3005" y="868"/>
                  </a:lnTo>
                  <a:lnTo>
                    <a:pt x="2866" y="1062"/>
                  </a:lnTo>
                  <a:lnTo>
                    <a:pt x="2903" y="1137"/>
                  </a:lnTo>
                  <a:lnTo>
                    <a:pt x="2935" y="1213"/>
                  </a:lnTo>
                  <a:lnTo>
                    <a:pt x="2961" y="1292"/>
                  </a:lnTo>
                  <a:lnTo>
                    <a:pt x="3198" y="1332"/>
                  </a:lnTo>
                  <a:lnTo>
                    <a:pt x="3231" y="1340"/>
                  </a:lnTo>
                  <a:lnTo>
                    <a:pt x="3260" y="1353"/>
                  </a:lnTo>
                  <a:lnTo>
                    <a:pt x="3288" y="1370"/>
                  </a:lnTo>
                  <a:lnTo>
                    <a:pt x="3312" y="1391"/>
                  </a:lnTo>
                  <a:lnTo>
                    <a:pt x="3332" y="1416"/>
                  </a:lnTo>
                  <a:lnTo>
                    <a:pt x="3348" y="1442"/>
                  </a:lnTo>
                  <a:lnTo>
                    <a:pt x="3361" y="1473"/>
                  </a:lnTo>
                  <a:lnTo>
                    <a:pt x="3368" y="1505"/>
                  </a:lnTo>
                  <a:lnTo>
                    <a:pt x="3370" y="1537"/>
                  </a:lnTo>
                  <a:lnTo>
                    <a:pt x="3370" y="1834"/>
                  </a:lnTo>
                  <a:lnTo>
                    <a:pt x="3368" y="1867"/>
                  </a:lnTo>
                  <a:lnTo>
                    <a:pt x="3360" y="1899"/>
                  </a:lnTo>
                  <a:lnTo>
                    <a:pt x="3347" y="1929"/>
                  </a:lnTo>
                  <a:lnTo>
                    <a:pt x="3331" y="1956"/>
                  </a:lnTo>
                  <a:lnTo>
                    <a:pt x="3311" y="1981"/>
                  </a:lnTo>
                  <a:lnTo>
                    <a:pt x="3286" y="2001"/>
                  </a:lnTo>
                  <a:lnTo>
                    <a:pt x="3259" y="2019"/>
                  </a:lnTo>
                  <a:lnTo>
                    <a:pt x="3229" y="2031"/>
                  </a:lnTo>
                  <a:lnTo>
                    <a:pt x="3197" y="2039"/>
                  </a:lnTo>
                  <a:lnTo>
                    <a:pt x="2960" y="2079"/>
                  </a:lnTo>
                  <a:lnTo>
                    <a:pt x="2934" y="2157"/>
                  </a:lnTo>
                  <a:lnTo>
                    <a:pt x="2901" y="2234"/>
                  </a:lnTo>
                  <a:lnTo>
                    <a:pt x="2865" y="2309"/>
                  </a:lnTo>
                  <a:lnTo>
                    <a:pt x="3004" y="2504"/>
                  </a:lnTo>
                  <a:lnTo>
                    <a:pt x="3022" y="2533"/>
                  </a:lnTo>
                  <a:lnTo>
                    <a:pt x="3033" y="2564"/>
                  </a:lnTo>
                  <a:lnTo>
                    <a:pt x="3040" y="2594"/>
                  </a:lnTo>
                  <a:lnTo>
                    <a:pt x="3043" y="2627"/>
                  </a:lnTo>
                  <a:lnTo>
                    <a:pt x="3040" y="2659"/>
                  </a:lnTo>
                  <a:lnTo>
                    <a:pt x="3033" y="2690"/>
                  </a:lnTo>
                  <a:lnTo>
                    <a:pt x="3021" y="2719"/>
                  </a:lnTo>
                  <a:lnTo>
                    <a:pt x="3003" y="2747"/>
                  </a:lnTo>
                  <a:lnTo>
                    <a:pt x="2982" y="2773"/>
                  </a:lnTo>
                  <a:lnTo>
                    <a:pt x="2772" y="2983"/>
                  </a:lnTo>
                  <a:lnTo>
                    <a:pt x="2746" y="3004"/>
                  </a:lnTo>
                  <a:lnTo>
                    <a:pt x="2719" y="3022"/>
                  </a:lnTo>
                  <a:lnTo>
                    <a:pt x="2689" y="3034"/>
                  </a:lnTo>
                  <a:lnTo>
                    <a:pt x="2657" y="3041"/>
                  </a:lnTo>
                  <a:lnTo>
                    <a:pt x="2625" y="3044"/>
                  </a:lnTo>
                  <a:lnTo>
                    <a:pt x="2593" y="3041"/>
                  </a:lnTo>
                  <a:lnTo>
                    <a:pt x="2561" y="3034"/>
                  </a:lnTo>
                  <a:lnTo>
                    <a:pt x="2531" y="3022"/>
                  </a:lnTo>
                  <a:lnTo>
                    <a:pt x="2504" y="3005"/>
                  </a:lnTo>
                  <a:lnTo>
                    <a:pt x="2309" y="2866"/>
                  </a:lnTo>
                  <a:lnTo>
                    <a:pt x="2234" y="2902"/>
                  </a:lnTo>
                  <a:lnTo>
                    <a:pt x="2158" y="2933"/>
                  </a:lnTo>
                  <a:lnTo>
                    <a:pt x="2079" y="2961"/>
                  </a:lnTo>
                  <a:lnTo>
                    <a:pt x="2039" y="3198"/>
                  </a:lnTo>
                  <a:lnTo>
                    <a:pt x="2031" y="3229"/>
                  </a:lnTo>
                  <a:lnTo>
                    <a:pt x="2018" y="3260"/>
                  </a:lnTo>
                  <a:lnTo>
                    <a:pt x="2001" y="3287"/>
                  </a:lnTo>
                  <a:lnTo>
                    <a:pt x="1980" y="3311"/>
                  </a:lnTo>
                  <a:lnTo>
                    <a:pt x="1956" y="3332"/>
                  </a:lnTo>
                  <a:lnTo>
                    <a:pt x="1928" y="3348"/>
                  </a:lnTo>
                  <a:lnTo>
                    <a:pt x="1898" y="3361"/>
                  </a:lnTo>
                  <a:lnTo>
                    <a:pt x="1867" y="3369"/>
                  </a:lnTo>
                  <a:lnTo>
                    <a:pt x="1834" y="3371"/>
                  </a:lnTo>
                  <a:lnTo>
                    <a:pt x="1536" y="3371"/>
                  </a:lnTo>
                  <a:lnTo>
                    <a:pt x="1503" y="3369"/>
                  </a:lnTo>
                  <a:lnTo>
                    <a:pt x="1471" y="3361"/>
                  </a:lnTo>
                  <a:lnTo>
                    <a:pt x="1442" y="3348"/>
                  </a:lnTo>
                  <a:lnTo>
                    <a:pt x="1414" y="3332"/>
                  </a:lnTo>
                  <a:lnTo>
                    <a:pt x="1390" y="3311"/>
                  </a:lnTo>
                  <a:lnTo>
                    <a:pt x="1369" y="3287"/>
                  </a:lnTo>
                  <a:lnTo>
                    <a:pt x="1352" y="3260"/>
                  </a:lnTo>
                  <a:lnTo>
                    <a:pt x="1339" y="3229"/>
                  </a:lnTo>
                  <a:lnTo>
                    <a:pt x="1331" y="3198"/>
                  </a:lnTo>
                  <a:lnTo>
                    <a:pt x="1291" y="2961"/>
                  </a:lnTo>
                  <a:lnTo>
                    <a:pt x="1215" y="2934"/>
                  </a:lnTo>
                  <a:lnTo>
                    <a:pt x="1141" y="2904"/>
                  </a:lnTo>
                  <a:lnTo>
                    <a:pt x="1069" y="2869"/>
                  </a:lnTo>
                  <a:lnTo>
                    <a:pt x="871" y="3010"/>
                  </a:lnTo>
                  <a:lnTo>
                    <a:pt x="844" y="3027"/>
                  </a:lnTo>
                  <a:lnTo>
                    <a:pt x="814" y="3039"/>
                  </a:lnTo>
                  <a:lnTo>
                    <a:pt x="783" y="3046"/>
                  </a:lnTo>
                  <a:lnTo>
                    <a:pt x="751" y="3049"/>
                  </a:lnTo>
                  <a:lnTo>
                    <a:pt x="718" y="3046"/>
                  </a:lnTo>
                  <a:lnTo>
                    <a:pt x="686" y="3039"/>
                  </a:lnTo>
                  <a:lnTo>
                    <a:pt x="656" y="3026"/>
                  </a:lnTo>
                  <a:lnTo>
                    <a:pt x="629" y="3009"/>
                  </a:lnTo>
                  <a:lnTo>
                    <a:pt x="603" y="2988"/>
                  </a:lnTo>
                  <a:lnTo>
                    <a:pt x="394" y="2778"/>
                  </a:lnTo>
                  <a:lnTo>
                    <a:pt x="372" y="2752"/>
                  </a:lnTo>
                  <a:lnTo>
                    <a:pt x="355" y="2724"/>
                  </a:lnTo>
                  <a:lnTo>
                    <a:pt x="343" y="2695"/>
                  </a:lnTo>
                  <a:lnTo>
                    <a:pt x="335" y="2663"/>
                  </a:lnTo>
                  <a:lnTo>
                    <a:pt x="333" y="2631"/>
                  </a:lnTo>
                  <a:lnTo>
                    <a:pt x="335" y="2600"/>
                  </a:lnTo>
                  <a:lnTo>
                    <a:pt x="342" y="2569"/>
                  </a:lnTo>
                  <a:lnTo>
                    <a:pt x="354" y="2538"/>
                  </a:lnTo>
                  <a:lnTo>
                    <a:pt x="372" y="2509"/>
                  </a:lnTo>
                  <a:lnTo>
                    <a:pt x="510" y="2317"/>
                  </a:lnTo>
                  <a:lnTo>
                    <a:pt x="473" y="2242"/>
                  </a:lnTo>
                  <a:lnTo>
                    <a:pt x="440" y="2165"/>
                  </a:lnTo>
                  <a:lnTo>
                    <a:pt x="414" y="2087"/>
                  </a:lnTo>
                  <a:lnTo>
                    <a:pt x="174" y="2046"/>
                  </a:lnTo>
                  <a:lnTo>
                    <a:pt x="141" y="2038"/>
                  </a:lnTo>
                  <a:lnTo>
                    <a:pt x="112" y="2026"/>
                  </a:lnTo>
                  <a:lnTo>
                    <a:pt x="84" y="2009"/>
                  </a:lnTo>
                  <a:lnTo>
                    <a:pt x="60" y="1988"/>
                  </a:lnTo>
                  <a:lnTo>
                    <a:pt x="40" y="1963"/>
                  </a:lnTo>
                  <a:lnTo>
                    <a:pt x="23" y="1936"/>
                  </a:lnTo>
                  <a:lnTo>
                    <a:pt x="10" y="1906"/>
                  </a:lnTo>
                  <a:lnTo>
                    <a:pt x="3" y="1874"/>
                  </a:lnTo>
                  <a:lnTo>
                    <a:pt x="0" y="1841"/>
                  </a:lnTo>
                  <a:lnTo>
                    <a:pt x="0" y="1545"/>
                  </a:lnTo>
                  <a:lnTo>
                    <a:pt x="3" y="1511"/>
                  </a:lnTo>
                  <a:lnTo>
                    <a:pt x="10" y="1479"/>
                  </a:lnTo>
                  <a:lnTo>
                    <a:pt x="23" y="1449"/>
                  </a:lnTo>
                  <a:lnTo>
                    <a:pt x="40" y="1423"/>
                  </a:lnTo>
                  <a:lnTo>
                    <a:pt x="60" y="1398"/>
                  </a:lnTo>
                  <a:lnTo>
                    <a:pt x="84" y="1378"/>
                  </a:lnTo>
                  <a:lnTo>
                    <a:pt x="112" y="1360"/>
                  </a:lnTo>
                  <a:lnTo>
                    <a:pt x="141" y="1347"/>
                  </a:lnTo>
                  <a:lnTo>
                    <a:pt x="174" y="1339"/>
                  </a:lnTo>
                  <a:lnTo>
                    <a:pt x="408" y="1300"/>
                  </a:lnTo>
                  <a:lnTo>
                    <a:pt x="434" y="1221"/>
                  </a:lnTo>
                  <a:lnTo>
                    <a:pt x="465" y="1144"/>
                  </a:lnTo>
                  <a:lnTo>
                    <a:pt x="502" y="1069"/>
                  </a:lnTo>
                  <a:lnTo>
                    <a:pt x="360" y="872"/>
                  </a:lnTo>
                  <a:lnTo>
                    <a:pt x="344" y="843"/>
                  </a:lnTo>
                  <a:lnTo>
                    <a:pt x="332" y="812"/>
                  </a:lnTo>
                  <a:lnTo>
                    <a:pt x="325" y="780"/>
                  </a:lnTo>
                  <a:lnTo>
                    <a:pt x="323" y="749"/>
                  </a:lnTo>
                  <a:lnTo>
                    <a:pt x="325" y="717"/>
                  </a:lnTo>
                  <a:lnTo>
                    <a:pt x="333" y="686"/>
                  </a:lnTo>
                  <a:lnTo>
                    <a:pt x="345" y="657"/>
                  </a:lnTo>
                  <a:lnTo>
                    <a:pt x="361" y="629"/>
                  </a:lnTo>
                  <a:lnTo>
                    <a:pt x="383" y="603"/>
                  </a:lnTo>
                  <a:lnTo>
                    <a:pt x="594" y="393"/>
                  </a:lnTo>
                  <a:lnTo>
                    <a:pt x="618" y="372"/>
                  </a:lnTo>
                  <a:lnTo>
                    <a:pt x="646" y="354"/>
                  </a:lnTo>
                  <a:lnTo>
                    <a:pt x="676" y="342"/>
                  </a:lnTo>
                  <a:lnTo>
                    <a:pt x="708" y="335"/>
                  </a:lnTo>
                  <a:lnTo>
                    <a:pt x="741" y="332"/>
                  </a:lnTo>
                  <a:lnTo>
                    <a:pt x="773" y="335"/>
                  </a:lnTo>
                  <a:lnTo>
                    <a:pt x="805" y="342"/>
                  </a:lnTo>
                  <a:lnTo>
                    <a:pt x="835" y="354"/>
                  </a:lnTo>
                  <a:lnTo>
                    <a:pt x="862" y="371"/>
                  </a:lnTo>
                  <a:lnTo>
                    <a:pt x="1056" y="510"/>
                  </a:lnTo>
                  <a:lnTo>
                    <a:pt x="1129" y="473"/>
                  </a:lnTo>
                  <a:lnTo>
                    <a:pt x="1206" y="440"/>
                  </a:lnTo>
                  <a:lnTo>
                    <a:pt x="1284" y="414"/>
                  </a:lnTo>
                  <a:lnTo>
                    <a:pt x="1325" y="174"/>
                  </a:lnTo>
                  <a:lnTo>
                    <a:pt x="1333" y="141"/>
                  </a:lnTo>
                  <a:lnTo>
                    <a:pt x="1347" y="112"/>
                  </a:lnTo>
                  <a:lnTo>
                    <a:pt x="1363" y="84"/>
                  </a:lnTo>
                  <a:lnTo>
                    <a:pt x="1384" y="60"/>
                  </a:lnTo>
                  <a:lnTo>
                    <a:pt x="1409" y="40"/>
                  </a:lnTo>
                  <a:lnTo>
                    <a:pt x="1436" y="24"/>
                  </a:lnTo>
                  <a:lnTo>
                    <a:pt x="1465" y="10"/>
                  </a:lnTo>
                  <a:lnTo>
                    <a:pt x="1497" y="3"/>
                  </a:lnTo>
                  <a:lnTo>
                    <a:pt x="153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4" name="Freeform 7">
              <a:extLst>
                <a:ext uri="{FF2B5EF4-FFF2-40B4-BE49-F238E27FC236}">
                  <a16:creationId xmlns:a16="http://schemas.microsoft.com/office/drawing/2014/main" id="{9E281995-94D3-48D9-82BD-4F28E1AF98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49013" y="2078038"/>
              <a:ext cx="230187" cy="230188"/>
            </a:xfrm>
            <a:custGeom>
              <a:avLst/>
              <a:gdLst>
                <a:gd name="T0" fmla="*/ 613 w 1455"/>
                <a:gd name="T1" fmla="*/ 202 h 1455"/>
                <a:gd name="T2" fmla="*/ 457 w 1455"/>
                <a:gd name="T3" fmla="*/ 264 h 1455"/>
                <a:gd name="T4" fmla="*/ 329 w 1455"/>
                <a:gd name="T5" fmla="*/ 367 h 1455"/>
                <a:gd name="T6" fmla="*/ 238 w 1455"/>
                <a:gd name="T7" fmla="*/ 506 h 1455"/>
                <a:gd name="T8" fmla="*/ 194 w 1455"/>
                <a:gd name="T9" fmla="*/ 668 h 1455"/>
                <a:gd name="T10" fmla="*/ 203 w 1455"/>
                <a:gd name="T11" fmla="*/ 843 h 1455"/>
                <a:gd name="T12" fmla="*/ 264 w 1455"/>
                <a:gd name="T13" fmla="*/ 998 h 1455"/>
                <a:gd name="T14" fmla="*/ 368 w 1455"/>
                <a:gd name="T15" fmla="*/ 1126 h 1455"/>
                <a:gd name="T16" fmla="*/ 506 w 1455"/>
                <a:gd name="T17" fmla="*/ 1216 h 1455"/>
                <a:gd name="T18" fmla="*/ 669 w 1455"/>
                <a:gd name="T19" fmla="*/ 1262 h 1455"/>
                <a:gd name="T20" fmla="*/ 843 w 1455"/>
                <a:gd name="T21" fmla="*/ 1252 h 1455"/>
                <a:gd name="T22" fmla="*/ 999 w 1455"/>
                <a:gd name="T23" fmla="*/ 1191 h 1455"/>
                <a:gd name="T24" fmla="*/ 1126 w 1455"/>
                <a:gd name="T25" fmla="*/ 1087 h 1455"/>
                <a:gd name="T26" fmla="*/ 1217 w 1455"/>
                <a:gd name="T27" fmla="*/ 949 h 1455"/>
                <a:gd name="T28" fmla="*/ 1262 w 1455"/>
                <a:gd name="T29" fmla="*/ 786 h 1455"/>
                <a:gd name="T30" fmla="*/ 1253 w 1455"/>
                <a:gd name="T31" fmla="*/ 612 h 1455"/>
                <a:gd name="T32" fmla="*/ 1191 w 1455"/>
                <a:gd name="T33" fmla="*/ 456 h 1455"/>
                <a:gd name="T34" fmla="*/ 1088 w 1455"/>
                <a:gd name="T35" fmla="*/ 328 h 1455"/>
                <a:gd name="T36" fmla="*/ 950 w 1455"/>
                <a:gd name="T37" fmla="*/ 238 h 1455"/>
                <a:gd name="T38" fmla="*/ 786 w 1455"/>
                <a:gd name="T39" fmla="*/ 193 h 1455"/>
                <a:gd name="T40" fmla="*/ 794 w 1455"/>
                <a:gd name="T41" fmla="*/ 3 h 1455"/>
                <a:gd name="T42" fmla="*/ 981 w 1455"/>
                <a:gd name="T43" fmla="*/ 46 h 1455"/>
                <a:gd name="T44" fmla="*/ 1147 w 1455"/>
                <a:gd name="T45" fmla="*/ 133 h 1455"/>
                <a:gd name="T46" fmla="*/ 1284 w 1455"/>
                <a:gd name="T47" fmla="*/ 259 h 1455"/>
                <a:gd name="T48" fmla="*/ 1385 w 1455"/>
                <a:gd name="T49" fmla="*/ 416 h 1455"/>
                <a:gd name="T50" fmla="*/ 1443 w 1455"/>
                <a:gd name="T51" fmla="*/ 597 h 1455"/>
                <a:gd name="T52" fmla="*/ 1451 w 1455"/>
                <a:gd name="T53" fmla="*/ 793 h 1455"/>
                <a:gd name="T54" fmla="*/ 1409 w 1455"/>
                <a:gd name="T55" fmla="*/ 981 h 1455"/>
                <a:gd name="T56" fmla="*/ 1321 w 1455"/>
                <a:gd name="T57" fmla="*/ 1147 h 1455"/>
                <a:gd name="T58" fmla="*/ 1196 w 1455"/>
                <a:gd name="T59" fmla="*/ 1284 h 1455"/>
                <a:gd name="T60" fmla="*/ 1039 w 1455"/>
                <a:gd name="T61" fmla="*/ 1384 h 1455"/>
                <a:gd name="T62" fmla="*/ 859 w 1455"/>
                <a:gd name="T63" fmla="*/ 1443 h 1455"/>
                <a:gd name="T64" fmla="*/ 662 w 1455"/>
                <a:gd name="T65" fmla="*/ 1452 h 1455"/>
                <a:gd name="T66" fmla="*/ 475 w 1455"/>
                <a:gd name="T67" fmla="*/ 1409 h 1455"/>
                <a:gd name="T68" fmla="*/ 309 w 1455"/>
                <a:gd name="T69" fmla="*/ 1322 h 1455"/>
                <a:gd name="T70" fmla="*/ 171 w 1455"/>
                <a:gd name="T71" fmla="*/ 1196 h 1455"/>
                <a:gd name="T72" fmla="*/ 70 w 1455"/>
                <a:gd name="T73" fmla="*/ 1039 h 1455"/>
                <a:gd name="T74" fmla="*/ 12 w 1455"/>
                <a:gd name="T75" fmla="*/ 858 h 1455"/>
                <a:gd name="T76" fmla="*/ 4 w 1455"/>
                <a:gd name="T77" fmla="*/ 661 h 1455"/>
                <a:gd name="T78" fmla="*/ 46 w 1455"/>
                <a:gd name="T79" fmla="*/ 474 h 1455"/>
                <a:gd name="T80" fmla="*/ 134 w 1455"/>
                <a:gd name="T81" fmla="*/ 308 h 1455"/>
                <a:gd name="T82" fmla="*/ 260 w 1455"/>
                <a:gd name="T83" fmla="*/ 171 h 1455"/>
                <a:gd name="T84" fmla="*/ 416 w 1455"/>
                <a:gd name="T85" fmla="*/ 70 h 1455"/>
                <a:gd name="T86" fmla="*/ 597 w 1455"/>
                <a:gd name="T87" fmla="*/ 12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55" h="1455">
                  <a:moveTo>
                    <a:pt x="727" y="190"/>
                  </a:moveTo>
                  <a:lnTo>
                    <a:pt x="669" y="193"/>
                  </a:lnTo>
                  <a:lnTo>
                    <a:pt x="613" y="202"/>
                  </a:lnTo>
                  <a:lnTo>
                    <a:pt x="558" y="218"/>
                  </a:lnTo>
                  <a:lnTo>
                    <a:pt x="506" y="238"/>
                  </a:lnTo>
                  <a:lnTo>
                    <a:pt x="457" y="264"/>
                  </a:lnTo>
                  <a:lnTo>
                    <a:pt x="410" y="294"/>
                  </a:lnTo>
                  <a:lnTo>
                    <a:pt x="368" y="328"/>
                  </a:lnTo>
                  <a:lnTo>
                    <a:pt x="329" y="367"/>
                  </a:lnTo>
                  <a:lnTo>
                    <a:pt x="294" y="410"/>
                  </a:lnTo>
                  <a:lnTo>
                    <a:pt x="264" y="456"/>
                  </a:lnTo>
                  <a:lnTo>
                    <a:pt x="238" y="506"/>
                  </a:lnTo>
                  <a:lnTo>
                    <a:pt x="218" y="558"/>
                  </a:lnTo>
                  <a:lnTo>
                    <a:pt x="203" y="612"/>
                  </a:lnTo>
                  <a:lnTo>
                    <a:pt x="194" y="668"/>
                  </a:lnTo>
                  <a:lnTo>
                    <a:pt x="191" y="728"/>
                  </a:lnTo>
                  <a:lnTo>
                    <a:pt x="194" y="786"/>
                  </a:lnTo>
                  <a:lnTo>
                    <a:pt x="203" y="843"/>
                  </a:lnTo>
                  <a:lnTo>
                    <a:pt x="218" y="897"/>
                  </a:lnTo>
                  <a:lnTo>
                    <a:pt x="238" y="949"/>
                  </a:lnTo>
                  <a:lnTo>
                    <a:pt x="264" y="998"/>
                  </a:lnTo>
                  <a:lnTo>
                    <a:pt x="294" y="1044"/>
                  </a:lnTo>
                  <a:lnTo>
                    <a:pt x="329" y="1087"/>
                  </a:lnTo>
                  <a:lnTo>
                    <a:pt x="368" y="1126"/>
                  </a:lnTo>
                  <a:lnTo>
                    <a:pt x="410" y="1161"/>
                  </a:lnTo>
                  <a:lnTo>
                    <a:pt x="457" y="1191"/>
                  </a:lnTo>
                  <a:lnTo>
                    <a:pt x="506" y="1216"/>
                  </a:lnTo>
                  <a:lnTo>
                    <a:pt x="558" y="1237"/>
                  </a:lnTo>
                  <a:lnTo>
                    <a:pt x="613" y="1252"/>
                  </a:lnTo>
                  <a:lnTo>
                    <a:pt x="669" y="1262"/>
                  </a:lnTo>
                  <a:lnTo>
                    <a:pt x="727" y="1265"/>
                  </a:lnTo>
                  <a:lnTo>
                    <a:pt x="786" y="1262"/>
                  </a:lnTo>
                  <a:lnTo>
                    <a:pt x="843" y="1252"/>
                  </a:lnTo>
                  <a:lnTo>
                    <a:pt x="897" y="1237"/>
                  </a:lnTo>
                  <a:lnTo>
                    <a:pt x="950" y="1216"/>
                  </a:lnTo>
                  <a:lnTo>
                    <a:pt x="999" y="1191"/>
                  </a:lnTo>
                  <a:lnTo>
                    <a:pt x="1045" y="1161"/>
                  </a:lnTo>
                  <a:lnTo>
                    <a:pt x="1088" y="1126"/>
                  </a:lnTo>
                  <a:lnTo>
                    <a:pt x="1126" y="1087"/>
                  </a:lnTo>
                  <a:lnTo>
                    <a:pt x="1161" y="1044"/>
                  </a:lnTo>
                  <a:lnTo>
                    <a:pt x="1191" y="998"/>
                  </a:lnTo>
                  <a:lnTo>
                    <a:pt x="1217" y="949"/>
                  </a:lnTo>
                  <a:lnTo>
                    <a:pt x="1237" y="897"/>
                  </a:lnTo>
                  <a:lnTo>
                    <a:pt x="1253" y="843"/>
                  </a:lnTo>
                  <a:lnTo>
                    <a:pt x="1262" y="786"/>
                  </a:lnTo>
                  <a:lnTo>
                    <a:pt x="1265" y="728"/>
                  </a:lnTo>
                  <a:lnTo>
                    <a:pt x="1262" y="668"/>
                  </a:lnTo>
                  <a:lnTo>
                    <a:pt x="1253" y="612"/>
                  </a:lnTo>
                  <a:lnTo>
                    <a:pt x="1237" y="558"/>
                  </a:lnTo>
                  <a:lnTo>
                    <a:pt x="1217" y="506"/>
                  </a:lnTo>
                  <a:lnTo>
                    <a:pt x="1191" y="456"/>
                  </a:lnTo>
                  <a:lnTo>
                    <a:pt x="1161" y="410"/>
                  </a:lnTo>
                  <a:lnTo>
                    <a:pt x="1126" y="367"/>
                  </a:lnTo>
                  <a:lnTo>
                    <a:pt x="1088" y="328"/>
                  </a:lnTo>
                  <a:lnTo>
                    <a:pt x="1045" y="294"/>
                  </a:lnTo>
                  <a:lnTo>
                    <a:pt x="999" y="264"/>
                  </a:lnTo>
                  <a:lnTo>
                    <a:pt x="950" y="238"/>
                  </a:lnTo>
                  <a:lnTo>
                    <a:pt x="897" y="218"/>
                  </a:lnTo>
                  <a:lnTo>
                    <a:pt x="843" y="202"/>
                  </a:lnTo>
                  <a:lnTo>
                    <a:pt x="786" y="193"/>
                  </a:lnTo>
                  <a:lnTo>
                    <a:pt x="727" y="190"/>
                  </a:lnTo>
                  <a:close/>
                  <a:moveTo>
                    <a:pt x="727" y="0"/>
                  </a:moveTo>
                  <a:lnTo>
                    <a:pt x="794" y="3"/>
                  </a:lnTo>
                  <a:lnTo>
                    <a:pt x="859" y="12"/>
                  </a:lnTo>
                  <a:lnTo>
                    <a:pt x="921" y="26"/>
                  </a:lnTo>
                  <a:lnTo>
                    <a:pt x="981" y="46"/>
                  </a:lnTo>
                  <a:lnTo>
                    <a:pt x="1039" y="70"/>
                  </a:lnTo>
                  <a:lnTo>
                    <a:pt x="1094" y="99"/>
                  </a:lnTo>
                  <a:lnTo>
                    <a:pt x="1147" y="133"/>
                  </a:lnTo>
                  <a:lnTo>
                    <a:pt x="1196" y="171"/>
                  </a:lnTo>
                  <a:lnTo>
                    <a:pt x="1242" y="213"/>
                  </a:lnTo>
                  <a:lnTo>
                    <a:pt x="1284" y="259"/>
                  </a:lnTo>
                  <a:lnTo>
                    <a:pt x="1321" y="308"/>
                  </a:lnTo>
                  <a:lnTo>
                    <a:pt x="1355" y="360"/>
                  </a:lnTo>
                  <a:lnTo>
                    <a:pt x="1385" y="416"/>
                  </a:lnTo>
                  <a:lnTo>
                    <a:pt x="1409" y="474"/>
                  </a:lnTo>
                  <a:lnTo>
                    <a:pt x="1429" y="534"/>
                  </a:lnTo>
                  <a:lnTo>
                    <a:pt x="1443" y="597"/>
                  </a:lnTo>
                  <a:lnTo>
                    <a:pt x="1451" y="661"/>
                  </a:lnTo>
                  <a:lnTo>
                    <a:pt x="1455" y="728"/>
                  </a:lnTo>
                  <a:lnTo>
                    <a:pt x="1451" y="793"/>
                  </a:lnTo>
                  <a:lnTo>
                    <a:pt x="1443" y="858"/>
                  </a:lnTo>
                  <a:lnTo>
                    <a:pt x="1429" y="920"/>
                  </a:lnTo>
                  <a:lnTo>
                    <a:pt x="1409" y="981"/>
                  </a:lnTo>
                  <a:lnTo>
                    <a:pt x="1385" y="1039"/>
                  </a:lnTo>
                  <a:lnTo>
                    <a:pt x="1355" y="1095"/>
                  </a:lnTo>
                  <a:lnTo>
                    <a:pt x="1321" y="1147"/>
                  </a:lnTo>
                  <a:lnTo>
                    <a:pt x="1284" y="1196"/>
                  </a:lnTo>
                  <a:lnTo>
                    <a:pt x="1242" y="1242"/>
                  </a:lnTo>
                  <a:lnTo>
                    <a:pt x="1196" y="1284"/>
                  </a:lnTo>
                  <a:lnTo>
                    <a:pt x="1147" y="1322"/>
                  </a:lnTo>
                  <a:lnTo>
                    <a:pt x="1094" y="1356"/>
                  </a:lnTo>
                  <a:lnTo>
                    <a:pt x="1039" y="1384"/>
                  </a:lnTo>
                  <a:lnTo>
                    <a:pt x="981" y="1409"/>
                  </a:lnTo>
                  <a:lnTo>
                    <a:pt x="921" y="1428"/>
                  </a:lnTo>
                  <a:lnTo>
                    <a:pt x="859" y="1443"/>
                  </a:lnTo>
                  <a:lnTo>
                    <a:pt x="794" y="1452"/>
                  </a:lnTo>
                  <a:lnTo>
                    <a:pt x="727" y="1455"/>
                  </a:lnTo>
                  <a:lnTo>
                    <a:pt x="662" y="1452"/>
                  </a:lnTo>
                  <a:lnTo>
                    <a:pt x="597" y="1443"/>
                  </a:lnTo>
                  <a:lnTo>
                    <a:pt x="535" y="1428"/>
                  </a:lnTo>
                  <a:lnTo>
                    <a:pt x="475" y="1409"/>
                  </a:lnTo>
                  <a:lnTo>
                    <a:pt x="416" y="1384"/>
                  </a:lnTo>
                  <a:lnTo>
                    <a:pt x="361" y="1356"/>
                  </a:lnTo>
                  <a:lnTo>
                    <a:pt x="309" y="1322"/>
                  </a:lnTo>
                  <a:lnTo>
                    <a:pt x="260" y="1284"/>
                  </a:lnTo>
                  <a:lnTo>
                    <a:pt x="213" y="1242"/>
                  </a:lnTo>
                  <a:lnTo>
                    <a:pt x="171" y="1196"/>
                  </a:lnTo>
                  <a:lnTo>
                    <a:pt x="134" y="1147"/>
                  </a:lnTo>
                  <a:lnTo>
                    <a:pt x="100" y="1095"/>
                  </a:lnTo>
                  <a:lnTo>
                    <a:pt x="70" y="1039"/>
                  </a:lnTo>
                  <a:lnTo>
                    <a:pt x="46" y="981"/>
                  </a:lnTo>
                  <a:lnTo>
                    <a:pt x="26" y="920"/>
                  </a:lnTo>
                  <a:lnTo>
                    <a:pt x="12" y="858"/>
                  </a:lnTo>
                  <a:lnTo>
                    <a:pt x="4" y="793"/>
                  </a:lnTo>
                  <a:lnTo>
                    <a:pt x="0" y="728"/>
                  </a:lnTo>
                  <a:lnTo>
                    <a:pt x="4" y="661"/>
                  </a:lnTo>
                  <a:lnTo>
                    <a:pt x="12" y="597"/>
                  </a:lnTo>
                  <a:lnTo>
                    <a:pt x="26" y="534"/>
                  </a:lnTo>
                  <a:lnTo>
                    <a:pt x="46" y="474"/>
                  </a:lnTo>
                  <a:lnTo>
                    <a:pt x="70" y="416"/>
                  </a:lnTo>
                  <a:lnTo>
                    <a:pt x="100" y="360"/>
                  </a:lnTo>
                  <a:lnTo>
                    <a:pt x="134" y="308"/>
                  </a:lnTo>
                  <a:lnTo>
                    <a:pt x="171" y="259"/>
                  </a:lnTo>
                  <a:lnTo>
                    <a:pt x="213" y="213"/>
                  </a:lnTo>
                  <a:lnTo>
                    <a:pt x="260" y="171"/>
                  </a:lnTo>
                  <a:lnTo>
                    <a:pt x="309" y="133"/>
                  </a:lnTo>
                  <a:lnTo>
                    <a:pt x="361" y="99"/>
                  </a:lnTo>
                  <a:lnTo>
                    <a:pt x="416" y="70"/>
                  </a:lnTo>
                  <a:lnTo>
                    <a:pt x="475" y="46"/>
                  </a:lnTo>
                  <a:lnTo>
                    <a:pt x="535" y="26"/>
                  </a:lnTo>
                  <a:lnTo>
                    <a:pt x="597" y="12"/>
                  </a:lnTo>
                  <a:lnTo>
                    <a:pt x="662" y="3"/>
                  </a:lnTo>
                  <a:lnTo>
                    <a:pt x="72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2" name="Group 48">
            <a:extLst>
              <a:ext uri="{FF2B5EF4-FFF2-40B4-BE49-F238E27FC236}">
                <a16:creationId xmlns:a16="http://schemas.microsoft.com/office/drawing/2014/main" id="{38644B9B-8C81-4ED9-9175-19FA401C4393}"/>
              </a:ext>
            </a:extLst>
          </p:cNvPr>
          <p:cNvGrpSpPr/>
          <p:nvPr/>
        </p:nvGrpSpPr>
        <p:grpSpPr>
          <a:xfrm>
            <a:off x="7757800" y="3686030"/>
            <a:ext cx="553733" cy="703280"/>
            <a:chOff x="9136063" y="1916113"/>
            <a:chExt cx="434976" cy="552451"/>
          </a:xfrm>
          <a:solidFill>
            <a:schemeClr val="bg1"/>
          </a:solidFill>
        </p:grpSpPr>
        <p:sp>
          <p:nvSpPr>
            <p:cNvPr id="100" name="Freeform 30">
              <a:extLst>
                <a:ext uri="{FF2B5EF4-FFF2-40B4-BE49-F238E27FC236}">
                  <a16:creationId xmlns:a16="http://schemas.microsoft.com/office/drawing/2014/main" id="{9D024ECD-8CCD-400D-87C5-2F59F6F0AE7A}"/>
                </a:ext>
              </a:extLst>
            </p:cNvPr>
            <p:cNvSpPr/>
            <p:nvPr/>
          </p:nvSpPr>
          <p:spPr bwMode="auto">
            <a:xfrm>
              <a:off x="9136063" y="1916113"/>
              <a:ext cx="425450" cy="455613"/>
            </a:xfrm>
            <a:custGeom>
              <a:avLst/>
              <a:gdLst>
                <a:gd name="T0" fmla="*/ 1511 w 2678"/>
                <a:gd name="T1" fmla="*/ 13 h 2875"/>
                <a:gd name="T2" fmla="*/ 1714 w 2678"/>
                <a:gd name="T3" fmla="*/ 104 h 2875"/>
                <a:gd name="T4" fmla="*/ 1862 w 2678"/>
                <a:gd name="T5" fmla="*/ 267 h 2875"/>
                <a:gd name="T6" fmla="*/ 1932 w 2678"/>
                <a:gd name="T7" fmla="*/ 480 h 2875"/>
                <a:gd name="T8" fmla="*/ 1926 w 2678"/>
                <a:gd name="T9" fmla="*/ 1135 h 2875"/>
                <a:gd name="T10" fmla="*/ 1857 w 2678"/>
                <a:gd name="T11" fmla="*/ 1263 h 2875"/>
                <a:gd name="T12" fmla="*/ 1881 w 2678"/>
                <a:gd name="T13" fmla="*/ 1754 h 2875"/>
                <a:gd name="T14" fmla="*/ 2031 w 2678"/>
                <a:gd name="T15" fmla="*/ 1836 h 2875"/>
                <a:gd name="T16" fmla="*/ 2226 w 2678"/>
                <a:gd name="T17" fmla="*/ 1956 h 2875"/>
                <a:gd name="T18" fmla="*/ 2447 w 2678"/>
                <a:gd name="T19" fmla="*/ 2110 h 2875"/>
                <a:gd name="T20" fmla="*/ 2616 w 2678"/>
                <a:gd name="T21" fmla="*/ 2258 h 2875"/>
                <a:gd name="T22" fmla="*/ 2676 w 2678"/>
                <a:gd name="T23" fmla="*/ 2406 h 2875"/>
                <a:gd name="T24" fmla="*/ 2668 w 2678"/>
                <a:gd name="T25" fmla="*/ 2840 h 2875"/>
                <a:gd name="T26" fmla="*/ 2608 w 2678"/>
                <a:gd name="T27" fmla="*/ 2875 h 2875"/>
                <a:gd name="T28" fmla="*/ 2547 w 2678"/>
                <a:gd name="T29" fmla="*/ 2840 h 2875"/>
                <a:gd name="T30" fmla="*/ 2534 w 2678"/>
                <a:gd name="T31" fmla="*/ 2416 h 2875"/>
                <a:gd name="T32" fmla="*/ 2470 w 2678"/>
                <a:gd name="T33" fmla="*/ 2307 h 2875"/>
                <a:gd name="T34" fmla="*/ 2258 w 2678"/>
                <a:gd name="T35" fmla="*/ 2147 h 2875"/>
                <a:gd name="T36" fmla="*/ 2058 w 2678"/>
                <a:gd name="T37" fmla="*/ 2016 h 2875"/>
                <a:gd name="T38" fmla="*/ 1890 w 2678"/>
                <a:gd name="T39" fmla="*/ 1918 h 2875"/>
                <a:gd name="T40" fmla="*/ 1774 w 2678"/>
                <a:gd name="T41" fmla="*/ 1857 h 2875"/>
                <a:gd name="T42" fmla="*/ 1709 w 2678"/>
                <a:gd name="T43" fmla="*/ 1815 h 2875"/>
                <a:gd name="T44" fmla="*/ 1689 w 2678"/>
                <a:gd name="T45" fmla="*/ 1255 h 2875"/>
                <a:gd name="T46" fmla="*/ 1721 w 2678"/>
                <a:gd name="T47" fmla="*/ 1197 h 2875"/>
                <a:gd name="T48" fmla="*/ 1785 w 2678"/>
                <a:gd name="T49" fmla="*/ 1113 h 2875"/>
                <a:gd name="T50" fmla="*/ 1791 w 2678"/>
                <a:gd name="T51" fmla="*/ 489 h 2875"/>
                <a:gd name="T52" fmla="*/ 1723 w 2678"/>
                <a:gd name="T53" fmla="*/ 312 h 2875"/>
                <a:gd name="T54" fmla="*/ 1582 w 2678"/>
                <a:gd name="T55" fmla="*/ 188 h 2875"/>
                <a:gd name="T56" fmla="*/ 1395 w 2678"/>
                <a:gd name="T57" fmla="*/ 140 h 2875"/>
                <a:gd name="T58" fmla="*/ 1138 w 2678"/>
                <a:gd name="T59" fmla="*/ 168 h 2875"/>
                <a:gd name="T60" fmla="*/ 984 w 2678"/>
                <a:gd name="T61" fmla="*/ 274 h 2875"/>
                <a:gd name="T62" fmla="*/ 895 w 2678"/>
                <a:gd name="T63" fmla="*/ 441 h 2875"/>
                <a:gd name="T64" fmla="*/ 885 w 2678"/>
                <a:gd name="T65" fmla="*/ 1086 h 2875"/>
                <a:gd name="T66" fmla="*/ 934 w 2678"/>
                <a:gd name="T67" fmla="*/ 1179 h 2875"/>
                <a:gd name="T68" fmla="*/ 985 w 2678"/>
                <a:gd name="T69" fmla="*/ 1237 h 2875"/>
                <a:gd name="T70" fmla="*/ 979 w 2678"/>
                <a:gd name="T71" fmla="*/ 1797 h 2875"/>
                <a:gd name="T72" fmla="*/ 922 w 2678"/>
                <a:gd name="T73" fmla="*/ 1847 h 2875"/>
                <a:gd name="T74" fmla="*/ 822 w 2678"/>
                <a:gd name="T75" fmla="*/ 1899 h 2875"/>
                <a:gd name="T76" fmla="*/ 665 w 2678"/>
                <a:gd name="T77" fmla="*/ 1988 h 2875"/>
                <a:gd name="T78" fmla="*/ 470 w 2678"/>
                <a:gd name="T79" fmla="*/ 2111 h 2875"/>
                <a:gd name="T80" fmla="*/ 259 w 2678"/>
                <a:gd name="T81" fmla="*/ 2264 h 2875"/>
                <a:gd name="T82" fmla="*/ 151 w 2678"/>
                <a:gd name="T83" fmla="*/ 2384 h 2875"/>
                <a:gd name="T84" fmla="*/ 137 w 2678"/>
                <a:gd name="T85" fmla="*/ 2823 h 2875"/>
                <a:gd name="T86" fmla="*/ 88 w 2678"/>
                <a:gd name="T87" fmla="*/ 2872 h 2875"/>
                <a:gd name="T88" fmla="*/ 19 w 2678"/>
                <a:gd name="T89" fmla="*/ 2854 h 2875"/>
                <a:gd name="T90" fmla="*/ 0 w 2678"/>
                <a:gd name="T91" fmla="*/ 2448 h 2875"/>
                <a:gd name="T92" fmla="*/ 39 w 2678"/>
                <a:gd name="T93" fmla="*/ 2292 h 2875"/>
                <a:gd name="T94" fmla="*/ 173 w 2678"/>
                <a:gd name="T95" fmla="*/ 2153 h 2875"/>
                <a:gd name="T96" fmla="*/ 397 w 2678"/>
                <a:gd name="T97" fmla="*/ 1992 h 2875"/>
                <a:gd name="T98" fmla="*/ 601 w 2678"/>
                <a:gd name="T99" fmla="*/ 1863 h 2875"/>
                <a:gd name="T100" fmla="*/ 765 w 2678"/>
                <a:gd name="T101" fmla="*/ 1771 h 2875"/>
                <a:gd name="T102" fmla="*/ 847 w 2678"/>
                <a:gd name="T103" fmla="*/ 1290 h 2875"/>
                <a:gd name="T104" fmla="*/ 762 w 2678"/>
                <a:gd name="T105" fmla="*/ 1169 h 2875"/>
                <a:gd name="T106" fmla="*/ 742 w 2678"/>
                <a:gd name="T107" fmla="*/ 539 h 2875"/>
                <a:gd name="T108" fmla="*/ 791 w 2678"/>
                <a:gd name="T109" fmla="*/ 316 h 2875"/>
                <a:gd name="T110" fmla="*/ 921 w 2678"/>
                <a:gd name="T111" fmla="*/ 139 h 2875"/>
                <a:gd name="T112" fmla="*/ 1112 w 2678"/>
                <a:gd name="T113" fmla="*/ 27 h 2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78" h="2875">
                  <a:moveTo>
                    <a:pt x="1282" y="0"/>
                  </a:moveTo>
                  <a:lnTo>
                    <a:pt x="1395" y="0"/>
                  </a:lnTo>
                  <a:lnTo>
                    <a:pt x="1454" y="3"/>
                  </a:lnTo>
                  <a:lnTo>
                    <a:pt x="1511" y="13"/>
                  </a:lnTo>
                  <a:lnTo>
                    <a:pt x="1566" y="27"/>
                  </a:lnTo>
                  <a:lnTo>
                    <a:pt x="1617" y="49"/>
                  </a:lnTo>
                  <a:lnTo>
                    <a:pt x="1667" y="74"/>
                  </a:lnTo>
                  <a:lnTo>
                    <a:pt x="1714" y="104"/>
                  </a:lnTo>
                  <a:lnTo>
                    <a:pt x="1757" y="139"/>
                  </a:lnTo>
                  <a:lnTo>
                    <a:pt x="1796" y="178"/>
                  </a:lnTo>
                  <a:lnTo>
                    <a:pt x="1831" y="220"/>
                  </a:lnTo>
                  <a:lnTo>
                    <a:pt x="1862" y="267"/>
                  </a:lnTo>
                  <a:lnTo>
                    <a:pt x="1887" y="316"/>
                  </a:lnTo>
                  <a:lnTo>
                    <a:pt x="1908" y="369"/>
                  </a:lnTo>
                  <a:lnTo>
                    <a:pt x="1923" y="424"/>
                  </a:lnTo>
                  <a:lnTo>
                    <a:pt x="1932" y="480"/>
                  </a:lnTo>
                  <a:lnTo>
                    <a:pt x="1936" y="539"/>
                  </a:lnTo>
                  <a:lnTo>
                    <a:pt x="1936" y="1060"/>
                  </a:lnTo>
                  <a:lnTo>
                    <a:pt x="1933" y="1098"/>
                  </a:lnTo>
                  <a:lnTo>
                    <a:pt x="1926" y="1135"/>
                  </a:lnTo>
                  <a:lnTo>
                    <a:pt x="1915" y="1169"/>
                  </a:lnTo>
                  <a:lnTo>
                    <a:pt x="1900" y="1203"/>
                  </a:lnTo>
                  <a:lnTo>
                    <a:pt x="1881" y="1235"/>
                  </a:lnTo>
                  <a:lnTo>
                    <a:pt x="1857" y="1263"/>
                  </a:lnTo>
                  <a:lnTo>
                    <a:pt x="1831" y="1290"/>
                  </a:lnTo>
                  <a:lnTo>
                    <a:pt x="1831" y="1728"/>
                  </a:lnTo>
                  <a:lnTo>
                    <a:pt x="1853" y="1739"/>
                  </a:lnTo>
                  <a:lnTo>
                    <a:pt x="1881" y="1754"/>
                  </a:lnTo>
                  <a:lnTo>
                    <a:pt x="1912" y="1771"/>
                  </a:lnTo>
                  <a:lnTo>
                    <a:pt x="1948" y="1791"/>
                  </a:lnTo>
                  <a:lnTo>
                    <a:pt x="1987" y="1812"/>
                  </a:lnTo>
                  <a:lnTo>
                    <a:pt x="2031" y="1836"/>
                  </a:lnTo>
                  <a:lnTo>
                    <a:pt x="2076" y="1863"/>
                  </a:lnTo>
                  <a:lnTo>
                    <a:pt x="2124" y="1892"/>
                  </a:lnTo>
                  <a:lnTo>
                    <a:pt x="2174" y="1923"/>
                  </a:lnTo>
                  <a:lnTo>
                    <a:pt x="2226" y="1956"/>
                  </a:lnTo>
                  <a:lnTo>
                    <a:pt x="2280" y="1992"/>
                  </a:lnTo>
                  <a:lnTo>
                    <a:pt x="2335" y="2030"/>
                  </a:lnTo>
                  <a:lnTo>
                    <a:pt x="2391" y="2069"/>
                  </a:lnTo>
                  <a:lnTo>
                    <a:pt x="2447" y="2110"/>
                  </a:lnTo>
                  <a:lnTo>
                    <a:pt x="2504" y="2153"/>
                  </a:lnTo>
                  <a:lnTo>
                    <a:pt x="2560" y="2199"/>
                  </a:lnTo>
                  <a:lnTo>
                    <a:pt x="2590" y="2227"/>
                  </a:lnTo>
                  <a:lnTo>
                    <a:pt x="2616" y="2258"/>
                  </a:lnTo>
                  <a:lnTo>
                    <a:pt x="2637" y="2292"/>
                  </a:lnTo>
                  <a:lnTo>
                    <a:pt x="2655" y="2328"/>
                  </a:lnTo>
                  <a:lnTo>
                    <a:pt x="2668" y="2366"/>
                  </a:lnTo>
                  <a:lnTo>
                    <a:pt x="2676" y="2406"/>
                  </a:lnTo>
                  <a:lnTo>
                    <a:pt x="2678" y="2448"/>
                  </a:lnTo>
                  <a:lnTo>
                    <a:pt x="2678" y="2805"/>
                  </a:lnTo>
                  <a:lnTo>
                    <a:pt x="2676" y="2823"/>
                  </a:lnTo>
                  <a:lnTo>
                    <a:pt x="2668" y="2840"/>
                  </a:lnTo>
                  <a:lnTo>
                    <a:pt x="2658" y="2855"/>
                  </a:lnTo>
                  <a:lnTo>
                    <a:pt x="2643" y="2865"/>
                  </a:lnTo>
                  <a:lnTo>
                    <a:pt x="2626" y="2873"/>
                  </a:lnTo>
                  <a:lnTo>
                    <a:pt x="2608" y="2875"/>
                  </a:lnTo>
                  <a:lnTo>
                    <a:pt x="2589" y="2873"/>
                  </a:lnTo>
                  <a:lnTo>
                    <a:pt x="2572" y="2865"/>
                  </a:lnTo>
                  <a:lnTo>
                    <a:pt x="2557" y="2855"/>
                  </a:lnTo>
                  <a:lnTo>
                    <a:pt x="2547" y="2840"/>
                  </a:lnTo>
                  <a:lnTo>
                    <a:pt x="2539" y="2823"/>
                  </a:lnTo>
                  <a:lnTo>
                    <a:pt x="2537" y="2805"/>
                  </a:lnTo>
                  <a:lnTo>
                    <a:pt x="2537" y="2448"/>
                  </a:lnTo>
                  <a:lnTo>
                    <a:pt x="2534" y="2416"/>
                  </a:lnTo>
                  <a:lnTo>
                    <a:pt x="2525" y="2385"/>
                  </a:lnTo>
                  <a:lnTo>
                    <a:pt x="2512" y="2356"/>
                  </a:lnTo>
                  <a:lnTo>
                    <a:pt x="2494" y="2331"/>
                  </a:lnTo>
                  <a:lnTo>
                    <a:pt x="2470" y="2307"/>
                  </a:lnTo>
                  <a:lnTo>
                    <a:pt x="2418" y="2265"/>
                  </a:lnTo>
                  <a:lnTo>
                    <a:pt x="2365" y="2224"/>
                  </a:lnTo>
                  <a:lnTo>
                    <a:pt x="2311" y="2185"/>
                  </a:lnTo>
                  <a:lnTo>
                    <a:pt x="2258" y="2147"/>
                  </a:lnTo>
                  <a:lnTo>
                    <a:pt x="2206" y="2111"/>
                  </a:lnTo>
                  <a:lnTo>
                    <a:pt x="2155" y="2077"/>
                  </a:lnTo>
                  <a:lnTo>
                    <a:pt x="2106" y="2046"/>
                  </a:lnTo>
                  <a:lnTo>
                    <a:pt x="2058" y="2016"/>
                  </a:lnTo>
                  <a:lnTo>
                    <a:pt x="2013" y="1989"/>
                  </a:lnTo>
                  <a:lnTo>
                    <a:pt x="1968" y="1963"/>
                  </a:lnTo>
                  <a:lnTo>
                    <a:pt x="1928" y="1939"/>
                  </a:lnTo>
                  <a:lnTo>
                    <a:pt x="1890" y="1918"/>
                  </a:lnTo>
                  <a:lnTo>
                    <a:pt x="1855" y="1899"/>
                  </a:lnTo>
                  <a:lnTo>
                    <a:pt x="1825" y="1882"/>
                  </a:lnTo>
                  <a:lnTo>
                    <a:pt x="1797" y="1869"/>
                  </a:lnTo>
                  <a:lnTo>
                    <a:pt x="1774" y="1857"/>
                  </a:lnTo>
                  <a:lnTo>
                    <a:pt x="1756" y="1848"/>
                  </a:lnTo>
                  <a:lnTo>
                    <a:pt x="1742" y="1841"/>
                  </a:lnTo>
                  <a:lnTo>
                    <a:pt x="1724" y="1830"/>
                  </a:lnTo>
                  <a:lnTo>
                    <a:pt x="1709" y="1815"/>
                  </a:lnTo>
                  <a:lnTo>
                    <a:pt x="1699" y="1798"/>
                  </a:lnTo>
                  <a:lnTo>
                    <a:pt x="1692" y="1778"/>
                  </a:lnTo>
                  <a:lnTo>
                    <a:pt x="1689" y="1757"/>
                  </a:lnTo>
                  <a:lnTo>
                    <a:pt x="1689" y="1255"/>
                  </a:lnTo>
                  <a:lnTo>
                    <a:pt x="1691" y="1238"/>
                  </a:lnTo>
                  <a:lnTo>
                    <a:pt x="1698" y="1222"/>
                  </a:lnTo>
                  <a:lnTo>
                    <a:pt x="1707" y="1207"/>
                  </a:lnTo>
                  <a:lnTo>
                    <a:pt x="1721" y="1197"/>
                  </a:lnTo>
                  <a:lnTo>
                    <a:pt x="1742" y="1179"/>
                  </a:lnTo>
                  <a:lnTo>
                    <a:pt x="1760" y="1159"/>
                  </a:lnTo>
                  <a:lnTo>
                    <a:pt x="1775" y="1137"/>
                  </a:lnTo>
                  <a:lnTo>
                    <a:pt x="1785" y="1113"/>
                  </a:lnTo>
                  <a:lnTo>
                    <a:pt x="1792" y="1086"/>
                  </a:lnTo>
                  <a:lnTo>
                    <a:pt x="1794" y="1060"/>
                  </a:lnTo>
                  <a:lnTo>
                    <a:pt x="1794" y="539"/>
                  </a:lnTo>
                  <a:lnTo>
                    <a:pt x="1791" y="489"/>
                  </a:lnTo>
                  <a:lnTo>
                    <a:pt x="1782" y="441"/>
                  </a:lnTo>
                  <a:lnTo>
                    <a:pt x="1767" y="395"/>
                  </a:lnTo>
                  <a:lnTo>
                    <a:pt x="1747" y="352"/>
                  </a:lnTo>
                  <a:lnTo>
                    <a:pt x="1723" y="312"/>
                  </a:lnTo>
                  <a:lnTo>
                    <a:pt x="1693" y="274"/>
                  </a:lnTo>
                  <a:lnTo>
                    <a:pt x="1660" y="241"/>
                  </a:lnTo>
                  <a:lnTo>
                    <a:pt x="1623" y="212"/>
                  </a:lnTo>
                  <a:lnTo>
                    <a:pt x="1582" y="188"/>
                  </a:lnTo>
                  <a:lnTo>
                    <a:pt x="1539" y="168"/>
                  </a:lnTo>
                  <a:lnTo>
                    <a:pt x="1493" y="153"/>
                  </a:lnTo>
                  <a:lnTo>
                    <a:pt x="1445" y="143"/>
                  </a:lnTo>
                  <a:lnTo>
                    <a:pt x="1395" y="140"/>
                  </a:lnTo>
                  <a:lnTo>
                    <a:pt x="1282" y="140"/>
                  </a:lnTo>
                  <a:lnTo>
                    <a:pt x="1233" y="143"/>
                  </a:lnTo>
                  <a:lnTo>
                    <a:pt x="1184" y="153"/>
                  </a:lnTo>
                  <a:lnTo>
                    <a:pt x="1138" y="168"/>
                  </a:lnTo>
                  <a:lnTo>
                    <a:pt x="1095" y="188"/>
                  </a:lnTo>
                  <a:lnTo>
                    <a:pt x="1055" y="212"/>
                  </a:lnTo>
                  <a:lnTo>
                    <a:pt x="1017" y="241"/>
                  </a:lnTo>
                  <a:lnTo>
                    <a:pt x="984" y="274"/>
                  </a:lnTo>
                  <a:lnTo>
                    <a:pt x="955" y="312"/>
                  </a:lnTo>
                  <a:lnTo>
                    <a:pt x="930" y="352"/>
                  </a:lnTo>
                  <a:lnTo>
                    <a:pt x="910" y="395"/>
                  </a:lnTo>
                  <a:lnTo>
                    <a:pt x="895" y="441"/>
                  </a:lnTo>
                  <a:lnTo>
                    <a:pt x="886" y="489"/>
                  </a:lnTo>
                  <a:lnTo>
                    <a:pt x="883" y="539"/>
                  </a:lnTo>
                  <a:lnTo>
                    <a:pt x="883" y="1059"/>
                  </a:lnTo>
                  <a:lnTo>
                    <a:pt x="885" y="1086"/>
                  </a:lnTo>
                  <a:lnTo>
                    <a:pt x="892" y="1113"/>
                  </a:lnTo>
                  <a:lnTo>
                    <a:pt x="903" y="1137"/>
                  </a:lnTo>
                  <a:lnTo>
                    <a:pt x="917" y="1159"/>
                  </a:lnTo>
                  <a:lnTo>
                    <a:pt x="934" y="1179"/>
                  </a:lnTo>
                  <a:lnTo>
                    <a:pt x="957" y="1196"/>
                  </a:lnTo>
                  <a:lnTo>
                    <a:pt x="969" y="1207"/>
                  </a:lnTo>
                  <a:lnTo>
                    <a:pt x="979" y="1221"/>
                  </a:lnTo>
                  <a:lnTo>
                    <a:pt x="985" y="1237"/>
                  </a:lnTo>
                  <a:lnTo>
                    <a:pt x="987" y="1254"/>
                  </a:lnTo>
                  <a:lnTo>
                    <a:pt x="987" y="1756"/>
                  </a:lnTo>
                  <a:lnTo>
                    <a:pt x="985" y="1777"/>
                  </a:lnTo>
                  <a:lnTo>
                    <a:pt x="979" y="1797"/>
                  </a:lnTo>
                  <a:lnTo>
                    <a:pt x="967" y="1814"/>
                  </a:lnTo>
                  <a:lnTo>
                    <a:pt x="954" y="1829"/>
                  </a:lnTo>
                  <a:lnTo>
                    <a:pt x="936" y="1840"/>
                  </a:lnTo>
                  <a:lnTo>
                    <a:pt x="922" y="1847"/>
                  </a:lnTo>
                  <a:lnTo>
                    <a:pt x="903" y="1856"/>
                  </a:lnTo>
                  <a:lnTo>
                    <a:pt x="881" y="1868"/>
                  </a:lnTo>
                  <a:lnTo>
                    <a:pt x="853" y="1882"/>
                  </a:lnTo>
                  <a:lnTo>
                    <a:pt x="822" y="1899"/>
                  </a:lnTo>
                  <a:lnTo>
                    <a:pt x="788" y="1918"/>
                  </a:lnTo>
                  <a:lnTo>
                    <a:pt x="749" y="1939"/>
                  </a:lnTo>
                  <a:lnTo>
                    <a:pt x="708" y="1963"/>
                  </a:lnTo>
                  <a:lnTo>
                    <a:pt x="665" y="1988"/>
                  </a:lnTo>
                  <a:lnTo>
                    <a:pt x="619" y="2015"/>
                  </a:lnTo>
                  <a:lnTo>
                    <a:pt x="571" y="2046"/>
                  </a:lnTo>
                  <a:lnTo>
                    <a:pt x="522" y="2077"/>
                  </a:lnTo>
                  <a:lnTo>
                    <a:pt x="470" y="2111"/>
                  </a:lnTo>
                  <a:lnTo>
                    <a:pt x="419" y="2146"/>
                  </a:lnTo>
                  <a:lnTo>
                    <a:pt x="366" y="2184"/>
                  </a:lnTo>
                  <a:lnTo>
                    <a:pt x="313" y="2223"/>
                  </a:lnTo>
                  <a:lnTo>
                    <a:pt x="259" y="2264"/>
                  </a:lnTo>
                  <a:lnTo>
                    <a:pt x="206" y="2306"/>
                  </a:lnTo>
                  <a:lnTo>
                    <a:pt x="183" y="2329"/>
                  </a:lnTo>
                  <a:lnTo>
                    <a:pt x="165" y="2356"/>
                  </a:lnTo>
                  <a:lnTo>
                    <a:pt x="151" y="2384"/>
                  </a:lnTo>
                  <a:lnTo>
                    <a:pt x="143" y="2415"/>
                  </a:lnTo>
                  <a:lnTo>
                    <a:pt x="140" y="2448"/>
                  </a:lnTo>
                  <a:lnTo>
                    <a:pt x="140" y="2804"/>
                  </a:lnTo>
                  <a:lnTo>
                    <a:pt x="137" y="2823"/>
                  </a:lnTo>
                  <a:lnTo>
                    <a:pt x="130" y="2840"/>
                  </a:lnTo>
                  <a:lnTo>
                    <a:pt x="119" y="2854"/>
                  </a:lnTo>
                  <a:lnTo>
                    <a:pt x="105" y="2864"/>
                  </a:lnTo>
                  <a:lnTo>
                    <a:pt x="88" y="2872"/>
                  </a:lnTo>
                  <a:lnTo>
                    <a:pt x="70" y="2875"/>
                  </a:lnTo>
                  <a:lnTo>
                    <a:pt x="51" y="2872"/>
                  </a:lnTo>
                  <a:lnTo>
                    <a:pt x="34" y="2865"/>
                  </a:lnTo>
                  <a:lnTo>
                    <a:pt x="19" y="2854"/>
                  </a:lnTo>
                  <a:lnTo>
                    <a:pt x="8" y="2840"/>
                  </a:lnTo>
                  <a:lnTo>
                    <a:pt x="2" y="2823"/>
                  </a:lnTo>
                  <a:lnTo>
                    <a:pt x="0" y="2805"/>
                  </a:lnTo>
                  <a:lnTo>
                    <a:pt x="0" y="2448"/>
                  </a:lnTo>
                  <a:lnTo>
                    <a:pt x="2" y="2406"/>
                  </a:lnTo>
                  <a:lnTo>
                    <a:pt x="10" y="2366"/>
                  </a:lnTo>
                  <a:lnTo>
                    <a:pt x="22" y="2328"/>
                  </a:lnTo>
                  <a:lnTo>
                    <a:pt x="39" y="2292"/>
                  </a:lnTo>
                  <a:lnTo>
                    <a:pt x="61" y="2258"/>
                  </a:lnTo>
                  <a:lnTo>
                    <a:pt x="87" y="2227"/>
                  </a:lnTo>
                  <a:lnTo>
                    <a:pt x="117" y="2199"/>
                  </a:lnTo>
                  <a:lnTo>
                    <a:pt x="173" y="2153"/>
                  </a:lnTo>
                  <a:lnTo>
                    <a:pt x="229" y="2110"/>
                  </a:lnTo>
                  <a:lnTo>
                    <a:pt x="286" y="2069"/>
                  </a:lnTo>
                  <a:lnTo>
                    <a:pt x="343" y="2030"/>
                  </a:lnTo>
                  <a:lnTo>
                    <a:pt x="397" y="1992"/>
                  </a:lnTo>
                  <a:lnTo>
                    <a:pt x="450" y="1956"/>
                  </a:lnTo>
                  <a:lnTo>
                    <a:pt x="503" y="1923"/>
                  </a:lnTo>
                  <a:lnTo>
                    <a:pt x="554" y="1892"/>
                  </a:lnTo>
                  <a:lnTo>
                    <a:pt x="601" y="1863"/>
                  </a:lnTo>
                  <a:lnTo>
                    <a:pt x="647" y="1836"/>
                  </a:lnTo>
                  <a:lnTo>
                    <a:pt x="690" y="1812"/>
                  </a:lnTo>
                  <a:lnTo>
                    <a:pt x="729" y="1791"/>
                  </a:lnTo>
                  <a:lnTo>
                    <a:pt x="765" y="1771"/>
                  </a:lnTo>
                  <a:lnTo>
                    <a:pt x="797" y="1754"/>
                  </a:lnTo>
                  <a:lnTo>
                    <a:pt x="825" y="1739"/>
                  </a:lnTo>
                  <a:lnTo>
                    <a:pt x="847" y="1728"/>
                  </a:lnTo>
                  <a:lnTo>
                    <a:pt x="847" y="1290"/>
                  </a:lnTo>
                  <a:lnTo>
                    <a:pt x="820" y="1263"/>
                  </a:lnTo>
                  <a:lnTo>
                    <a:pt x="797" y="1235"/>
                  </a:lnTo>
                  <a:lnTo>
                    <a:pt x="778" y="1203"/>
                  </a:lnTo>
                  <a:lnTo>
                    <a:pt x="762" y="1169"/>
                  </a:lnTo>
                  <a:lnTo>
                    <a:pt x="752" y="1134"/>
                  </a:lnTo>
                  <a:lnTo>
                    <a:pt x="744" y="1098"/>
                  </a:lnTo>
                  <a:lnTo>
                    <a:pt x="742" y="1060"/>
                  </a:lnTo>
                  <a:lnTo>
                    <a:pt x="742" y="539"/>
                  </a:lnTo>
                  <a:lnTo>
                    <a:pt x="745" y="481"/>
                  </a:lnTo>
                  <a:lnTo>
                    <a:pt x="755" y="424"/>
                  </a:lnTo>
                  <a:lnTo>
                    <a:pt x="770" y="369"/>
                  </a:lnTo>
                  <a:lnTo>
                    <a:pt x="791" y="316"/>
                  </a:lnTo>
                  <a:lnTo>
                    <a:pt x="816" y="268"/>
                  </a:lnTo>
                  <a:lnTo>
                    <a:pt x="847" y="221"/>
                  </a:lnTo>
                  <a:lnTo>
                    <a:pt x="882" y="178"/>
                  </a:lnTo>
                  <a:lnTo>
                    <a:pt x="921" y="139"/>
                  </a:lnTo>
                  <a:lnTo>
                    <a:pt x="963" y="104"/>
                  </a:lnTo>
                  <a:lnTo>
                    <a:pt x="1010" y="74"/>
                  </a:lnTo>
                  <a:lnTo>
                    <a:pt x="1059" y="49"/>
                  </a:lnTo>
                  <a:lnTo>
                    <a:pt x="1112" y="27"/>
                  </a:lnTo>
                  <a:lnTo>
                    <a:pt x="1167" y="13"/>
                  </a:lnTo>
                  <a:lnTo>
                    <a:pt x="1223" y="3"/>
                  </a:lnTo>
                  <a:lnTo>
                    <a:pt x="128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1" name="Freeform 31">
              <a:extLst>
                <a:ext uri="{FF2B5EF4-FFF2-40B4-BE49-F238E27FC236}">
                  <a16:creationId xmlns:a16="http://schemas.microsoft.com/office/drawing/2014/main" id="{1A288F34-2635-413E-86D8-FB05A286B8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09101" y="2206626"/>
              <a:ext cx="77788" cy="261938"/>
            </a:xfrm>
            <a:custGeom>
              <a:avLst/>
              <a:gdLst>
                <a:gd name="T0" fmla="*/ 144 w 487"/>
                <a:gd name="T1" fmla="*/ 1400 h 1649"/>
                <a:gd name="T2" fmla="*/ 334 w 487"/>
                <a:gd name="T3" fmla="*/ 1398 h 1649"/>
                <a:gd name="T4" fmla="*/ 264 w 487"/>
                <a:gd name="T5" fmla="*/ 312 h 1649"/>
                <a:gd name="T6" fmla="*/ 217 w 487"/>
                <a:gd name="T7" fmla="*/ 311 h 1649"/>
                <a:gd name="T8" fmla="*/ 71 w 487"/>
                <a:gd name="T9" fmla="*/ 0 h 1649"/>
                <a:gd name="T10" fmla="*/ 107 w 487"/>
                <a:gd name="T11" fmla="*/ 9 h 1649"/>
                <a:gd name="T12" fmla="*/ 132 w 487"/>
                <a:gd name="T13" fmla="*/ 33 h 1649"/>
                <a:gd name="T14" fmla="*/ 142 w 487"/>
                <a:gd name="T15" fmla="*/ 69 h 1649"/>
                <a:gd name="T16" fmla="*/ 152 w 487"/>
                <a:gd name="T17" fmla="*/ 115 h 1649"/>
                <a:gd name="T18" fmla="*/ 180 w 487"/>
                <a:gd name="T19" fmla="*/ 149 h 1649"/>
                <a:gd name="T20" fmla="*/ 221 w 487"/>
                <a:gd name="T21" fmla="*/ 169 h 1649"/>
                <a:gd name="T22" fmla="*/ 264 w 487"/>
                <a:gd name="T23" fmla="*/ 169 h 1649"/>
                <a:gd name="T24" fmla="*/ 301 w 487"/>
                <a:gd name="T25" fmla="*/ 154 h 1649"/>
                <a:gd name="T26" fmla="*/ 309 w 487"/>
                <a:gd name="T27" fmla="*/ 147 h 1649"/>
                <a:gd name="T28" fmla="*/ 327 w 487"/>
                <a:gd name="T29" fmla="*/ 128 h 1649"/>
                <a:gd name="T30" fmla="*/ 344 w 487"/>
                <a:gd name="T31" fmla="*/ 91 h 1649"/>
                <a:gd name="T32" fmla="*/ 348 w 487"/>
                <a:gd name="T33" fmla="*/ 50 h 1649"/>
                <a:gd name="T34" fmla="*/ 366 w 487"/>
                <a:gd name="T35" fmla="*/ 20 h 1649"/>
                <a:gd name="T36" fmla="*/ 398 w 487"/>
                <a:gd name="T37" fmla="*/ 2 h 1649"/>
                <a:gd name="T38" fmla="*/ 435 w 487"/>
                <a:gd name="T39" fmla="*/ 2 h 1649"/>
                <a:gd name="T40" fmla="*/ 466 w 487"/>
                <a:gd name="T41" fmla="*/ 20 h 1649"/>
                <a:gd name="T42" fmla="*/ 484 w 487"/>
                <a:gd name="T43" fmla="*/ 50 h 1649"/>
                <a:gd name="T44" fmla="*/ 484 w 487"/>
                <a:gd name="T45" fmla="*/ 106 h 1649"/>
                <a:gd name="T46" fmla="*/ 463 w 487"/>
                <a:gd name="T47" fmla="*/ 175 h 1649"/>
                <a:gd name="T48" fmla="*/ 423 w 487"/>
                <a:gd name="T49" fmla="*/ 233 h 1649"/>
                <a:gd name="T50" fmla="*/ 477 w 487"/>
                <a:gd name="T51" fmla="*/ 1439 h 1649"/>
                <a:gd name="T52" fmla="*/ 464 w 487"/>
                <a:gd name="T53" fmla="*/ 1468 h 1649"/>
                <a:gd name="T54" fmla="*/ 286 w 487"/>
                <a:gd name="T55" fmla="*/ 1631 h 1649"/>
                <a:gd name="T56" fmla="*/ 256 w 487"/>
                <a:gd name="T57" fmla="*/ 1647 h 1649"/>
                <a:gd name="T58" fmla="*/ 222 w 487"/>
                <a:gd name="T59" fmla="*/ 1647 h 1649"/>
                <a:gd name="T60" fmla="*/ 192 w 487"/>
                <a:gd name="T61" fmla="*/ 1631 h 1649"/>
                <a:gd name="T62" fmla="*/ 16 w 487"/>
                <a:gd name="T63" fmla="*/ 1471 h 1649"/>
                <a:gd name="T64" fmla="*/ 4 w 487"/>
                <a:gd name="T65" fmla="*/ 1442 h 1649"/>
                <a:gd name="T66" fmla="*/ 55 w 487"/>
                <a:gd name="T67" fmla="*/ 221 h 1649"/>
                <a:gd name="T68" fmla="*/ 21 w 487"/>
                <a:gd name="T69" fmla="*/ 166 h 1649"/>
                <a:gd name="T70" fmla="*/ 3 w 487"/>
                <a:gd name="T71" fmla="*/ 103 h 1649"/>
                <a:gd name="T72" fmla="*/ 3 w 487"/>
                <a:gd name="T73" fmla="*/ 50 h 1649"/>
                <a:gd name="T74" fmla="*/ 21 w 487"/>
                <a:gd name="T75" fmla="*/ 20 h 1649"/>
                <a:gd name="T76" fmla="*/ 52 w 487"/>
                <a:gd name="T77" fmla="*/ 2 h 1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87" h="1649">
                  <a:moveTo>
                    <a:pt x="191" y="307"/>
                  </a:moveTo>
                  <a:lnTo>
                    <a:pt x="144" y="1400"/>
                  </a:lnTo>
                  <a:lnTo>
                    <a:pt x="238" y="1484"/>
                  </a:lnTo>
                  <a:lnTo>
                    <a:pt x="334" y="1398"/>
                  </a:lnTo>
                  <a:lnTo>
                    <a:pt x="284" y="309"/>
                  </a:lnTo>
                  <a:lnTo>
                    <a:pt x="264" y="312"/>
                  </a:lnTo>
                  <a:lnTo>
                    <a:pt x="243" y="313"/>
                  </a:lnTo>
                  <a:lnTo>
                    <a:pt x="217" y="311"/>
                  </a:lnTo>
                  <a:lnTo>
                    <a:pt x="191" y="307"/>
                  </a:lnTo>
                  <a:close/>
                  <a:moveTo>
                    <a:pt x="71" y="0"/>
                  </a:moveTo>
                  <a:lnTo>
                    <a:pt x="90" y="2"/>
                  </a:lnTo>
                  <a:lnTo>
                    <a:pt x="107" y="9"/>
                  </a:lnTo>
                  <a:lnTo>
                    <a:pt x="121" y="20"/>
                  </a:lnTo>
                  <a:lnTo>
                    <a:pt x="132" y="33"/>
                  </a:lnTo>
                  <a:lnTo>
                    <a:pt x="139" y="50"/>
                  </a:lnTo>
                  <a:lnTo>
                    <a:pt x="142" y="69"/>
                  </a:lnTo>
                  <a:lnTo>
                    <a:pt x="144" y="94"/>
                  </a:lnTo>
                  <a:lnTo>
                    <a:pt x="152" y="115"/>
                  </a:lnTo>
                  <a:lnTo>
                    <a:pt x="164" y="134"/>
                  </a:lnTo>
                  <a:lnTo>
                    <a:pt x="180" y="149"/>
                  </a:lnTo>
                  <a:lnTo>
                    <a:pt x="199" y="161"/>
                  </a:lnTo>
                  <a:lnTo>
                    <a:pt x="221" y="169"/>
                  </a:lnTo>
                  <a:lnTo>
                    <a:pt x="244" y="172"/>
                  </a:lnTo>
                  <a:lnTo>
                    <a:pt x="264" y="169"/>
                  </a:lnTo>
                  <a:lnTo>
                    <a:pt x="283" y="163"/>
                  </a:lnTo>
                  <a:lnTo>
                    <a:pt x="301" y="154"/>
                  </a:lnTo>
                  <a:lnTo>
                    <a:pt x="305" y="150"/>
                  </a:lnTo>
                  <a:lnTo>
                    <a:pt x="309" y="147"/>
                  </a:lnTo>
                  <a:lnTo>
                    <a:pt x="313" y="144"/>
                  </a:lnTo>
                  <a:lnTo>
                    <a:pt x="327" y="128"/>
                  </a:lnTo>
                  <a:lnTo>
                    <a:pt x="337" y="111"/>
                  </a:lnTo>
                  <a:lnTo>
                    <a:pt x="344" y="91"/>
                  </a:lnTo>
                  <a:lnTo>
                    <a:pt x="346" y="69"/>
                  </a:lnTo>
                  <a:lnTo>
                    <a:pt x="348" y="50"/>
                  </a:lnTo>
                  <a:lnTo>
                    <a:pt x="355" y="33"/>
                  </a:lnTo>
                  <a:lnTo>
                    <a:pt x="366" y="20"/>
                  </a:lnTo>
                  <a:lnTo>
                    <a:pt x="381" y="9"/>
                  </a:lnTo>
                  <a:lnTo>
                    <a:pt x="398" y="2"/>
                  </a:lnTo>
                  <a:lnTo>
                    <a:pt x="417" y="0"/>
                  </a:lnTo>
                  <a:lnTo>
                    <a:pt x="435" y="2"/>
                  </a:lnTo>
                  <a:lnTo>
                    <a:pt x="451" y="9"/>
                  </a:lnTo>
                  <a:lnTo>
                    <a:pt x="466" y="20"/>
                  </a:lnTo>
                  <a:lnTo>
                    <a:pt x="477" y="33"/>
                  </a:lnTo>
                  <a:lnTo>
                    <a:pt x="484" y="50"/>
                  </a:lnTo>
                  <a:lnTo>
                    <a:pt x="487" y="69"/>
                  </a:lnTo>
                  <a:lnTo>
                    <a:pt x="484" y="106"/>
                  </a:lnTo>
                  <a:lnTo>
                    <a:pt x="477" y="142"/>
                  </a:lnTo>
                  <a:lnTo>
                    <a:pt x="463" y="175"/>
                  </a:lnTo>
                  <a:lnTo>
                    <a:pt x="445" y="205"/>
                  </a:lnTo>
                  <a:lnTo>
                    <a:pt x="423" y="233"/>
                  </a:lnTo>
                  <a:lnTo>
                    <a:pt x="478" y="1424"/>
                  </a:lnTo>
                  <a:lnTo>
                    <a:pt x="477" y="1439"/>
                  </a:lnTo>
                  <a:lnTo>
                    <a:pt x="472" y="1454"/>
                  </a:lnTo>
                  <a:lnTo>
                    <a:pt x="464" y="1468"/>
                  </a:lnTo>
                  <a:lnTo>
                    <a:pt x="454" y="1479"/>
                  </a:lnTo>
                  <a:lnTo>
                    <a:pt x="286" y="1631"/>
                  </a:lnTo>
                  <a:lnTo>
                    <a:pt x="272" y="1641"/>
                  </a:lnTo>
                  <a:lnTo>
                    <a:pt x="256" y="1647"/>
                  </a:lnTo>
                  <a:lnTo>
                    <a:pt x="239" y="1649"/>
                  </a:lnTo>
                  <a:lnTo>
                    <a:pt x="222" y="1647"/>
                  </a:lnTo>
                  <a:lnTo>
                    <a:pt x="206" y="1642"/>
                  </a:lnTo>
                  <a:lnTo>
                    <a:pt x="192" y="1631"/>
                  </a:lnTo>
                  <a:lnTo>
                    <a:pt x="27" y="1482"/>
                  </a:lnTo>
                  <a:lnTo>
                    <a:pt x="16" y="1471"/>
                  </a:lnTo>
                  <a:lnTo>
                    <a:pt x="9" y="1457"/>
                  </a:lnTo>
                  <a:lnTo>
                    <a:pt x="4" y="1442"/>
                  </a:lnTo>
                  <a:lnTo>
                    <a:pt x="2" y="1426"/>
                  </a:lnTo>
                  <a:lnTo>
                    <a:pt x="55" y="221"/>
                  </a:lnTo>
                  <a:lnTo>
                    <a:pt x="36" y="195"/>
                  </a:lnTo>
                  <a:lnTo>
                    <a:pt x="21" y="166"/>
                  </a:lnTo>
                  <a:lnTo>
                    <a:pt x="10" y="136"/>
                  </a:lnTo>
                  <a:lnTo>
                    <a:pt x="3" y="103"/>
                  </a:lnTo>
                  <a:lnTo>
                    <a:pt x="0" y="69"/>
                  </a:lnTo>
                  <a:lnTo>
                    <a:pt x="3" y="50"/>
                  </a:lnTo>
                  <a:lnTo>
                    <a:pt x="10" y="33"/>
                  </a:lnTo>
                  <a:lnTo>
                    <a:pt x="21" y="20"/>
                  </a:lnTo>
                  <a:lnTo>
                    <a:pt x="35" y="9"/>
                  </a:lnTo>
                  <a:lnTo>
                    <a:pt x="52" y="2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2" name="Freeform 32">
              <a:extLst>
                <a:ext uri="{FF2B5EF4-FFF2-40B4-BE49-F238E27FC236}">
                  <a16:creationId xmlns:a16="http://schemas.microsoft.com/office/drawing/2014/main" id="{B666AC5A-2AA2-48BB-BE6F-74DF403F0577}"/>
                </a:ext>
              </a:extLst>
            </p:cNvPr>
            <p:cNvSpPr/>
            <p:nvPr/>
          </p:nvSpPr>
          <p:spPr bwMode="auto">
            <a:xfrm>
              <a:off x="9474201" y="2038351"/>
              <a:ext cx="96838" cy="174625"/>
            </a:xfrm>
            <a:custGeom>
              <a:avLst/>
              <a:gdLst>
                <a:gd name="T0" fmla="*/ 326 w 612"/>
                <a:gd name="T1" fmla="*/ 2 h 1095"/>
                <a:gd name="T2" fmla="*/ 356 w 612"/>
                <a:gd name="T3" fmla="*/ 20 h 1095"/>
                <a:gd name="T4" fmla="*/ 374 w 612"/>
                <a:gd name="T5" fmla="*/ 51 h 1095"/>
                <a:gd name="T6" fmla="*/ 377 w 612"/>
                <a:gd name="T7" fmla="*/ 154 h 1095"/>
                <a:gd name="T8" fmla="*/ 512 w 612"/>
                <a:gd name="T9" fmla="*/ 157 h 1095"/>
                <a:gd name="T10" fmla="*/ 543 w 612"/>
                <a:gd name="T11" fmla="*/ 175 h 1095"/>
                <a:gd name="T12" fmla="*/ 561 w 612"/>
                <a:gd name="T13" fmla="*/ 205 h 1095"/>
                <a:gd name="T14" fmla="*/ 561 w 612"/>
                <a:gd name="T15" fmla="*/ 243 h 1095"/>
                <a:gd name="T16" fmla="*/ 543 w 612"/>
                <a:gd name="T17" fmla="*/ 274 h 1095"/>
                <a:gd name="T18" fmla="*/ 512 w 612"/>
                <a:gd name="T19" fmla="*/ 292 h 1095"/>
                <a:gd name="T20" fmla="*/ 233 w 612"/>
                <a:gd name="T21" fmla="*/ 295 h 1095"/>
                <a:gd name="T22" fmla="*/ 187 w 612"/>
                <a:gd name="T23" fmla="*/ 307 h 1095"/>
                <a:gd name="T24" fmla="*/ 153 w 612"/>
                <a:gd name="T25" fmla="*/ 339 h 1095"/>
                <a:gd name="T26" fmla="*/ 142 w 612"/>
                <a:gd name="T27" fmla="*/ 386 h 1095"/>
                <a:gd name="T28" fmla="*/ 150 w 612"/>
                <a:gd name="T29" fmla="*/ 425 h 1095"/>
                <a:gd name="T30" fmla="*/ 175 w 612"/>
                <a:gd name="T31" fmla="*/ 456 h 1095"/>
                <a:gd name="T32" fmla="*/ 211 w 612"/>
                <a:gd name="T33" fmla="*/ 474 h 1095"/>
                <a:gd name="T34" fmla="*/ 379 w 612"/>
                <a:gd name="T35" fmla="*/ 476 h 1095"/>
                <a:gd name="T36" fmla="*/ 453 w 612"/>
                <a:gd name="T37" fmla="*/ 488 h 1095"/>
                <a:gd name="T38" fmla="*/ 517 w 612"/>
                <a:gd name="T39" fmla="*/ 521 h 1095"/>
                <a:gd name="T40" fmla="*/ 567 w 612"/>
                <a:gd name="T41" fmla="*/ 571 h 1095"/>
                <a:gd name="T42" fmla="*/ 600 w 612"/>
                <a:gd name="T43" fmla="*/ 635 h 1095"/>
                <a:gd name="T44" fmla="*/ 612 w 612"/>
                <a:gd name="T45" fmla="*/ 707 h 1095"/>
                <a:gd name="T46" fmla="*/ 600 w 612"/>
                <a:gd name="T47" fmla="*/ 781 h 1095"/>
                <a:gd name="T48" fmla="*/ 567 w 612"/>
                <a:gd name="T49" fmla="*/ 845 h 1095"/>
                <a:gd name="T50" fmla="*/ 517 w 612"/>
                <a:gd name="T51" fmla="*/ 895 h 1095"/>
                <a:gd name="T52" fmla="*/ 453 w 612"/>
                <a:gd name="T53" fmla="*/ 928 h 1095"/>
                <a:gd name="T54" fmla="*/ 379 w 612"/>
                <a:gd name="T55" fmla="*/ 939 h 1095"/>
                <a:gd name="T56" fmla="*/ 376 w 612"/>
                <a:gd name="T57" fmla="*/ 1026 h 1095"/>
                <a:gd name="T58" fmla="*/ 367 w 612"/>
                <a:gd name="T59" fmla="*/ 1061 h 1095"/>
                <a:gd name="T60" fmla="*/ 341 w 612"/>
                <a:gd name="T61" fmla="*/ 1086 h 1095"/>
                <a:gd name="T62" fmla="*/ 305 w 612"/>
                <a:gd name="T63" fmla="*/ 1095 h 1095"/>
                <a:gd name="T64" fmla="*/ 270 w 612"/>
                <a:gd name="T65" fmla="*/ 1086 h 1095"/>
                <a:gd name="T66" fmla="*/ 245 w 612"/>
                <a:gd name="T67" fmla="*/ 1061 h 1095"/>
                <a:gd name="T68" fmla="*/ 236 w 612"/>
                <a:gd name="T69" fmla="*/ 1026 h 1095"/>
                <a:gd name="T70" fmla="*/ 114 w 612"/>
                <a:gd name="T71" fmla="*/ 939 h 1095"/>
                <a:gd name="T72" fmla="*/ 78 w 612"/>
                <a:gd name="T73" fmla="*/ 930 h 1095"/>
                <a:gd name="T74" fmla="*/ 53 w 612"/>
                <a:gd name="T75" fmla="*/ 905 h 1095"/>
                <a:gd name="T76" fmla="*/ 43 w 612"/>
                <a:gd name="T77" fmla="*/ 869 h 1095"/>
                <a:gd name="T78" fmla="*/ 53 w 612"/>
                <a:gd name="T79" fmla="*/ 834 h 1095"/>
                <a:gd name="T80" fmla="*/ 78 w 612"/>
                <a:gd name="T81" fmla="*/ 809 h 1095"/>
                <a:gd name="T82" fmla="*/ 114 w 612"/>
                <a:gd name="T83" fmla="*/ 799 h 1095"/>
                <a:gd name="T84" fmla="*/ 404 w 612"/>
                <a:gd name="T85" fmla="*/ 796 h 1095"/>
                <a:gd name="T86" fmla="*/ 444 w 612"/>
                <a:gd name="T87" fmla="*/ 772 h 1095"/>
                <a:gd name="T88" fmla="*/ 467 w 612"/>
                <a:gd name="T89" fmla="*/ 732 h 1095"/>
                <a:gd name="T90" fmla="*/ 468 w 612"/>
                <a:gd name="T91" fmla="*/ 687 h 1095"/>
                <a:gd name="T92" fmla="*/ 451 w 612"/>
                <a:gd name="T93" fmla="*/ 652 h 1095"/>
                <a:gd name="T94" fmla="*/ 420 w 612"/>
                <a:gd name="T95" fmla="*/ 626 h 1095"/>
                <a:gd name="T96" fmla="*/ 379 w 612"/>
                <a:gd name="T97" fmla="*/ 617 h 1095"/>
                <a:gd name="T98" fmla="*/ 194 w 612"/>
                <a:gd name="T99" fmla="*/ 614 h 1095"/>
                <a:gd name="T100" fmla="*/ 126 w 612"/>
                <a:gd name="T101" fmla="*/ 591 h 1095"/>
                <a:gd name="T102" fmla="*/ 69 w 612"/>
                <a:gd name="T103" fmla="*/ 549 h 1095"/>
                <a:gd name="T104" fmla="*/ 26 w 612"/>
                <a:gd name="T105" fmla="*/ 492 h 1095"/>
                <a:gd name="T106" fmla="*/ 3 w 612"/>
                <a:gd name="T107" fmla="*/ 423 h 1095"/>
                <a:gd name="T108" fmla="*/ 3 w 612"/>
                <a:gd name="T109" fmla="*/ 348 h 1095"/>
                <a:gd name="T110" fmla="*/ 26 w 612"/>
                <a:gd name="T111" fmla="*/ 279 h 1095"/>
                <a:gd name="T112" fmla="*/ 69 w 612"/>
                <a:gd name="T113" fmla="*/ 221 h 1095"/>
                <a:gd name="T114" fmla="*/ 126 w 612"/>
                <a:gd name="T115" fmla="*/ 180 h 1095"/>
                <a:gd name="T116" fmla="*/ 194 w 612"/>
                <a:gd name="T117" fmla="*/ 157 h 1095"/>
                <a:gd name="T118" fmla="*/ 236 w 612"/>
                <a:gd name="T119" fmla="*/ 154 h 1095"/>
                <a:gd name="T120" fmla="*/ 239 w 612"/>
                <a:gd name="T121" fmla="*/ 51 h 1095"/>
                <a:gd name="T122" fmla="*/ 257 w 612"/>
                <a:gd name="T123" fmla="*/ 20 h 1095"/>
                <a:gd name="T124" fmla="*/ 287 w 612"/>
                <a:gd name="T125" fmla="*/ 2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2" h="1095">
                  <a:moveTo>
                    <a:pt x="306" y="0"/>
                  </a:moveTo>
                  <a:lnTo>
                    <a:pt x="326" y="2"/>
                  </a:lnTo>
                  <a:lnTo>
                    <a:pt x="342" y="9"/>
                  </a:lnTo>
                  <a:lnTo>
                    <a:pt x="356" y="20"/>
                  </a:lnTo>
                  <a:lnTo>
                    <a:pt x="367" y="35"/>
                  </a:lnTo>
                  <a:lnTo>
                    <a:pt x="374" y="51"/>
                  </a:lnTo>
                  <a:lnTo>
                    <a:pt x="377" y="70"/>
                  </a:lnTo>
                  <a:lnTo>
                    <a:pt x="377" y="154"/>
                  </a:lnTo>
                  <a:lnTo>
                    <a:pt x="493" y="154"/>
                  </a:lnTo>
                  <a:lnTo>
                    <a:pt x="512" y="157"/>
                  </a:lnTo>
                  <a:lnTo>
                    <a:pt x="528" y="163"/>
                  </a:lnTo>
                  <a:lnTo>
                    <a:pt x="543" y="175"/>
                  </a:lnTo>
                  <a:lnTo>
                    <a:pt x="554" y="189"/>
                  </a:lnTo>
                  <a:lnTo>
                    <a:pt x="561" y="205"/>
                  </a:lnTo>
                  <a:lnTo>
                    <a:pt x="563" y="224"/>
                  </a:lnTo>
                  <a:lnTo>
                    <a:pt x="561" y="243"/>
                  </a:lnTo>
                  <a:lnTo>
                    <a:pt x="554" y="260"/>
                  </a:lnTo>
                  <a:lnTo>
                    <a:pt x="543" y="274"/>
                  </a:lnTo>
                  <a:lnTo>
                    <a:pt x="528" y="285"/>
                  </a:lnTo>
                  <a:lnTo>
                    <a:pt x="512" y="292"/>
                  </a:lnTo>
                  <a:lnTo>
                    <a:pt x="493" y="295"/>
                  </a:lnTo>
                  <a:lnTo>
                    <a:pt x="233" y="295"/>
                  </a:lnTo>
                  <a:lnTo>
                    <a:pt x="208" y="298"/>
                  </a:lnTo>
                  <a:lnTo>
                    <a:pt x="187" y="307"/>
                  </a:lnTo>
                  <a:lnTo>
                    <a:pt x="168" y="321"/>
                  </a:lnTo>
                  <a:lnTo>
                    <a:pt x="153" y="339"/>
                  </a:lnTo>
                  <a:lnTo>
                    <a:pt x="145" y="362"/>
                  </a:lnTo>
                  <a:lnTo>
                    <a:pt x="142" y="386"/>
                  </a:lnTo>
                  <a:lnTo>
                    <a:pt x="144" y="406"/>
                  </a:lnTo>
                  <a:lnTo>
                    <a:pt x="150" y="425"/>
                  </a:lnTo>
                  <a:lnTo>
                    <a:pt x="161" y="442"/>
                  </a:lnTo>
                  <a:lnTo>
                    <a:pt x="175" y="456"/>
                  </a:lnTo>
                  <a:lnTo>
                    <a:pt x="192" y="467"/>
                  </a:lnTo>
                  <a:lnTo>
                    <a:pt x="211" y="474"/>
                  </a:lnTo>
                  <a:lnTo>
                    <a:pt x="233" y="476"/>
                  </a:lnTo>
                  <a:lnTo>
                    <a:pt x="379" y="476"/>
                  </a:lnTo>
                  <a:lnTo>
                    <a:pt x="417" y="480"/>
                  </a:lnTo>
                  <a:lnTo>
                    <a:pt x="453" y="488"/>
                  </a:lnTo>
                  <a:lnTo>
                    <a:pt x="486" y="502"/>
                  </a:lnTo>
                  <a:lnTo>
                    <a:pt x="517" y="521"/>
                  </a:lnTo>
                  <a:lnTo>
                    <a:pt x="543" y="544"/>
                  </a:lnTo>
                  <a:lnTo>
                    <a:pt x="567" y="571"/>
                  </a:lnTo>
                  <a:lnTo>
                    <a:pt x="586" y="602"/>
                  </a:lnTo>
                  <a:lnTo>
                    <a:pt x="600" y="635"/>
                  </a:lnTo>
                  <a:lnTo>
                    <a:pt x="609" y="671"/>
                  </a:lnTo>
                  <a:lnTo>
                    <a:pt x="612" y="707"/>
                  </a:lnTo>
                  <a:lnTo>
                    <a:pt x="609" y="745"/>
                  </a:lnTo>
                  <a:lnTo>
                    <a:pt x="600" y="781"/>
                  </a:lnTo>
                  <a:lnTo>
                    <a:pt x="586" y="814"/>
                  </a:lnTo>
                  <a:lnTo>
                    <a:pt x="567" y="845"/>
                  </a:lnTo>
                  <a:lnTo>
                    <a:pt x="543" y="872"/>
                  </a:lnTo>
                  <a:lnTo>
                    <a:pt x="517" y="895"/>
                  </a:lnTo>
                  <a:lnTo>
                    <a:pt x="486" y="914"/>
                  </a:lnTo>
                  <a:lnTo>
                    <a:pt x="453" y="928"/>
                  </a:lnTo>
                  <a:lnTo>
                    <a:pt x="417" y="936"/>
                  </a:lnTo>
                  <a:lnTo>
                    <a:pt x="379" y="939"/>
                  </a:lnTo>
                  <a:lnTo>
                    <a:pt x="376" y="939"/>
                  </a:lnTo>
                  <a:lnTo>
                    <a:pt x="376" y="1026"/>
                  </a:lnTo>
                  <a:lnTo>
                    <a:pt x="373" y="1044"/>
                  </a:lnTo>
                  <a:lnTo>
                    <a:pt x="367" y="1061"/>
                  </a:lnTo>
                  <a:lnTo>
                    <a:pt x="355" y="1075"/>
                  </a:lnTo>
                  <a:lnTo>
                    <a:pt x="341" y="1086"/>
                  </a:lnTo>
                  <a:lnTo>
                    <a:pt x="324" y="1093"/>
                  </a:lnTo>
                  <a:lnTo>
                    <a:pt x="305" y="1095"/>
                  </a:lnTo>
                  <a:lnTo>
                    <a:pt x="286" y="1093"/>
                  </a:lnTo>
                  <a:lnTo>
                    <a:pt x="270" y="1086"/>
                  </a:lnTo>
                  <a:lnTo>
                    <a:pt x="256" y="1075"/>
                  </a:lnTo>
                  <a:lnTo>
                    <a:pt x="245" y="1061"/>
                  </a:lnTo>
                  <a:lnTo>
                    <a:pt x="238" y="1044"/>
                  </a:lnTo>
                  <a:lnTo>
                    <a:pt x="236" y="1026"/>
                  </a:lnTo>
                  <a:lnTo>
                    <a:pt x="236" y="939"/>
                  </a:lnTo>
                  <a:lnTo>
                    <a:pt x="114" y="939"/>
                  </a:lnTo>
                  <a:lnTo>
                    <a:pt x="95" y="937"/>
                  </a:lnTo>
                  <a:lnTo>
                    <a:pt x="78" y="930"/>
                  </a:lnTo>
                  <a:lnTo>
                    <a:pt x="64" y="919"/>
                  </a:lnTo>
                  <a:lnTo>
                    <a:pt x="53" y="905"/>
                  </a:lnTo>
                  <a:lnTo>
                    <a:pt x="46" y="888"/>
                  </a:lnTo>
                  <a:lnTo>
                    <a:pt x="43" y="869"/>
                  </a:lnTo>
                  <a:lnTo>
                    <a:pt x="46" y="851"/>
                  </a:lnTo>
                  <a:lnTo>
                    <a:pt x="53" y="834"/>
                  </a:lnTo>
                  <a:lnTo>
                    <a:pt x="64" y="819"/>
                  </a:lnTo>
                  <a:lnTo>
                    <a:pt x="78" y="809"/>
                  </a:lnTo>
                  <a:lnTo>
                    <a:pt x="95" y="801"/>
                  </a:lnTo>
                  <a:lnTo>
                    <a:pt x="114" y="799"/>
                  </a:lnTo>
                  <a:lnTo>
                    <a:pt x="379" y="799"/>
                  </a:lnTo>
                  <a:lnTo>
                    <a:pt x="404" y="796"/>
                  </a:lnTo>
                  <a:lnTo>
                    <a:pt x="426" y="787"/>
                  </a:lnTo>
                  <a:lnTo>
                    <a:pt x="444" y="772"/>
                  </a:lnTo>
                  <a:lnTo>
                    <a:pt x="459" y="754"/>
                  </a:lnTo>
                  <a:lnTo>
                    <a:pt x="467" y="732"/>
                  </a:lnTo>
                  <a:lnTo>
                    <a:pt x="470" y="707"/>
                  </a:lnTo>
                  <a:lnTo>
                    <a:pt x="468" y="687"/>
                  </a:lnTo>
                  <a:lnTo>
                    <a:pt x="462" y="668"/>
                  </a:lnTo>
                  <a:lnTo>
                    <a:pt x="451" y="652"/>
                  </a:lnTo>
                  <a:lnTo>
                    <a:pt x="437" y="637"/>
                  </a:lnTo>
                  <a:lnTo>
                    <a:pt x="420" y="626"/>
                  </a:lnTo>
                  <a:lnTo>
                    <a:pt x="401" y="620"/>
                  </a:lnTo>
                  <a:lnTo>
                    <a:pt x="379" y="617"/>
                  </a:lnTo>
                  <a:lnTo>
                    <a:pt x="233" y="617"/>
                  </a:lnTo>
                  <a:lnTo>
                    <a:pt x="194" y="614"/>
                  </a:lnTo>
                  <a:lnTo>
                    <a:pt x="159" y="605"/>
                  </a:lnTo>
                  <a:lnTo>
                    <a:pt x="126" y="591"/>
                  </a:lnTo>
                  <a:lnTo>
                    <a:pt x="95" y="572"/>
                  </a:lnTo>
                  <a:lnTo>
                    <a:pt x="69" y="549"/>
                  </a:lnTo>
                  <a:lnTo>
                    <a:pt x="45" y="522"/>
                  </a:lnTo>
                  <a:lnTo>
                    <a:pt x="26" y="492"/>
                  </a:lnTo>
                  <a:lnTo>
                    <a:pt x="12" y="459"/>
                  </a:lnTo>
                  <a:lnTo>
                    <a:pt x="3" y="423"/>
                  </a:lnTo>
                  <a:lnTo>
                    <a:pt x="0" y="386"/>
                  </a:lnTo>
                  <a:lnTo>
                    <a:pt x="3" y="348"/>
                  </a:lnTo>
                  <a:lnTo>
                    <a:pt x="12" y="312"/>
                  </a:lnTo>
                  <a:lnTo>
                    <a:pt x="26" y="279"/>
                  </a:lnTo>
                  <a:lnTo>
                    <a:pt x="45" y="249"/>
                  </a:lnTo>
                  <a:lnTo>
                    <a:pt x="69" y="221"/>
                  </a:lnTo>
                  <a:lnTo>
                    <a:pt x="95" y="199"/>
                  </a:lnTo>
                  <a:lnTo>
                    <a:pt x="126" y="180"/>
                  </a:lnTo>
                  <a:lnTo>
                    <a:pt x="159" y="165"/>
                  </a:lnTo>
                  <a:lnTo>
                    <a:pt x="194" y="157"/>
                  </a:lnTo>
                  <a:lnTo>
                    <a:pt x="233" y="154"/>
                  </a:lnTo>
                  <a:lnTo>
                    <a:pt x="236" y="154"/>
                  </a:lnTo>
                  <a:lnTo>
                    <a:pt x="236" y="70"/>
                  </a:lnTo>
                  <a:lnTo>
                    <a:pt x="239" y="51"/>
                  </a:lnTo>
                  <a:lnTo>
                    <a:pt x="245" y="35"/>
                  </a:lnTo>
                  <a:lnTo>
                    <a:pt x="257" y="20"/>
                  </a:lnTo>
                  <a:lnTo>
                    <a:pt x="271" y="9"/>
                  </a:lnTo>
                  <a:lnTo>
                    <a:pt x="287" y="2"/>
                  </a:lnTo>
                  <a:lnTo>
                    <a:pt x="30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3" name="Group 41">
            <a:extLst>
              <a:ext uri="{FF2B5EF4-FFF2-40B4-BE49-F238E27FC236}">
                <a16:creationId xmlns:a16="http://schemas.microsoft.com/office/drawing/2014/main" id="{8B03C4AA-DCE1-46E1-9CB5-399C77A22B92}"/>
              </a:ext>
            </a:extLst>
          </p:cNvPr>
          <p:cNvGrpSpPr/>
          <p:nvPr/>
        </p:nvGrpSpPr>
        <p:grpSpPr>
          <a:xfrm>
            <a:off x="3919285" y="2329399"/>
            <a:ext cx="637498" cy="631226"/>
            <a:chOff x="1634612" y="5142426"/>
            <a:chExt cx="402664" cy="398704"/>
          </a:xfrm>
          <a:solidFill>
            <a:schemeClr val="bg1"/>
          </a:solidFill>
        </p:grpSpPr>
        <p:sp>
          <p:nvSpPr>
            <p:cNvPr id="94" name="Freeform 38">
              <a:extLst>
                <a:ext uri="{FF2B5EF4-FFF2-40B4-BE49-F238E27FC236}">
                  <a16:creationId xmlns:a16="http://schemas.microsoft.com/office/drawing/2014/main" id="{5751ED16-F48C-4791-A67F-7BD0042909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34612" y="5179392"/>
              <a:ext cx="368339" cy="361738"/>
            </a:xfrm>
            <a:custGeom>
              <a:avLst/>
              <a:gdLst>
                <a:gd name="T0" fmla="*/ 84 w 118"/>
                <a:gd name="T1" fmla="*/ 3 h 116"/>
                <a:gd name="T2" fmla="*/ 77 w 118"/>
                <a:gd name="T3" fmla="*/ 0 h 116"/>
                <a:gd name="T4" fmla="*/ 70 w 118"/>
                <a:gd name="T5" fmla="*/ 3 h 116"/>
                <a:gd name="T6" fmla="*/ 64 w 118"/>
                <a:gd name="T7" fmla="*/ 9 h 116"/>
                <a:gd name="T8" fmla="*/ 61 w 118"/>
                <a:gd name="T9" fmla="*/ 16 h 116"/>
                <a:gd name="T10" fmla="*/ 62 w 118"/>
                <a:gd name="T11" fmla="*/ 21 h 116"/>
                <a:gd name="T12" fmla="*/ 8 w 118"/>
                <a:gd name="T13" fmla="*/ 43 h 116"/>
                <a:gd name="T14" fmla="*/ 1 w 118"/>
                <a:gd name="T15" fmla="*/ 51 h 116"/>
                <a:gd name="T16" fmla="*/ 5 w 118"/>
                <a:gd name="T17" fmla="*/ 62 h 116"/>
                <a:gd name="T18" fmla="*/ 55 w 118"/>
                <a:gd name="T19" fmla="*/ 112 h 116"/>
                <a:gd name="T20" fmla="*/ 64 w 118"/>
                <a:gd name="T21" fmla="*/ 116 h 116"/>
                <a:gd name="T22" fmla="*/ 64 w 118"/>
                <a:gd name="T23" fmla="*/ 116 h 116"/>
                <a:gd name="T24" fmla="*/ 66 w 118"/>
                <a:gd name="T25" fmla="*/ 116 h 116"/>
                <a:gd name="T26" fmla="*/ 75 w 118"/>
                <a:gd name="T27" fmla="*/ 108 h 116"/>
                <a:gd name="T28" fmla="*/ 96 w 118"/>
                <a:gd name="T29" fmla="*/ 55 h 116"/>
                <a:gd name="T30" fmla="*/ 102 w 118"/>
                <a:gd name="T31" fmla="*/ 57 h 116"/>
                <a:gd name="T32" fmla="*/ 109 w 118"/>
                <a:gd name="T33" fmla="*/ 54 h 116"/>
                <a:gd name="T34" fmla="*/ 115 w 118"/>
                <a:gd name="T35" fmla="*/ 48 h 116"/>
                <a:gd name="T36" fmla="*/ 118 w 118"/>
                <a:gd name="T37" fmla="*/ 41 h 116"/>
                <a:gd name="T38" fmla="*/ 115 w 118"/>
                <a:gd name="T39" fmla="*/ 34 h 116"/>
                <a:gd name="T40" fmla="*/ 84 w 118"/>
                <a:gd name="T41" fmla="*/ 3 h 116"/>
                <a:gd name="T42" fmla="*/ 68 w 118"/>
                <a:gd name="T43" fmla="*/ 105 h 116"/>
                <a:gd name="T44" fmla="*/ 65 w 118"/>
                <a:gd name="T45" fmla="*/ 108 h 116"/>
                <a:gd name="T46" fmla="*/ 64 w 118"/>
                <a:gd name="T47" fmla="*/ 108 h 116"/>
                <a:gd name="T48" fmla="*/ 61 w 118"/>
                <a:gd name="T49" fmla="*/ 107 h 116"/>
                <a:gd name="T50" fmla="*/ 10 w 118"/>
                <a:gd name="T51" fmla="*/ 56 h 116"/>
                <a:gd name="T52" fmla="*/ 9 w 118"/>
                <a:gd name="T53" fmla="*/ 53 h 116"/>
                <a:gd name="T54" fmla="*/ 11 w 118"/>
                <a:gd name="T55" fmla="*/ 50 h 116"/>
                <a:gd name="T56" fmla="*/ 36 w 118"/>
                <a:gd name="T57" fmla="*/ 40 h 116"/>
                <a:gd name="T58" fmla="*/ 87 w 118"/>
                <a:gd name="T59" fmla="*/ 58 h 116"/>
                <a:gd name="T60" fmla="*/ 68 w 118"/>
                <a:gd name="T61" fmla="*/ 105 h 116"/>
                <a:gd name="T62" fmla="*/ 109 w 118"/>
                <a:gd name="T63" fmla="*/ 42 h 116"/>
                <a:gd name="T64" fmla="*/ 103 w 118"/>
                <a:gd name="T65" fmla="*/ 48 h 116"/>
                <a:gd name="T66" fmla="*/ 100 w 118"/>
                <a:gd name="T67" fmla="*/ 48 h 116"/>
                <a:gd name="T68" fmla="*/ 93 w 118"/>
                <a:gd name="T69" fmla="*/ 41 h 116"/>
                <a:gd name="T70" fmla="*/ 88 w 118"/>
                <a:gd name="T71" fmla="*/ 55 h 116"/>
                <a:gd name="T72" fmla="*/ 88 w 118"/>
                <a:gd name="T73" fmla="*/ 54 h 116"/>
                <a:gd name="T74" fmla="*/ 53 w 118"/>
                <a:gd name="T75" fmla="*/ 39 h 116"/>
                <a:gd name="T76" fmla="*/ 42 w 118"/>
                <a:gd name="T77" fmla="*/ 38 h 116"/>
                <a:gd name="T78" fmla="*/ 76 w 118"/>
                <a:gd name="T79" fmla="*/ 24 h 116"/>
                <a:gd name="T80" fmla="*/ 70 w 118"/>
                <a:gd name="T81" fmla="*/ 17 h 116"/>
                <a:gd name="T82" fmla="*/ 70 w 118"/>
                <a:gd name="T83" fmla="*/ 14 h 116"/>
                <a:gd name="T84" fmla="*/ 75 w 118"/>
                <a:gd name="T85" fmla="*/ 9 h 116"/>
                <a:gd name="T86" fmla="*/ 78 w 118"/>
                <a:gd name="T87" fmla="*/ 9 h 116"/>
                <a:gd name="T88" fmla="*/ 109 w 118"/>
                <a:gd name="T89" fmla="*/ 39 h 116"/>
                <a:gd name="T90" fmla="*/ 109 w 118"/>
                <a:gd name="T91" fmla="*/ 4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6">
                  <a:moveTo>
                    <a:pt x="84" y="3"/>
                  </a:moveTo>
                  <a:cubicBezTo>
                    <a:pt x="82" y="1"/>
                    <a:pt x="79" y="0"/>
                    <a:pt x="77" y="0"/>
                  </a:cubicBezTo>
                  <a:cubicBezTo>
                    <a:pt x="74" y="0"/>
                    <a:pt x="71" y="1"/>
                    <a:pt x="70" y="3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2" y="10"/>
                    <a:pt x="61" y="13"/>
                    <a:pt x="61" y="16"/>
                  </a:cubicBezTo>
                  <a:cubicBezTo>
                    <a:pt x="61" y="18"/>
                    <a:pt x="62" y="19"/>
                    <a:pt x="62" y="21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5" y="44"/>
                    <a:pt x="2" y="48"/>
                    <a:pt x="1" y="51"/>
                  </a:cubicBezTo>
                  <a:cubicBezTo>
                    <a:pt x="0" y="55"/>
                    <a:pt x="2" y="59"/>
                    <a:pt x="5" y="62"/>
                  </a:cubicBezTo>
                  <a:cubicBezTo>
                    <a:pt x="55" y="112"/>
                    <a:pt x="55" y="112"/>
                    <a:pt x="55" y="112"/>
                  </a:cubicBezTo>
                  <a:cubicBezTo>
                    <a:pt x="58" y="115"/>
                    <a:pt x="61" y="116"/>
                    <a:pt x="64" y="116"/>
                  </a:cubicBezTo>
                  <a:cubicBezTo>
                    <a:pt x="64" y="116"/>
                    <a:pt x="64" y="116"/>
                    <a:pt x="64" y="116"/>
                  </a:cubicBezTo>
                  <a:cubicBezTo>
                    <a:pt x="65" y="116"/>
                    <a:pt x="66" y="116"/>
                    <a:pt x="66" y="116"/>
                  </a:cubicBezTo>
                  <a:cubicBezTo>
                    <a:pt x="70" y="115"/>
                    <a:pt x="74" y="112"/>
                    <a:pt x="75" y="108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8" y="56"/>
                    <a:pt x="100" y="57"/>
                    <a:pt x="102" y="57"/>
                  </a:cubicBezTo>
                  <a:cubicBezTo>
                    <a:pt x="105" y="57"/>
                    <a:pt x="107" y="56"/>
                    <a:pt x="109" y="54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7" y="46"/>
                    <a:pt x="118" y="44"/>
                    <a:pt x="118" y="41"/>
                  </a:cubicBezTo>
                  <a:cubicBezTo>
                    <a:pt x="118" y="38"/>
                    <a:pt x="117" y="36"/>
                    <a:pt x="115" y="34"/>
                  </a:cubicBezTo>
                  <a:lnTo>
                    <a:pt x="84" y="3"/>
                  </a:lnTo>
                  <a:close/>
                  <a:moveTo>
                    <a:pt x="68" y="105"/>
                  </a:moveTo>
                  <a:cubicBezTo>
                    <a:pt x="67" y="107"/>
                    <a:pt x="66" y="108"/>
                    <a:pt x="65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3" y="108"/>
                    <a:pt x="62" y="108"/>
                    <a:pt x="61" y="107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9" y="56"/>
                    <a:pt x="9" y="54"/>
                    <a:pt x="9" y="53"/>
                  </a:cubicBezTo>
                  <a:cubicBezTo>
                    <a:pt x="9" y="52"/>
                    <a:pt x="10" y="51"/>
                    <a:pt x="11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53" y="46"/>
                    <a:pt x="70" y="40"/>
                    <a:pt x="87" y="58"/>
                  </a:cubicBezTo>
                  <a:lnTo>
                    <a:pt x="68" y="105"/>
                  </a:lnTo>
                  <a:close/>
                  <a:moveTo>
                    <a:pt x="109" y="42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3" y="49"/>
                    <a:pt x="101" y="49"/>
                    <a:pt x="100" y="48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76" y="42"/>
                    <a:pt x="64" y="41"/>
                    <a:pt x="53" y="39"/>
                  </a:cubicBezTo>
                  <a:cubicBezTo>
                    <a:pt x="49" y="39"/>
                    <a:pt x="46" y="38"/>
                    <a:pt x="42" y="38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9" y="16"/>
                    <a:pt x="69" y="15"/>
                    <a:pt x="70" y="14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76" y="8"/>
                    <a:pt x="77" y="8"/>
                    <a:pt x="78" y="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0" y="40"/>
                    <a:pt x="110" y="42"/>
                    <a:pt x="109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5" name="Freeform 39">
              <a:extLst>
                <a:ext uri="{FF2B5EF4-FFF2-40B4-BE49-F238E27FC236}">
                  <a16:creationId xmlns:a16="http://schemas.microsoft.com/office/drawing/2014/main" id="{E9D827F1-1CD8-4341-BA49-F52728C310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1520" y="5341778"/>
              <a:ext cx="63370" cy="62050"/>
            </a:xfrm>
            <a:custGeom>
              <a:avLst/>
              <a:gdLst>
                <a:gd name="T0" fmla="*/ 10 w 20"/>
                <a:gd name="T1" fmla="*/ 20 h 20"/>
                <a:gd name="T2" fmla="*/ 20 w 20"/>
                <a:gd name="T3" fmla="*/ 10 h 20"/>
                <a:gd name="T4" fmla="*/ 10 w 20"/>
                <a:gd name="T5" fmla="*/ 0 h 20"/>
                <a:gd name="T6" fmla="*/ 0 w 20"/>
                <a:gd name="T7" fmla="*/ 10 h 20"/>
                <a:gd name="T8" fmla="*/ 10 w 20"/>
                <a:gd name="T9" fmla="*/ 20 h 20"/>
                <a:gd name="T10" fmla="*/ 10 w 20"/>
                <a:gd name="T11" fmla="*/ 4 h 20"/>
                <a:gd name="T12" fmla="*/ 16 w 20"/>
                <a:gd name="T13" fmla="*/ 10 h 20"/>
                <a:gd name="T14" fmla="*/ 10 w 20"/>
                <a:gd name="T15" fmla="*/ 16 h 20"/>
                <a:gd name="T16" fmla="*/ 4 w 20"/>
                <a:gd name="T17" fmla="*/ 10 h 20"/>
                <a:gd name="T18" fmla="*/ 10 w 20"/>
                <a:gd name="T19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lose/>
                  <a:moveTo>
                    <a:pt x="10" y="4"/>
                  </a:move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6" name="Freeform 40">
              <a:extLst>
                <a:ext uri="{FF2B5EF4-FFF2-40B4-BE49-F238E27FC236}">
                  <a16:creationId xmlns:a16="http://schemas.microsoft.com/office/drawing/2014/main" id="{760ACBD8-9DD3-4872-B4FC-1AEE5C6C1A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5226" y="5142426"/>
              <a:ext cx="62050" cy="62050"/>
            </a:xfrm>
            <a:custGeom>
              <a:avLst/>
              <a:gdLst>
                <a:gd name="T0" fmla="*/ 10 w 20"/>
                <a:gd name="T1" fmla="*/ 0 h 20"/>
                <a:gd name="T2" fmla="*/ 0 w 20"/>
                <a:gd name="T3" fmla="*/ 10 h 20"/>
                <a:gd name="T4" fmla="*/ 10 w 20"/>
                <a:gd name="T5" fmla="*/ 20 h 20"/>
                <a:gd name="T6" fmla="*/ 20 w 20"/>
                <a:gd name="T7" fmla="*/ 10 h 20"/>
                <a:gd name="T8" fmla="*/ 10 w 20"/>
                <a:gd name="T9" fmla="*/ 0 h 20"/>
                <a:gd name="T10" fmla="*/ 10 w 20"/>
                <a:gd name="T11" fmla="*/ 16 h 20"/>
                <a:gd name="T12" fmla="*/ 4 w 20"/>
                <a:gd name="T13" fmla="*/ 10 h 20"/>
                <a:gd name="T14" fmla="*/ 10 w 20"/>
                <a:gd name="T15" fmla="*/ 4 h 20"/>
                <a:gd name="T16" fmla="*/ 16 w 20"/>
                <a:gd name="T17" fmla="*/ 10 h 20"/>
                <a:gd name="T18" fmla="*/ 10 w 20"/>
                <a:gd name="T19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0"/>
                  </a:move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lose/>
                  <a:moveTo>
                    <a:pt x="10" y="16"/>
                  </a:move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7" name="Freeform 41">
              <a:extLst>
                <a:ext uri="{FF2B5EF4-FFF2-40B4-BE49-F238E27FC236}">
                  <a16:creationId xmlns:a16="http://schemas.microsoft.com/office/drawing/2014/main" id="{9F12960E-23A5-47E9-80DA-D93311045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7588" y="5329896"/>
              <a:ext cx="48848" cy="48848"/>
            </a:xfrm>
            <a:custGeom>
              <a:avLst/>
              <a:gdLst>
                <a:gd name="T0" fmla="*/ 0 w 16"/>
                <a:gd name="T1" fmla="*/ 8 h 16"/>
                <a:gd name="T2" fmla="*/ 8 w 16"/>
                <a:gd name="T3" fmla="*/ 16 h 16"/>
                <a:gd name="T4" fmla="*/ 16 w 16"/>
                <a:gd name="T5" fmla="*/ 8 h 16"/>
                <a:gd name="T6" fmla="*/ 8 w 16"/>
                <a:gd name="T7" fmla="*/ 0 h 16"/>
                <a:gd name="T8" fmla="*/ 0 w 16"/>
                <a:gd name="T9" fmla="*/ 8 h 16"/>
                <a:gd name="T10" fmla="*/ 8 w 16"/>
                <a:gd name="T11" fmla="*/ 4 h 16"/>
                <a:gd name="T12" fmla="*/ 12 w 16"/>
                <a:gd name="T13" fmla="*/ 8 h 16"/>
                <a:gd name="T14" fmla="*/ 8 w 16"/>
                <a:gd name="T15" fmla="*/ 12 h 16"/>
                <a:gd name="T16" fmla="*/ 4 w 16"/>
                <a:gd name="T17" fmla="*/ 8 h 16"/>
                <a:gd name="T18" fmla="*/ 8 w 16"/>
                <a:gd name="T19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6">
                  <a:moveTo>
                    <a:pt x="0" y="8"/>
                  </a:moveTo>
                  <a:cubicBezTo>
                    <a:pt x="0" y="12"/>
                    <a:pt x="4" y="16"/>
                    <a:pt x="8" y="16"/>
                  </a:cubicBezTo>
                  <a:cubicBezTo>
                    <a:pt x="12" y="16"/>
                    <a:pt x="16" y="12"/>
                    <a:pt x="16" y="8"/>
                  </a:cubicBezTo>
                  <a:cubicBezTo>
                    <a:pt x="16" y="4"/>
                    <a:pt x="12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lose/>
                  <a:moveTo>
                    <a:pt x="8" y="4"/>
                  </a:moveTo>
                  <a:cubicBezTo>
                    <a:pt x="10" y="4"/>
                    <a:pt x="12" y="6"/>
                    <a:pt x="12" y="8"/>
                  </a:cubicBez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4" y="10"/>
                    <a:pt x="4" y="8"/>
                  </a:cubicBezTo>
                  <a:cubicBezTo>
                    <a:pt x="4" y="6"/>
                    <a:pt x="6" y="4"/>
                    <a:pt x="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8" name="Oval 42">
              <a:extLst>
                <a:ext uri="{FF2B5EF4-FFF2-40B4-BE49-F238E27FC236}">
                  <a16:creationId xmlns:a16="http://schemas.microsoft.com/office/drawing/2014/main" id="{093C74C1-07DA-446E-8698-265A2761D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6436" y="5417030"/>
              <a:ext cx="25084" cy="250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9" name="Oval 43">
              <a:extLst>
                <a:ext uri="{FF2B5EF4-FFF2-40B4-BE49-F238E27FC236}">
                  <a16:creationId xmlns:a16="http://schemas.microsoft.com/office/drawing/2014/main" id="{E2ED688D-A82C-4914-865F-E00E220C4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7108" y="5229560"/>
              <a:ext cx="25084" cy="250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4" name="Group 159">
            <a:extLst>
              <a:ext uri="{FF2B5EF4-FFF2-40B4-BE49-F238E27FC236}">
                <a16:creationId xmlns:a16="http://schemas.microsoft.com/office/drawing/2014/main" id="{44B068CE-C040-411D-A22C-3CCA5A654C33}"/>
              </a:ext>
            </a:extLst>
          </p:cNvPr>
          <p:cNvGrpSpPr/>
          <p:nvPr/>
        </p:nvGrpSpPr>
        <p:grpSpPr>
          <a:xfrm>
            <a:off x="5601275" y="3271524"/>
            <a:ext cx="866638" cy="815619"/>
            <a:chOff x="4392613" y="3429000"/>
            <a:chExt cx="2617788" cy="2381250"/>
          </a:xfrm>
          <a:solidFill>
            <a:schemeClr val="bg1"/>
          </a:solidFill>
        </p:grpSpPr>
        <p:grpSp>
          <p:nvGrpSpPr>
            <p:cNvPr id="37" name="Group 160">
              <a:extLst>
                <a:ext uri="{FF2B5EF4-FFF2-40B4-BE49-F238E27FC236}">
                  <a16:creationId xmlns:a16="http://schemas.microsoft.com/office/drawing/2014/main" id="{6E5CE9BC-E179-426A-BDFB-2D790366E479}"/>
                </a:ext>
              </a:extLst>
            </p:cNvPr>
            <p:cNvGrpSpPr/>
            <p:nvPr/>
          </p:nvGrpSpPr>
          <p:grpSpPr>
            <a:xfrm>
              <a:off x="5119688" y="3429000"/>
              <a:ext cx="1165225" cy="2370138"/>
              <a:chOff x="5119688" y="3429000"/>
              <a:chExt cx="1165225" cy="2370138"/>
            </a:xfrm>
            <a:grpFill/>
          </p:grpSpPr>
          <p:sp>
            <p:nvSpPr>
              <p:cNvPr id="76" name="Rectangle 199">
                <a:extLst>
                  <a:ext uri="{FF2B5EF4-FFF2-40B4-BE49-F238E27FC236}">
                    <a16:creationId xmlns:a16="http://schemas.microsoft.com/office/drawing/2014/main" id="{D8324942-4508-439F-A4BB-D0B666387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688" y="5465763"/>
                <a:ext cx="333375" cy="33337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7" name="Rectangle 200">
                <a:extLst>
                  <a:ext uri="{FF2B5EF4-FFF2-40B4-BE49-F238E27FC236}">
                    <a16:creationId xmlns:a16="http://schemas.microsoft.com/office/drawing/2014/main" id="{BE37307E-DF68-46DE-9228-456F6CBF18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688" y="5057775"/>
                <a:ext cx="333375" cy="33337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Rectangle 201">
                <a:extLst>
                  <a:ext uri="{FF2B5EF4-FFF2-40B4-BE49-F238E27FC236}">
                    <a16:creationId xmlns:a16="http://schemas.microsoft.com/office/drawing/2014/main" id="{843B9098-33C0-4C64-9CEA-A183743B2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688" y="4651375"/>
                <a:ext cx="333375" cy="33337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9" name="Rectangle 202">
                <a:extLst>
                  <a:ext uri="{FF2B5EF4-FFF2-40B4-BE49-F238E27FC236}">
                    <a16:creationId xmlns:a16="http://schemas.microsoft.com/office/drawing/2014/main" id="{D57827B9-033C-484D-BC86-D27613F35B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688" y="4243388"/>
                <a:ext cx="333375" cy="3349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0" name="Rectangle 203">
                <a:extLst>
                  <a:ext uri="{FF2B5EF4-FFF2-40B4-BE49-F238E27FC236}">
                    <a16:creationId xmlns:a16="http://schemas.microsoft.com/office/drawing/2014/main" id="{D174BEDE-4FA3-4051-B933-80BB02A06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688" y="3836988"/>
                <a:ext cx="333375" cy="33337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1" name="Rectangle 204">
                <a:extLst>
                  <a:ext uri="{FF2B5EF4-FFF2-40B4-BE49-F238E27FC236}">
                    <a16:creationId xmlns:a16="http://schemas.microsoft.com/office/drawing/2014/main" id="{56A0798A-495E-4965-AFE2-301853E733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688" y="3429000"/>
                <a:ext cx="333375" cy="3349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2" name="Rectangle 205">
                <a:extLst>
                  <a:ext uri="{FF2B5EF4-FFF2-40B4-BE49-F238E27FC236}">
                    <a16:creationId xmlns:a16="http://schemas.microsoft.com/office/drawing/2014/main" id="{8E129B66-E10E-4040-B773-C6E36E36C5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4025" y="5465763"/>
                <a:ext cx="334963" cy="33337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3" name="Rectangle 206">
                <a:extLst>
                  <a:ext uri="{FF2B5EF4-FFF2-40B4-BE49-F238E27FC236}">
                    <a16:creationId xmlns:a16="http://schemas.microsoft.com/office/drawing/2014/main" id="{2A12CA95-47AC-42FB-BC5A-C35BB1DA3B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4025" y="5057775"/>
                <a:ext cx="334963" cy="33337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4" name="Rectangle 207">
                <a:extLst>
                  <a:ext uri="{FF2B5EF4-FFF2-40B4-BE49-F238E27FC236}">
                    <a16:creationId xmlns:a16="http://schemas.microsoft.com/office/drawing/2014/main" id="{14A3EED7-0D30-4A2E-AB6F-D3EF452B5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4025" y="4651375"/>
                <a:ext cx="334963" cy="33337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5" name="Rectangle 208">
                <a:extLst>
                  <a:ext uri="{FF2B5EF4-FFF2-40B4-BE49-F238E27FC236}">
                    <a16:creationId xmlns:a16="http://schemas.microsoft.com/office/drawing/2014/main" id="{1DF04B89-7E68-4621-BD59-C3118EFB8B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4025" y="4243388"/>
                <a:ext cx="334963" cy="3349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6" name="Rectangle 209">
                <a:extLst>
                  <a:ext uri="{FF2B5EF4-FFF2-40B4-BE49-F238E27FC236}">
                    <a16:creationId xmlns:a16="http://schemas.microsoft.com/office/drawing/2014/main" id="{8A15789F-BAB8-48ED-9704-3BA658FC6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4025" y="3836988"/>
                <a:ext cx="334963" cy="33337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7" name="Rectangle 210">
                <a:extLst>
                  <a:ext uri="{FF2B5EF4-FFF2-40B4-BE49-F238E27FC236}">
                    <a16:creationId xmlns:a16="http://schemas.microsoft.com/office/drawing/2014/main" id="{316F6E8F-9909-424C-A216-5907440244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4025" y="3429000"/>
                <a:ext cx="334963" cy="3349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8" name="Rectangle 211">
                <a:extLst>
                  <a:ext uri="{FF2B5EF4-FFF2-40B4-BE49-F238E27FC236}">
                    <a16:creationId xmlns:a16="http://schemas.microsoft.com/office/drawing/2014/main" id="{37B6EB72-D6B7-4F04-9190-3E46F8B4C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1538" y="5465763"/>
                <a:ext cx="333375" cy="33337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9" name="Rectangle 212">
                <a:extLst>
                  <a:ext uri="{FF2B5EF4-FFF2-40B4-BE49-F238E27FC236}">
                    <a16:creationId xmlns:a16="http://schemas.microsoft.com/office/drawing/2014/main" id="{9C2B44F8-4D60-45BE-B9B3-7C7644112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1538" y="5057775"/>
                <a:ext cx="333375" cy="33337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0" name="Rectangle 213">
                <a:extLst>
                  <a:ext uri="{FF2B5EF4-FFF2-40B4-BE49-F238E27FC236}">
                    <a16:creationId xmlns:a16="http://schemas.microsoft.com/office/drawing/2014/main" id="{07D24DF6-1173-4DD2-B824-B8F66C0F7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1538" y="4651375"/>
                <a:ext cx="333375" cy="33337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1" name="Rectangle 214">
                <a:extLst>
                  <a:ext uri="{FF2B5EF4-FFF2-40B4-BE49-F238E27FC236}">
                    <a16:creationId xmlns:a16="http://schemas.microsoft.com/office/drawing/2014/main" id="{AD4703D5-3D05-4DF2-95B1-B12933106D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1538" y="4243388"/>
                <a:ext cx="333375" cy="3349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2" name="Rectangle 215">
                <a:extLst>
                  <a:ext uri="{FF2B5EF4-FFF2-40B4-BE49-F238E27FC236}">
                    <a16:creationId xmlns:a16="http://schemas.microsoft.com/office/drawing/2014/main" id="{B9822260-4115-4D17-9A6D-F3DE9CC11D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1538" y="3836988"/>
                <a:ext cx="333375" cy="33337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3" name="Rectangle 216">
                <a:extLst>
                  <a:ext uri="{FF2B5EF4-FFF2-40B4-BE49-F238E27FC236}">
                    <a16:creationId xmlns:a16="http://schemas.microsoft.com/office/drawing/2014/main" id="{2531B3F0-095D-414B-830F-063591CE3F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1538" y="3429000"/>
                <a:ext cx="333375" cy="33496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8" name="Group 161">
              <a:extLst>
                <a:ext uri="{FF2B5EF4-FFF2-40B4-BE49-F238E27FC236}">
                  <a16:creationId xmlns:a16="http://schemas.microsoft.com/office/drawing/2014/main" id="{FF49024F-5426-4FBA-8F3B-4E1DB2B2C59D}"/>
                </a:ext>
              </a:extLst>
            </p:cNvPr>
            <p:cNvGrpSpPr/>
            <p:nvPr/>
          </p:nvGrpSpPr>
          <p:grpSpPr>
            <a:xfrm>
              <a:off x="6354763" y="3429000"/>
              <a:ext cx="655638" cy="2381250"/>
              <a:chOff x="6354763" y="3429000"/>
              <a:chExt cx="655638" cy="2381250"/>
            </a:xfrm>
            <a:grpFill/>
          </p:grpSpPr>
          <p:sp>
            <p:nvSpPr>
              <p:cNvPr id="58" name="Freeform: Shape 181">
                <a:extLst>
                  <a:ext uri="{FF2B5EF4-FFF2-40B4-BE49-F238E27FC236}">
                    <a16:creationId xmlns:a16="http://schemas.microsoft.com/office/drawing/2014/main" id="{4EB89083-CCAB-45BB-ADD5-ED0305C300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4763" y="3429000"/>
                <a:ext cx="236538" cy="512763"/>
              </a:xfrm>
              <a:custGeom>
                <a:avLst/>
                <a:gdLst>
                  <a:gd name="T0" fmla="*/ 149 w 149"/>
                  <a:gd name="T1" fmla="*/ 131 h 323"/>
                  <a:gd name="T2" fmla="*/ 0 w 149"/>
                  <a:gd name="T3" fmla="*/ 0 h 323"/>
                  <a:gd name="T4" fmla="*/ 0 w 149"/>
                  <a:gd name="T5" fmla="*/ 211 h 323"/>
                  <a:gd name="T6" fmla="*/ 149 w 149"/>
                  <a:gd name="T7" fmla="*/ 323 h 323"/>
                  <a:gd name="T8" fmla="*/ 149 w 149"/>
                  <a:gd name="T9" fmla="*/ 131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323">
                    <a:moveTo>
                      <a:pt x="149" y="131"/>
                    </a:moveTo>
                    <a:lnTo>
                      <a:pt x="0" y="0"/>
                    </a:lnTo>
                    <a:lnTo>
                      <a:pt x="0" y="211"/>
                    </a:lnTo>
                    <a:lnTo>
                      <a:pt x="149" y="323"/>
                    </a:lnTo>
                    <a:lnTo>
                      <a:pt x="149" y="1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Freeform: Shape 182">
                <a:extLst>
                  <a:ext uri="{FF2B5EF4-FFF2-40B4-BE49-F238E27FC236}">
                    <a16:creationId xmlns:a16="http://schemas.microsoft.com/office/drawing/2014/main" id="{E3DA1713-7703-4063-8BB7-3B1E83CAA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4763" y="3836988"/>
                <a:ext cx="236538" cy="477838"/>
              </a:xfrm>
              <a:custGeom>
                <a:avLst/>
                <a:gdLst>
                  <a:gd name="T0" fmla="*/ 149 w 149"/>
                  <a:gd name="T1" fmla="*/ 108 h 301"/>
                  <a:gd name="T2" fmla="*/ 0 w 149"/>
                  <a:gd name="T3" fmla="*/ 0 h 301"/>
                  <a:gd name="T4" fmla="*/ 0 w 149"/>
                  <a:gd name="T5" fmla="*/ 210 h 301"/>
                  <a:gd name="T6" fmla="*/ 149 w 149"/>
                  <a:gd name="T7" fmla="*/ 301 h 301"/>
                  <a:gd name="T8" fmla="*/ 149 w 149"/>
                  <a:gd name="T9" fmla="*/ 108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301">
                    <a:moveTo>
                      <a:pt x="149" y="108"/>
                    </a:moveTo>
                    <a:lnTo>
                      <a:pt x="0" y="0"/>
                    </a:lnTo>
                    <a:lnTo>
                      <a:pt x="0" y="210"/>
                    </a:lnTo>
                    <a:lnTo>
                      <a:pt x="149" y="301"/>
                    </a:lnTo>
                    <a:lnTo>
                      <a:pt x="149" y="1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Freeform: Shape 183">
                <a:extLst>
                  <a:ext uri="{FF2B5EF4-FFF2-40B4-BE49-F238E27FC236}">
                    <a16:creationId xmlns:a16="http://schemas.microsoft.com/office/drawing/2014/main" id="{677923E4-A0FD-4AB8-9E44-0ED5366503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4763" y="4243388"/>
                <a:ext cx="236538" cy="442913"/>
              </a:xfrm>
              <a:custGeom>
                <a:avLst/>
                <a:gdLst>
                  <a:gd name="T0" fmla="*/ 149 w 149"/>
                  <a:gd name="T1" fmla="*/ 87 h 279"/>
                  <a:gd name="T2" fmla="*/ 0 w 149"/>
                  <a:gd name="T3" fmla="*/ 0 h 279"/>
                  <a:gd name="T4" fmla="*/ 0 w 149"/>
                  <a:gd name="T5" fmla="*/ 211 h 279"/>
                  <a:gd name="T6" fmla="*/ 149 w 149"/>
                  <a:gd name="T7" fmla="*/ 279 h 279"/>
                  <a:gd name="T8" fmla="*/ 149 w 149"/>
                  <a:gd name="T9" fmla="*/ 87 h 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279">
                    <a:moveTo>
                      <a:pt x="149" y="87"/>
                    </a:moveTo>
                    <a:lnTo>
                      <a:pt x="0" y="0"/>
                    </a:lnTo>
                    <a:lnTo>
                      <a:pt x="0" y="211"/>
                    </a:lnTo>
                    <a:lnTo>
                      <a:pt x="149" y="279"/>
                    </a:lnTo>
                    <a:lnTo>
                      <a:pt x="149" y="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Freeform: Shape 184">
                <a:extLst>
                  <a:ext uri="{FF2B5EF4-FFF2-40B4-BE49-F238E27FC236}">
                    <a16:creationId xmlns:a16="http://schemas.microsoft.com/office/drawing/2014/main" id="{A0764F37-3184-4DBE-9E7C-D282DD6D8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4763" y="4651375"/>
                <a:ext cx="236538" cy="406400"/>
              </a:xfrm>
              <a:custGeom>
                <a:avLst/>
                <a:gdLst>
                  <a:gd name="T0" fmla="*/ 149 w 149"/>
                  <a:gd name="T1" fmla="*/ 64 h 256"/>
                  <a:gd name="T2" fmla="*/ 0 w 149"/>
                  <a:gd name="T3" fmla="*/ 0 h 256"/>
                  <a:gd name="T4" fmla="*/ 0 w 149"/>
                  <a:gd name="T5" fmla="*/ 210 h 256"/>
                  <a:gd name="T6" fmla="*/ 149 w 149"/>
                  <a:gd name="T7" fmla="*/ 256 h 256"/>
                  <a:gd name="T8" fmla="*/ 149 w 149"/>
                  <a:gd name="T9" fmla="*/ 6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256">
                    <a:moveTo>
                      <a:pt x="149" y="64"/>
                    </a:moveTo>
                    <a:lnTo>
                      <a:pt x="0" y="0"/>
                    </a:lnTo>
                    <a:lnTo>
                      <a:pt x="0" y="210"/>
                    </a:lnTo>
                    <a:lnTo>
                      <a:pt x="149" y="256"/>
                    </a:lnTo>
                    <a:lnTo>
                      <a:pt x="149" y="6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Freeform: Shape 185">
                <a:extLst>
                  <a:ext uri="{FF2B5EF4-FFF2-40B4-BE49-F238E27FC236}">
                    <a16:creationId xmlns:a16="http://schemas.microsoft.com/office/drawing/2014/main" id="{58B63746-F7C0-46F1-BFCC-E018DB548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4763" y="5057775"/>
                <a:ext cx="236538" cy="373063"/>
              </a:xfrm>
              <a:custGeom>
                <a:avLst/>
                <a:gdLst>
                  <a:gd name="T0" fmla="*/ 149 w 149"/>
                  <a:gd name="T1" fmla="*/ 42 h 235"/>
                  <a:gd name="T2" fmla="*/ 0 w 149"/>
                  <a:gd name="T3" fmla="*/ 0 h 235"/>
                  <a:gd name="T4" fmla="*/ 0 w 149"/>
                  <a:gd name="T5" fmla="*/ 210 h 235"/>
                  <a:gd name="T6" fmla="*/ 149 w 149"/>
                  <a:gd name="T7" fmla="*/ 235 h 235"/>
                  <a:gd name="T8" fmla="*/ 149 w 149"/>
                  <a:gd name="T9" fmla="*/ 42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235">
                    <a:moveTo>
                      <a:pt x="149" y="42"/>
                    </a:moveTo>
                    <a:lnTo>
                      <a:pt x="0" y="0"/>
                    </a:lnTo>
                    <a:lnTo>
                      <a:pt x="0" y="210"/>
                    </a:lnTo>
                    <a:lnTo>
                      <a:pt x="149" y="235"/>
                    </a:lnTo>
                    <a:lnTo>
                      <a:pt x="149" y="4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Freeform: Shape 186">
                <a:extLst>
                  <a:ext uri="{FF2B5EF4-FFF2-40B4-BE49-F238E27FC236}">
                    <a16:creationId xmlns:a16="http://schemas.microsoft.com/office/drawing/2014/main" id="{9C5804F1-C823-442F-B095-7B76D0071A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4763" y="5465763"/>
                <a:ext cx="236538" cy="336550"/>
              </a:xfrm>
              <a:custGeom>
                <a:avLst/>
                <a:gdLst>
                  <a:gd name="T0" fmla="*/ 149 w 149"/>
                  <a:gd name="T1" fmla="*/ 19 h 212"/>
                  <a:gd name="T2" fmla="*/ 0 w 149"/>
                  <a:gd name="T3" fmla="*/ 0 h 212"/>
                  <a:gd name="T4" fmla="*/ 0 w 149"/>
                  <a:gd name="T5" fmla="*/ 210 h 212"/>
                  <a:gd name="T6" fmla="*/ 149 w 149"/>
                  <a:gd name="T7" fmla="*/ 212 h 212"/>
                  <a:gd name="T8" fmla="*/ 149 w 149"/>
                  <a:gd name="T9" fmla="*/ 19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212">
                    <a:moveTo>
                      <a:pt x="149" y="19"/>
                    </a:moveTo>
                    <a:lnTo>
                      <a:pt x="0" y="0"/>
                    </a:lnTo>
                    <a:lnTo>
                      <a:pt x="0" y="210"/>
                    </a:lnTo>
                    <a:lnTo>
                      <a:pt x="149" y="212"/>
                    </a:lnTo>
                    <a:lnTo>
                      <a:pt x="149" y="1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Freeform: Shape 187">
                <a:extLst>
                  <a:ext uri="{FF2B5EF4-FFF2-40B4-BE49-F238E27FC236}">
                    <a16:creationId xmlns:a16="http://schemas.microsoft.com/office/drawing/2014/main" id="{3DAA7AEC-5890-4945-B44F-0129C7D52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8450" y="3687763"/>
                <a:ext cx="184150" cy="474663"/>
              </a:xfrm>
              <a:custGeom>
                <a:avLst/>
                <a:gdLst>
                  <a:gd name="T0" fmla="*/ 116 w 116"/>
                  <a:gd name="T1" fmla="*/ 130 h 299"/>
                  <a:gd name="T2" fmla="*/ 0 w 116"/>
                  <a:gd name="T3" fmla="*/ 0 h 299"/>
                  <a:gd name="T4" fmla="*/ 0 w 116"/>
                  <a:gd name="T5" fmla="*/ 188 h 299"/>
                  <a:gd name="T6" fmla="*/ 116 w 116"/>
                  <a:gd name="T7" fmla="*/ 299 h 299"/>
                  <a:gd name="T8" fmla="*/ 116 w 116"/>
                  <a:gd name="T9" fmla="*/ 13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99">
                    <a:moveTo>
                      <a:pt x="116" y="130"/>
                    </a:moveTo>
                    <a:lnTo>
                      <a:pt x="0" y="0"/>
                    </a:lnTo>
                    <a:lnTo>
                      <a:pt x="0" y="188"/>
                    </a:lnTo>
                    <a:lnTo>
                      <a:pt x="116" y="299"/>
                    </a:lnTo>
                    <a:lnTo>
                      <a:pt x="116" y="13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Freeform: Shape 188">
                <a:extLst>
                  <a:ext uri="{FF2B5EF4-FFF2-40B4-BE49-F238E27FC236}">
                    <a16:creationId xmlns:a16="http://schemas.microsoft.com/office/drawing/2014/main" id="{F81C3788-B798-40ED-98BD-7A2AFDA26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8450" y="4051300"/>
                <a:ext cx="184150" cy="439738"/>
              </a:xfrm>
              <a:custGeom>
                <a:avLst/>
                <a:gdLst>
                  <a:gd name="T0" fmla="*/ 116 w 116"/>
                  <a:gd name="T1" fmla="*/ 108 h 277"/>
                  <a:gd name="T2" fmla="*/ 0 w 116"/>
                  <a:gd name="T3" fmla="*/ 0 h 277"/>
                  <a:gd name="T4" fmla="*/ 0 w 116"/>
                  <a:gd name="T5" fmla="*/ 188 h 277"/>
                  <a:gd name="T6" fmla="*/ 116 w 116"/>
                  <a:gd name="T7" fmla="*/ 277 h 277"/>
                  <a:gd name="T8" fmla="*/ 116 w 116"/>
                  <a:gd name="T9" fmla="*/ 108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77">
                    <a:moveTo>
                      <a:pt x="116" y="108"/>
                    </a:moveTo>
                    <a:lnTo>
                      <a:pt x="0" y="0"/>
                    </a:lnTo>
                    <a:lnTo>
                      <a:pt x="0" y="188"/>
                    </a:lnTo>
                    <a:lnTo>
                      <a:pt x="116" y="277"/>
                    </a:lnTo>
                    <a:lnTo>
                      <a:pt x="116" y="1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Freeform: Shape 189">
                <a:extLst>
                  <a:ext uri="{FF2B5EF4-FFF2-40B4-BE49-F238E27FC236}">
                    <a16:creationId xmlns:a16="http://schemas.microsoft.com/office/drawing/2014/main" id="{BB9E853A-451E-4551-B046-A4357F834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8450" y="4414838"/>
                <a:ext cx="184150" cy="406400"/>
              </a:xfrm>
              <a:custGeom>
                <a:avLst/>
                <a:gdLst>
                  <a:gd name="T0" fmla="*/ 116 w 116"/>
                  <a:gd name="T1" fmla="*/ 85 h 256"/>
                  <a:gd name="T2" fmla="*/ 0 w 116"/>
                  <a:gd name="T3" fmla="*/ 0 h 256"/>
                  <a:gd name="T4" fmla="*/ 0 w 116"/>
                  <a:gd name="T5" fmla="*/ 188 h 256"/>
                  <a:gd name="T6" fmla="*/ 116 w 116"/>
                  <a:gd name="T7" fmla="*/ 256 h 256"/>
                  <a:gd name="T8" fmla="*/ 116 w 116"/>
                  <a:gd name="T9" fmla="*/ 85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56">
                    <a:moveTo>
                      <a:pt x="116" y="85"/>
                    </a:moveTo>
                    <a:lnTo>
                      <a:pt x="0" y="0"/>
                    </a:lnTo>
                    <a:lnTo>
                      <a:pt x="0" y="188"/>
                    </a:lnTo>
                    <a:lnTo>
                      <a:pt x="116" y="256"/>
                    </a:lnTo>
                    <a:lnTo>
                      <a:pt x="116" y="8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Freeform: Shape 190">
                <a:extLst>
                  <a:ext uri="{FF2B5EF4-FFF2-40B4-BE49-F238E27FC236}">
                    <a16:creationId xmlns:a16="http://schemas.microsoft.com/office/drawing/2014/main" id="{49B4C6BB-160D-4C6D-BFE0-AF2B093E69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8450" y="4776788"/>
                <a:ext cx="184150" cy="371475"/>
              </a:xfrm>
              <a:custGeom>
                <a:avLst/>
                <a:gdLst>
                  <a:gd name="T0" fmla="*/ 116 w 116"/>
                  <a:gd name="T1" fmla="*/ 64 h 234"/>
                  <a:gd name="T2" fmla="*/ 0 w 116"/>
                  <a:gd name="T3" fmla="*/ 0 h 234"/>
                  <a:gd name="T4" fmla="*/ 0 w 116"/>
                  <a:gd name="T5" fmla="*/ 188 h 234"/>
                  <a:gd name="T6" fmla="*/ 116 w 116"/>
                  <a:gd name="T7" fmla="*/ 234 h 234"/>
                  <a:gd name="T8" fmla="*/ 116 w 116"/>
                  <a:gd name="T9" fmla="*/ 6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34">
                    <a:moveTo>
                      <a:pt x="116" y="64"/>
                    </a:moveTo>
                    <a:lnTo>
                      <a:pt x="0" y="0"/>
                    </a:lnTo>
                    <a:lnTo>
                      <a:pt x="0" y="188"/>
                    </a:lnTo>
                    <a:lnTo>
                      <a:pt x="116" y="234"/>
                    </a:lnTo>
                    <a:lnTo>
                      <a:pt x="116" y="6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Freeform: Shape 191">
                <a:extLst>
                  <a:ext uri="{FF2B5EF4-FFF2-40B4-BE49-F238E27FC236}">
                    <a16:creationId xmlns:a16="http://schemas.microsoft.com/office/drawing/2014/main" id="{115446D4-989C-4843-AB49-5854F1AF1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8450" y="5140325"/>
                <a:ext cx="184150" cy="336550"/>
              </a:xfrm>
              <a:custGeom>
                <a:avLst/>
                <a:gdLst>
                  <a:gd name="T0" fmla="*/ 116 w 116"/>
                  <a:gd name="T1" fmla="*/ 43 h 212"/>
                  <a:gd name="T2" fmla="*/ 0 w 116"/>
                  <a:gd name="T3" fmla="*/ 0 h 212"/>
                  <a:gd name="T4" fmla="*/ 0 w 116"/>
                  <a:gd name="T5" fmla="*/ 188 h 212"/>
                  <a:gd name="T6" fmla="*/ 116 w 116"/>
                  <a:gd name="T7" fmla="*/ 212 h 212"/>
                  <a:gd name="T8" fmla="*/ 116 w 116"/>
                  <a:gd name="T9" fmla="*/ 43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12">
                    <a:moveTo>
                      <a:pt x="116" y="43"/>
                    </a:moveTo>
                    <a:lnTo>
                      <a:pt x="0" y="0"/>
                    </a:lnTo>
                    <a:lnTo>
                      <a:pt x="0" y="188"/>
                    </a:lnTo>
                    <a:lnTo>
                      <a:pt x="116" y="212"/>
                    </a:lnTo>
                    <a:lnTo>
                      <a:pt x="116" y="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Freeform: Shape 192">
                <a:extLst>
                  <a:ext uri="{FF2B5EF4-FFF2-40B4-BE49-F238E27FC236}">
                    <a16:creationId xmlns:a16="http://schemas.microsoft.com/office/drawing/2014/main" id="{715FFF0C-1192-499A-9752-1DCAA3CFAE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8450" y="5503863"/>
                <a:ext cx="184150" cy="301625"/>
              </a:xfrm>
              <a:custGeom>
                <a:avLst/>
                <a:gdLst>
                  <a:gd name="T0" fmla="*/ 116 w 116"/>
                  <a:gd name="T1" fmla="*/ 21 h 190"/>
                  <a:gd name="T2" fmla="*/ 0 w 116"/>
                  <a:gd name="T3" fmla="*/ 0 h 190"/>
                  <a:gd name="T4" fmla="*/ 0 w 116"/>
                  <a:gd name="T5" fmla="*/ 188 h 190"/>
                  <a:gd name="T6" fmla="*/ 116 w 116"/>
                  <a:gd name="T7" fmla="*/ 190 h 190"/>
                  <a:gd name="T8" fmla="*/ 116 w 116"/>
                  <a:gd name="T9" fmla="*/ 21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190">
                    <a:moveTo>
                      <a:pt x="116" y="21"/>
                    </a:moveTo>
                    <a:lnTo>
                      <a:pt x="0" y="0"/>
                    </a:lnTo>
                    <a:lnTo>
                      <a:pt x="0" y="188"/>
                    </a:lnTo>
                    <a:lnTo>
                      <a:pt x="116" y="190"/>
                    </a:lnTo>
                    <a:lnTo>
                      <a:pt x="116" y="2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Freeform: Shape 193">
                <a:extLst>
                  <a:ext uri="{FF2B5EF4-FFF2-40B4-BE49-F238E27FC236}">
                    <a16:creationId xmlns:a16="http://schemas.microsoft.com/office/drawing/2014/main" id="{7C312090-1535-4EB0-98D6-40B72D5361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8638" y="3944938"/>
                <a:ext cx="131763" cy="441325"/>
              </a:xfrm>
              <a:custGeom>
                <a:avLst/>
                <a:gdLst>
                  <a:gd name="T0" fmla="*/ 83 w 83"/>
                  <a:gd name="T1" fmla="*/ 130 h 278"/>
                  <a:gd name="T2" fmla="*/ 0 w 83"/>
                  <a:gd name="T3" fmla="*/ 0 h 278"/>
                  <a:gd name="T4" fmla="*/ 0 w 83"/>
                  <a:gd name="T5" fmla="*/ 165 h 278"/>
                  <a:gd name="T6" fmla="*/ 83 w 83"/>
                  <a:gd name="T7" fmla="*/ 278 h 278"/>
                  <a:gd name="T8" fmla="*/ 83 w 83"/>
                  <a:gd name="T9" fmla="*/ 13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278">
                    <a:moveTo>
                      <a:pt x="83" y="130"/>
                    </a:moveTo>
                    <a:lnTo>
                      <a:pt x="0" y="0"/>
                    </a:lnTo>
                    <a:lnTo>
                      <a:pt x="0" y="165"/>
                    </a:lnTo>
                    <a:lnTo>
                      <a:pt x="83" y="278"/>
                    </a:lnTo>
                    <a:lnTo>
                      <a:pt x="83" y="13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Freeform: Shape 194">
                <a:extLst>
                  <a:ext uri="{FF2B5EF4-FFF2-40B4-BE49-F238E27FC236}">
                    <a16:creationId xmlns:a16="http://schemas.microsoft.com/office/drawing/2014/main" id="{C97C44AC-3281-41D4-B6C0-E34DBB0ED2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8638" y="4265613"/>
                <a:ext cx="131763" cy="404813"/>
              </a:xfrm>
              <a:custGeom>
                <a:avLst/>
                <a:gdLst>
                  <a:gd name="T0" fmla="*/ 83 w 83"/>
                  <a:gd name="T1" fmla="*/ 108 h 255"/>
                  <a:gd name="T2" fmla="*/ 0 w 83"/>
                  <a:gd name="T3" fmla="*/ 0 h 255"/>
                  <a:gd name="T4" fmla="*/ 0 w 83"/>
                  <a:gd name="T5" fmla="*/ 165 h 255"/>
                  <a:gd name="T6" fmla="*/ 83 w 83"/>
                  <a:gd name="T7" fmla="*/ 255 h 255"/>
                  <a:gd name="T8" fmla="*/ 83 w 83"/>
                  <a:gd name="T9" fmla="*/ 108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255">
                    <a:moveTo>
                      <a:pt x="83" y="108"/>
                    </a:moveTo>
                    <a:lnTo>
                      <a:pt x="0" y="0"/>
                    </a:lnTo>
                    <a:lnTo>
                      <a:pt x="0" y="165"/>
                    </a:lnTo>
                    <a:lnTo>
                      <a:pt x="83" y="255"/>
                    </a:lnTo>
                    <a:lnTo>
                      <a:pt x="83" y="1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Freeform: Shape 195">
                <a:extLst>
                  <a:ext uri="{FF2B5EF4-FFF2-40B4-BE49-F238E27FC236}">
                    <a16:creationId xmlns:a16="http://schemas.microsoft.com/office/drawing/2014/main" id="{AB24F683-92C3-4683-AB8D-883071A4D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8638" y="4584700"/>
                <a:ext cx="131763" cy="369888"/>
              </a:xfrm>
              <a:custGeom>
                <a:avLst/>
                <a:gdLst>
                  <a:gd name="T0" fmla="*/ 83 w 83"/>
                  <a:gd name="T1" fmla="*/ 86 h 233"/>
                  <a:gd name="T2" fmla="*/ 0 w 83"/>
                  <a:gd name="T3" fmla="*/ 0 h 233"/>
                  <a:gd name="T4" fmla="*/ 0 w 83"/>
                  <a:gd name="T5" fmla="*/ 165 h 233"/>
                  <a:gd name="T6" fmla="*/ 83 w 83"/>
                  <a:gd name="T7" fmla="*/ 233 h 233"/>
                  <a:gd name="T8" fmla="*/ 83 w 83"/>
                  <a:gd name="T9" fmla="*/ 86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233">
                    <a:moveTo>
                      <a:pt x="83" y="86"/>
                    </a:moveTo>
                    <a:lnTo>
                      <a:pt x="0" y="0"/>
                    </a:lnTo>
                    <a:lnTo>
                      <a:pt x="0" y="165"/>
                    </a:lnTo>
                    <a:lnTo>
                      <a:pt x="83" y="233"/>
                    </a:lnTo>
                    <a:lnTo>
                      <a:pt x="83" y="8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Freeform: Shape 196">
                <a:extLst>
                  <a:ext uri="{FF2B5EF4-FFF2-40B4-BE49-F238E27FC236}">
                    <a16:creationId xmlns:a16="http://schemas.microsoft.com/office/drawing/2014/main" id="{DCD9D8BD-9FE5-4816-A8DB-D24446420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8638" y="4903788"/>
                <a:ext cx="131763" cy="336550"/>
              </a:xfrm>
              <a:custGeom>
                <a:avLst/>
                <a:gdLst>
                  <a:gd name="T0" fmla="*/ 83 w 83"/>
                  <a:gd name="T1" fmla="*/ 64 h 212"/>
                  <a:gd name="T2" fmla="*/ 0 w 83"/>
                  <a:gd name="T3" fmla="*/ 0 h 212"/>
                  <a:gd name="T4" fmla="*/ 0 w 83"/>
                  <a:gd name="T5" fmla="*/ 166 h 212"/>
                  <a:gd name="T6" fmla="*/ 83 w 83"/>
                  <a:gd name="T7" fmla="*/ 212 h 212"/>
                  <a:gd name="T8" fmla="*/ 83 w 83"/>
                  <a:gd name="T9" fmla="*/ 64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212">
                    <a:moveTo>
                      <a:pt x="83" y="64"/>
                    </a:moveTo>
                    <a:lnTo>
                      <a:pt x="0" y="0"/>
                    </a:lnTo>
                    <a:lnTo>
                      <a:pt x="0" y="166"/>
                    </a:lnTo>
                    <a:lnTo>
                      <a:pt x="83" y="212"/>
                    </a:ln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Freeform: Shape 197">
                <a:extLst>
                  <a:ext uri="{FF2B5EF4-FFF2-40B4-BE49-F238E27FC236}">
                    <a16:creationId xmlns:a16="http://schemas.microsoft.com/office/drawing/2014/main" id="{603B9896-7855-4954-B486-A01B0E291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8638" y="5224463"/>
                <a:ext cx="131763" cy="300038"/>
              </a:xfrm>
              <a:custGeom>
                <a:avLst/>
                <a:gdLst>
                  <a:gd name="T0" fmla="*/ 83 w 83"/>
                  <a:gd name="T1" fmla="*/ 42 h 189"/>
                  <a:gd name="T2" fmla="*/ 0 w 83"/>
                  <a:gd name="T3" fmla="*/ 0 h 189"/>
                  <a:gd name="T4" fmla="*/ 0 w 83"/>
                  <a:gd name="T5" fmla="*/ 165 h 189"/>
                  <a:gd name="T6" fmla="*/ 83 w 83"/>
                  <a:gd name="T7" fmla="*/ 189 h 189"/>
                  <a:gd name="T8" fmla="*/ 83 w 83"/>
                  <a:gd name="T9" fmla="*/ 42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189">
                    <a:moveTo>
                      <a:pt x="83" y="42"/>
                    </a:moveTo>
                    <a:lnTo>
                      <a:pt x="0" y="0"/>
                    </a:lnTo>
                    <a:lnTo>
                      <a:pt x="0" y="165"/>
                    </a:lnTo>
                    <a:lnTo>
                      <a:pt x="83" y="189"/>
                    </a:lnTo>
                    <a:lnTo>
                      <a:pt x="83" y="4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Freeform: Shape 198">
                <a:extLst>
                  <a:ext uri="{FF2B5EF4-FFF2-40B4-BE49-F238E27FC236}">
                    <a16:creationId xmlns:a16="http://schemas.microsoft.com/office/drawing/2014/main" id="{A955B5AF-E7E3-4AA1-8270-6EB0CB2C6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8638" y="5543550"/>
                <a:ext cx="131763" cy="266700"/>
              </a:xfrm>
              <a:custGeom>
                <a:avLst/>
                <a:gdLst>
                  <a:gd name="T0" fmla="*/ 83 w 83"/>
                  <a:gd name="T1" fmla="*/ 20 h 168"/>
                  <a:gd name="T2" fmla="*/ 0 w 83"/>
                  <a:gd name="T3" fmla="*/ 0 h 168"/>
                  <a:gd name="T4" fmla="*/ 0 w 83"/>
                  <a:gd name="T5" fmla="*/ 166 h 168"/>
                  <a:gd name="T6" fmla="*/ 83 w 83"/>
                  <a:gd name="T7" fmla="*/ 168 h 168"/>
                  <a:gd name="T8" fmla="*/ 83 w 83"/>
                  <a:gd name="T9" fmla="*/ 2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168">
                    <a:moveTo>
                      <a:pt x="83" y="20"/>
                    </a:moveTo>
                    <a:lnTo>
                      <a:pt x="0" y="0"/>
                    </a:lnTo>
                    <a:lnTo>
                      <a:pt x="0" y="166"/>
                    </a:lnTo>
                    <a:lnTo>
                      <a:pt x="83" y="168"/>
                    </a:lnTo>
                    <a:lnTo>
                      <a:pt x="83" y="2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9" name="Group 162">
              <a:extLst>
                <a:ext uri="{FF2B5EF4-FFF2-40B4-BE49-F238E27FC236}">
                  <a16:creationId xmlns:a16="http://schemas.microsoft.com/office/drawing/2014/main" id="{C3DC050E-4114-48FE-9E13-9EBFC281DF4F}"/>
                </a:ext>
              </a:extLst>
            </p:cNvPr>
            <p:cNvGrpSpPr/>
            <p:nvPr/>
          </p:nvGrpSpPr>
          <p:grpSpPr>
            <a:xfrm>
              <a:off x="4392613" y="3429000"/>
              <a:ext cx="655638" cy="2381250"/>
              <a:chOff x="4392613" y="3429000"/>
              <a:chExt cx="655638" cy="2381250"/>
            </a:xfrm>
            <a:grpFill/>
          </p:grpSpPr>
          <p:sp>
            <p:nvSpPr>
              <p:cNvPr id="40" name="Freeform: Shape 163">
                <a:extLst>
                  <a:ext uri="{FF2B5EF4-FFF2-40B4-BE49-F238E27FC236}">
                    <a16:creationId xmlns:a16="http://schemas.microsoft.com/office/drawing/2014/main" id="{8AAFC2EB-1E9C-4241-A482-55B5C5077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1713" y="3429000"/>
                <a:ext cx="236538" cy="512763"/>
              </a:xfrm>
              <a:custGeom>
                <a:avLst/>
                <a:gdLst>
                  <a:gd name="T0" fmla="*/ 0 w 149"/>
                  <a:gd name="T1" fmla="*/ 131 h 323"/>
                  <a:gd name="T2" fmla="*/ 149 w 149"/>
                  <a:gd name="T3" fmla="*/ 0 h 323"/>
                  <a:gd name="T4" fmla="*/ 149 w 149"/>
                  <a:gd name="T5" fmla="*/ 211 h 323"/>
                  <a:gd name="T6" fmla="*/ 0 w 149"/>
                  <a:gd name="T7" fmla="*/ 323 h 323"/>
                  <a:gd name="T8" fmla="*/ 0 w 149"/>
                  <a:gd name="T9" fmla="*/ 131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323">
                    <a:moveTo>
                      <a:pt x="0" y="131"/>
                    </a:moveTo>
                    <a:lnTo>
                      <a:pt x="149" y="0"/>
                    </a:lnTo>
                    <a:lnTo>
                      <a:pt x="149" y="211"/>
                    </a:lnTo>
                    <a:lnTo>
                      <a:pt x="0" y="323"/>
                    </a:lnTo>
                    <a:lnTo>
                      <a:pt x="0" y="1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Freeform: Shape 164">
                <a:extLst>
                  <a:ext uri="{FF2B5EF4-FFF2-40B4-BE49-F238E27FC236}">
                    <a16:creationId xmlns:a16="http://schemas.microsoft.com/office/drawing/2014/main" id="{CD0B2BC9-32A4-46DF-90E5-6899A3B84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1713" y="3836988"/>
                <a:ext cx="236538" cy="477838"/>
              </a:xfrm>
              <a:custGeom>
                <a:avLst/>
                <a:gdLst>
                  <a:gd name="T0" fmla="*/ 0 w 149"/>
                  <a:gd name="T1" fmla="*/ 108 h 301"/>
                  <a:gd name="T2" fmla="*/ 149 w 149"/>
                  <a:gd name="T3" fmla="*/ 0 h 301"/>
                  <a:gd name="T4" fmla="*/ 149 w 149"/>
                  <a:gd name="T5" fmla="*/ 210 h 301"/>
                  <a:gd name="T6" fmla="*/ 0 w 149"/>
                  <a:gd name="T7" fmla="*/ 301 h 301"/>
                  <a:gd name="T8" fmla="*/ 0 w 149"/>
                  <a:gd name="T9" fmla="*/ 108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301">
                    <a:moveTo>
                      <a:pt x="0" y="108"/>
                    </a:moveTo>
                    <a:lnTo>
                      <a:pt x="149" y="0"/>
                    </a:lnTo>
                    <a:lnTo>
                      <a:pt x="149" y="210"/>
                    </a:lnTo>
                    <a:lnTo>
                      <a:pt x="0" y="301"/>
                    </a:lnTo>
                    <a:lnTo>
                      <a:pt x="0" y="1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Freeform: Shape 165">
                <a:extLst>
                  <a:ext uri="{FF2B5EF4-FFF2-40B4-BE49-F238E27FC236}">
                    <a16:creationId xmlns:a16="http://schemas.microsoft.com/office/drawing/2014/main" id="{33431EF3-90C2-4B9D-BA66-4D3A524E3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1713" y="4243388"/>
                <a:ext cx="236538" cy="442913"/>
              </a:xfrm>
              <a:custGeom>
                <a:avLst/>
                <a:gdLst>
                  <a:gd name="T0" fmla="*/ 0 w 149"/>
                  <a:gd name="T1" fmla="*/ 87 h 279"/>
                  <a:gd name="T2" fmla="*/ 149 w 149"/>
                  <a:gd name="T3" fmla="*/ 0 h 279"/>
                  <a:gd name="T4" fmla="*/ 149 w 149"/>
                  <a:gd name="T5" fmla="*/ 211 h 279"/>
                  <a:gd name="T6" fmla="*/ 0 w 149"/>
                  <a:gd name="T7" fmla="*/ 279 h 279"/>
                  <a:gd name="T8" fmla="*/ 0 w 149"/>
                  <a:gd name="T9" fmla="*/ 87 h 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279">
                    <a:moveTo>
                      <a:pt x="0" y="87"/>
                    </a:moveTo>
                    <a:lnTo>
                      <a:pt x="149" y="0"/>
                    </a:lnTo>
                    <a:lnTo>
                      <a:pt x="149" y="211"/>
                    </a:lnTo>
                    <a:lnTo>
                      <a:pt x="0" y="279"/>
                    </a:lnTo>
                    <a:lnTo>
                      <a:pt x="0" y="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Freeform: Shape 166">
                <a:extLst>
                  <a:ext uri="{FF2B5EF4-FFF2-40B4-BE49-F238E27FC236}">
                    <a16:creationId xmlns:a16="http://schemas.microsoft.com/office/drawing/2014/main" id="{E2B571DF-718C-4E02-8905-CF691D7EF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1713" y="4651375"/>
                <a:ext cx="236538" cy="406400"/>
              </a:xfrm>
              <a:custGeom>
                <a:avLst/>
                <a:gdLst>
                  <a:gd name="T0" fmla="*/ 0 w 149"/>
                  <a:gd name="T1" fmla="*/ 64 h 256"/>
                  <a:gd name="T2" fmla="*/ 149 w 149"/>
                  <a:gd name="T3" fmla="*/ 0 h 256"/>
                  <a:gd name="T4" fmla="*/ 149 w 149"/>
                  <a:gd name="T5" fmla="*/ 210 h 256"/>
                  <a:gd name="T6" fmla="*/ 0 w 149"/>
                  <a:gd name="T7" fmla="*/ 256 h 256"/>
                  <a:gd name="T8" fmla="*/ 0 w 149"/>
                  <a:gd name="T9" fmla="*/ 6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256">
                    <a:moveTo>
                      <a:pt x="0" y="64"/>
                    </a:moveTo>
                    <a:lnTo>
                      <a:pt x="149" y="0"/>
                    </a:lnTo>
                    <a:lnTo>
                      <a:pt x="149" y="210"/>
                    </a:lnTo>
                    <a:lnTo>
                      <a:pt x="0" y="256"/>
                    </a:lnTo>
                    <a:lnTo>
                      <a:pt x="0" y="6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Freeform: Shape 167">
                <a:extLst>
                  <a:ext uri="{FF2B5EF4-FFF2-40B4-BE49-F238E27FC236}">
                    <a16:creationId xmlns:a16="http://schemas.microsoft.com/office/drawing/2014/main" id="{5ABBC3B4-47D5-4C97-99F6-14C6A566C0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1713" y="5057775"/>
                <a:ext cx="236538" cy="373063"/>
              </a:xfrm>
              <a:custGeom>
                <a:avLst/>
                <a:gdLst>
                  <a:gd name="T0" fmla="*/ 0 w 149"/>
                  <a:gd name="T1" fmla="*/ 42 h 235"/>
                  <a:gd name="T2" fmla="*/ 149 w 149"/>
                  <a:gd name="T3" fmla="*/ 0 h 235"/>
                  <a:gd name="T4" fmla="*/ 149 w 149"/>
                  <a:gd name="T5" fmla="*/ 210 h 235"/>
                  <a:gd name="T6" fmla="*/ 0 w 149"/>
                  <a:gd name="T7" fmla="*/ 235 h 235"/>
                  <a:gd name="T8" fmla="*/ 0 w 149"/>
                  <a:gd name="T9" fmla="*/ 42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235">
                    <a:moveTo>
                      <a:pt x="0" y="42"/>
                    </a:moveTo>
                    <a:lnTo>
                      <a:pt x="149" y="0"/>
                    </a:lnTo>
                    <a:lnTo>
                      <a:pt x="149" y="210"/>
                    </a:lnTo>
                    <a:lnTo>
                      <a:pt x="0" y="235"/>
                    </a:lnTo>
                    <a:lnTo>
                      <a:pt x="0" y="4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Freeform: Shape 168">
                <a:extLst>
                  <a:ext uri="{FF2B5EF4-FFF2-40B4-BE49-F238E27FC236}">
                    <a16:creationId xmlns:a16="http://schemas.microsoft.com/office/drawing/2014/main" id="{55D4A731-63ED-4D5B-B568-1E12E99FE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1713" y="5465763"/>
                <a:ext cx="236538" cy="336550"/>
              </a:xfrm>
              <a:custGeom>
                <a:avLst/>
                <a:gdLst>
                  <a:gd name="T0" fmla="*/ 0 w 149"/>
                  <a:gd name="T1" fmla="*/ 19 h 212"/>
                  <a:gd name="T2" fmla="*/ 149 w 149"/>
                  <a:gd name="T3" fmla="*/ 0 h 212"/>
                  <a:gd name="T4" fmla="*/ 149 w 149"/>
                  <a:gd name="T5" fmla="*/ 210 h 212"/>
                  <a:gd name="T6" fmla="*/ 0 w 149"/>
                  <a:gd name="T7" fmla="*/ 212 h 212"/>
                  <a:gd name="T8" fmla="*/ 0 w 149"/>
                  <a:gd name="T9" fmla="*/ 19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212">
                    <a:moveTo>
                      <a:pt x="0" y="19"/>
                    </a:moveTo>
                    <a:lnTo>
                      <a:pt x="149" y="0"/>
                    </a:lnTo>
                    <a:lnTo>
                      <a:pt x="149" y="210"/>
                    </a:lnTo>
                    <a:lnTo>
                      <a:pt x="0" y="212"/>
                    </a:lnTo>
                    <a:lnTo>
                      <a:pt x="0" y="1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Freeform: Shape 169">
                <a:extLst>
                  <a:ext uri="{FF2B5EF4-FFF2-40B4-BE49-F238E27FC236}">
                    <a16:creationId xmlns:a16="http://schemas.microsoft.com/office/drawing/2014/main" id="{83A801AE-4EE5-42B0-A9EB-BED00B0CF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413" y="3687763"/>
                <a:ext cx="184150" cy="474663"/>
              </a:xfrm>
              <a:custGeom>
                <a:avLst/>
                <a:gdLst>
                  <a:gd name="T0" fmla="*/ 0 w 116"/>
                  <a:gd name="T1" fmla="*/ 130 h 299"/>
                  <a:gd name="T2" fmla="*/ 116 w 116"/>
                  <a:gd name="T3" fmla="*/ 0 h 299"/>
                  <a:gd name="T4" fmla="*/ 116 w 116"/>
                  <a:gd name="T5" fmla="*/ 188 h 299"/>
                  <a:gd name="T6" fmla="*/ 0 w 116"/>
                  <a:gd name="T7" fmla="*/ 299 h 299"/>
                  <a:gd name="T8" fmla="*/ 0 w 116"/>
                  <a:gd name="T9" fmla="*/ 13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99">
                    <a:moveTo>
                      <a:pt x="0" y="130"/>
                    </a:moveTo>
                    <a:lnTo>
                      <a:pt x="116" y="0"/>
                    </a:lnTo>
                    <a:lnTo>
                      <a:pt x="116" y="188"/>
                    </a:lnTo>
                    <a:lnTo>
                      <a:pt x="0" y="299"/>
                    </a:lnTo>
                    <a:lnTo>
                      <a:pt x="0" y="13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Freeform: Shape 170">
                <a:extLst>
                  <a:ext uri="{FF2B5EF4-FFF2-40B4-BE49-F238E27FC236}">
                    <a16:creationId xmlns:a16="http://schemas.microsoft.com/office/drawing/2014/main" id="{676B3173-85BC-4FBA-B8A2-2B670DC4B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413" y="4051300"/>
                <a:ext cx="184150" cy="439738"/>
              </a:xfrm>
              <a:custGeom>
                <a:avLst/>
                <a:gdLst>
                  <a:gd name="T0" fmla="*/ 0 w 116"/>
                  <a:gd name="T1" fmla="*/ 108 h 277"/>
                  <a:gd name="T2" fmla="*/ 116 w 116"/>
                  <a:gd name="T3" fmla="*/ 0 h 277"/>
                  <a:gd name="T4" fmla="*/ 116 w 116"/>
                  <a:gd name="T5" fmla="*/ 188 h 277"/>
                  <a:gd name="T6" fmla="*/ 0 w 116"/>
                  <a:gd name="T7" fmla="*/ 277 h 277"/>
                  <a:gd name="T8" fmla="*/ 0 w 116"/>
                  <a:gd name="T9" fmla="*/ 108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77">
                    <a:moveTo>
                      <a:pt x="0" y="108"/>
                    </a:moveTo>
                    <a:lnTo>
                      <a:pt x="116" y="0"/>
                    </a:lnTo>
                    <a:lnTo>
                      <a:pt x="116" y="188"/>
                    </a:lnTo>
                    <a:lnTo>
                      <a:pt x="0" y="277"/>
                    </a:lnTo>
                    <a:lnTo>
                      <a:pt x="0" y="1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Freeform: Shape 171">
                <a:extLst>
                  <a:ext uri="{FF2B5EF4-FFF2-40B4-BE49-F238E27FC236}">
                    <a16:creationId xmlns:a16="http://schemas.microsoft.com/office/drawing/2014/main" id="{7C6BB94A-74C2-4F8F-A4B5-87FF1152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413" y="4414838"/>
                <a:ext cx="184150" cy="406400"/>
              </a:xfrm>
              <a:custGeom>
                <a:avLst/>
                <a:gdLst>
                  <a:gd name="T0" fmla="*/ 0 w 116"/>
                  <a:gd name="T1" fmla="*/ 85 h 256"/>
                  <a:gd name="T2" fmla="*/ 116 w 116"/>
                  <a:gd name="T3" fmla="*/ 0 h 256"/>
                  <a:gd name="T4" fmla="*/ 116 w 116"/>
                  <a:gd name="T5" fmla="*/ 188 h 256"/>
                  <a:gd name="T6" fmla="*/ 0 w 116"/>
                  <a:gd name="T7" fmla="*/ 256 h 256"/>
                  <a:gd name="T8" fmla="*/ 0 w 116"/>
                  <a:gd name="T9" fmla="*/ 85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56">
                    <a:moveTo>
                      <a:pt x="0" y="85"/>
                    </a:moveTo>
                    <a:lnTo>
                      <a:pt x="116" y="0"/>
                    </a:lnTo>
                    <a:lnTo>
                      <a:pt x="116" y="188"/>
                    </a:lnTo>
                    <a:lnTo>
                      <a:pt x="0" y="256"/>
                    </a:lnTo>
                    <a:lnTo>
                      <a:pt x="0" y="8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Freeform: Shape 172">
                <a:extLst>
                  <a:ext uri="{FF2B5EF4-FFF2-40B4-BE49-F238E27FC236}">
                    <a16:creationId xmlns:a16="http://schemas.microsoft.com/office/drawing/2014/main" id="{E29105C6-B3C6-4F18-A5FC-7F09A2459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413" y="4776788"/>
                <a:ext cx="184150" cy="371475"/>
              </a:xfrm>
              <a:custGeom>
                <a:avLst/>
                <a:gdLst>
                  <a:gd name="T0" fmla="*/ 0 w 116"/>
                  <a:gd name="T1" fmla="*/ 64 h 234"/>
                  <a:gd name="T2" fmla="*/ 116 w 116"/>
                  <a:gd name="T3" fmla="*/ 0 h 234"/>
                  <a:gd name="T4" fmla="*/ 116 w 116"/>
                  <a:gd name="T5" fmla="*/ 188 h 234"/>
                  <a:gd name="T6" fmla="*/ 0 w 116"/>
                  <a:gd name="T7" fmla="*/ 234 h 234"/>
                  <a:gd name="T8" fmla="*/ 0 w 116"/>
                  <a:gd name="T9" fmla="*/ 6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34">
                    <a:moveTo>
                      <a:pt x="0" y="64"/>
                    </a:moveTo>
                    <a:lnTo>
                      <a:pt x="116" y="0"/>
                    </a:lnTo>
                    <a:lnTo>
                      <a:pt x="116" y="188"/>
                    </a:lnTo>
                    <a:lnTo>
                      <a:pt x="0" y="234"/>
                    </a:lnTo>
                    <a:lnTo>
                      <a:pt x="0" y="6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Freeform: Shape 173">
                <a:extLst>
                  <a:ext uri="{FF2B5EF4-FFF2-40B4-BE49-F238E27FC236}">
                    <a16:creationId xmlns:a16="http://schemas.microsoft.com/office/drawing/2014/main" id="{65AB1CB4-E56F-4EA1-8302-6DA9941B36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413" y="5140325"/>
                <a:ext cx="184150" cy="336550"/>
              </a:xfrm>
              <a:custGeom>
                <a:avLst/>
                <a:gdLst>
                  <a:gd name="T0" fmla="*/ 0 w 116"/>
                  <a:gd name="T1" fmla="*/ 43 h 212"/>
                  <a:gd name="T2" fmla="*/ 116 w 116"/>
                  <a:gd name="T3" fmla="*/ 0 h 212"/>
                  <a:gd name="T4" fmla="*/ 116 w 116"/>
                  <a:gd name="T5" fmla="*/ 188 h 212"/>
                  <a:gd name="T6" fmla="*/ 0 w 116"/>
                  <a:gd name="T7" fmla="*/ 212 h 212"/>
                  <a:gd name="T8" fmla="*/ 0 w 116"/>
                  <a:gd name="T9" fmla="*/ 43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12">
                    <a:moveTo>
                      <a:pt x="0" y="43"/>
                    </a:moveTo>
                    <a:lnTo>
                      <a:pt x="116" y="0"/>
                    </a:lnTo>
                    <a:lnTo>
                      <a:pt x="116" y="188"/>
                    </a:lnTo>
                    <a:lnTo>
                      <a:pt x="0" y="212"/>
                    </a:lnTo>
                    <a:lnTo>
                      <a:pt x="0" y="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Freeform: Shape 174">
                <a:extLst>
                  <a:ext uri="{FF2B5EF4-FFF2-40B4-BE49-F238E27FC236}">
                    <a16:creationId xmlns:a16="http://schemas.microsoft.com/office/drawing/2014/main" id="{280064F7-592C-401D-96FD-6B95C997F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413" y="5503863"/>
                <a:ext cx="184150" cy="301625"/>
              </a:xfrm>
              <a:custGeom>
                <a:avLst/>
                <a:gdLst>
                  <a:gd name="T0" fmla="*/ 0 w 116"/>
                  <a:gd name="T1" fmla="*/ 21 h 190"/>
                  <a:gd name="T2" fmla="*/ 116 w 116"/>
                  <a:gd name="T3" fmla="*/ 0 h 190"/>
                  <a:gd name="T4" fmla="*/ 116 w 116"/>
                  <a:gd name="T5" fmla="*/ 188 h 190"/>
                  <a:gd name="T6" fmla="*/ 0 w 116"/>
                  <a:gd name="T7" fmla="*/ 190 h 190"/>
                  <a:gd name="T8" fmla="*/ 0 w 116"/>
                  <a:gd name="T9" fmla="*/ 21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190">
                    <a:moveTo>
                      <a:pt x="0" y="21"/>
                    </a:moveTo>
                    <a:lnTo>
                      <a:pt x="116" y="0"/>
                    </a:lnTo>
                    <a:lnTo>
                      <a:pt x="116" y="188"/>
                    </a:lnTo>
                    <a:lnTo>
                      <a:pt x="0" y="190"/>
                    </a:lnTo>
                    <a:lnTo>
                      <a:pt x="0" y="2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Freeform: Shape 175">
                <a:extLst>
                  <a:ext uri="{FF2B5EF4-FFF2-40B4-BE49-F238E27FC236}">
                    <a16:creationId xmlns:a16="http://schemas.microsoft.com/office/drawing/2014/main" id="{054AAF8A-1381-466D-8911-0D085216E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613" y="3944938"/>
                <a:ext cx="131763" cy="441325"/>
              </a:xfrm>
              <a:custGeom>
                <a:avLst/>
                <a:gdLst>
                  <a:gd name="T0" fmla="*/ 0 w 83"/>
                  <a:gd name="T1" fmla="*/ 130 h 278"/>
                  <a:gd name="T2" fmla="*/ 83 w 83"/>
                  <a:gd name="T3" fmla="*/ 0 h 278"/>
                  <a:gd name="T4" fmla="*/ 83 w 83"/>
                  <a:gd name="T5" fmla="*/ 165 h 278"/>
                  <a:gd name="T6" fmla="*/ 0 w 83"/>
                  <a:gd name="T7" fmla="*/ 278 h 278"/>
                  <a:gd name="T8" fmla="*/ 0 w 83"/>
                  <a:gd name="T9" fmla="*/ 13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278">
                    <a:moveTo>
                      <a:pt x="0" y="130"/>
                    </a:moveTo>
                    <a:lnTo>
                      <a:pt x="83" y="0"/>
                    </a:lnTo>
                    <a:lnTo>
                      <a:pt x="83" y="165"/>
                    </a:lnTo>
                    <a:lnTo>
                      <a:pt x="0" y="278"/>
                    </a:lnTo>
                    <a:lnTo>
                      <a:pt x="0" y="13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Freeform: Shape 176">
                <a:extLst>
                  <a:ext uri="{FF2B5EF4-FFF2-40B4-BE49-F238E27FC236}">
                    <a16:creationId xmlns:a16="http://schemas.microsoft.com/office/drawing/2014/main" id="{852B0FD9-991A-486C-8A3E-67660F0EC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613" y="4265613"/>
                <a:ext cx="131763" cy="404813"/>
              </a:xfrm>
              <a:custGeom>
                <a:avLst/>
                <a:gdLst>
                  <a:gd name="T0" fmla="*/ 0 w 83"/>
                  <a:gd name="T1" fmla="*/ 108 h 255"/>
                  <a:gd name="T2" fmla="*/ 83 w 83"/>
                  <a:gd name="T3" fmla="*/ 0 h 255"/>
                  <a:gd name="T4" fmla="*/ 83 w 83"/>
                  <a:gd name="T5" fmla="*/ 165 h 255"/>
                  <a:gd name="T6" fmla="*/ 0 w 83"/>
                  <a:gd name="T7" fmla="*/ 255 h 255"/>
                  <a:gd name="T8" fmla="*/ 0 w 83"/>
                  <a:gd name="T9" fmla="*/ 108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255">
                    <a:moveTo>
                      <a:pt x="0" y="108"/>
                    </a:moveTo>
                    <a:lnTo>
                      <a:pt x="83" y="0"/>
                    </a:lnTo>
                    <a:lnTo>
                      <a:pt x="83" y="165"/>
                    </a:lnTo>
                    <a:lnTo>
                      <a:pt x="0" y="255"/>
                    </a:lnTo>
                    <a:lnTo>
                      <a:pt x="0" y="1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Freeform: Shape 177">
                <a:extLst>
                  <a:ext uri="{FF2B5EF4-FFF2-40B4-BE49-F238E27FC236}">
                    <a16:creationId xmlns:a16="http://schemas.microsoft.com/office/drawing/2014/main" id="{16AC6911-E0AE-43B6-977E-7ED64F404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613" y="4584700"/>
                <a:ext cx="131763" cy="369888"/>
              </a:xfrm>
              <a:custGeom>
                <a:avLst/>
                <a:gdLst>
                  <a:gd name="T0" fmla="*/ 0 w 83"/>
                  <a:gd name="T1" fmla="*/ 86 h 233"/>
                  <a:gd name="T2" fmla="*/ 83 w 83"/>
                  <a:gd name="T3" fmla="*/ 0 h 233"/>
                  <a:gd name="T4" fmla="*/ 83 w 83"/>
                  <a:gd name="T5" fmla="*/ 165 h 233"/>
                  <a:gd name="T6" fmla="*/ 0 w 83"/>
                  <a:gd name="T7" fmla="*/ 233 h 233"/>
                  <a:gd name="T8" fmla="*/ 0 w 83"/>
                  <a:gd name="T9" fmla="*/ 86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233">
                    <a:moveTo>
                      <a:pt x="0" y="86"/>
                    </a:moveTo>
                    <a:lnTo>
                      <a:pt x="83" y="0"/>
                    </a:lnTo>
                    <a:lnTo>
                      <a:pt x="83" y="165"/>
                    </a:lnTo>
                    <a:lnTo>
                      <a:pt x="0" y="233"/>
                    </a:lnTo>
                    <a:lnTo>
                      <a:pt x="0" y="8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Freeform: Shape 178">
                <a:extLst>
                  <a:ext uri="{FF2B5EF4-FFF2-40B4-BE49-F238E27FC236}">
                    <a16:creationId xmlns:a16="http://schemas.microsoft.com/office/drawing/2014/main" id="{7B7876A3-E5C7-4BD0-9718-CE3AFC17F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613" y="4903788"/>
                <a:ext cx="131763" cy="336550"/>
              </a:xfrm>
              <a:custGeom>
                <a:avLst/>
                <a:gdLst>
                  <a:gd name="T0" fmla="*/ 0 w 83"/>
                  <a:gd name="T1" fmla="*/ 64 h 212"/>
                  <a:gd name="T2" fmla="*/ 83 w 83"/>
                  <a:gd name="T3" fmla="*/ 0 h 212"/>
                  <a:gd name="T4" fmla="*/ 83 w 83"/>
                  <a:gd name="T5" fmla="*/ 166 h 212"/>
                  <a:gd name="T6" fmla="*/ 0 w 83"/>
                  <a:gd name="T7" fmla="*/ 212 h 212"/>
                  <a:gd name="T8" fmla="*/ 0 w 83"/>
                  <a:gd name="T9" fmla="*/ 64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212">
                    <a:moveTo>
                      <a:pt x="0" y="64"/>
                    </a:moveTo>
                    <a:lnTo>
                      <a:pt x="83" y="0"/>
                    </a:lnTo>
                    <a:lnTo>
                      <a:pt x="83" y="166"/>
                    </a:lnTo>
                    <a:lnTo>
                      <a:pt x="0" y="212"/>
                    </a:lnTo>
                    <a:lnTo>
                      <a:pt x="0" y="6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Freeform: Shape 179">
                <a:extLst>
                  <a:ext uri="{FF2B5EF4-FFF2-40B4-BE49-F238E27FC236}">
                    <a16:creationId xmlns:a16="http://schemas.microsoft.com/office/drawing/2014/main" id="{99D97EF1-049F-4167-88B8-5476F978F3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613" y="5224463"/>
                <a:ext cx="131763" cy="300038"/>
              </a:xfrm>
              <a:custGeom>
                <a:avLst/>
                <a:gdLst>
                  <a:gd name="T0" fmla="*/ 0 w 83"/>
                  <a:gd name="T1" fmla="*/ 42 h 189"/>
                  <a:gd name="T2" fmla="*/ 83 w 83"/>
                  <a:gd name="T3" fmla="*/ 0 h 189"/>
                  <a:gd name="T4" fmla="*/ 83 w 83"/>
                  <a:gd name="T5" fmla="*/ 165 h 189"/>
                  <a:gd name="T6" fmla="*/ 0 w 83"/>
                  <a:gd name="T7" fmla="*/ 189 h 189"/>
                  <a:gd name="T8" fmla="*/ 0 w 83"/>
                  <a:gd name="T9" fmla="*/ 42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189">
                    <a:moveTo>
                      <a:pt x="0" y="42"/>
                    </a:moveTo>
                    <a:lnTo>
                      <a:pt x="83" y="0"/>
                    </a:lnTo>
                    <a:lnTo>
                      <a:pt x="83" y="165"/>
                    </a:lnTo>
                    <a:lnTo>
                      <a:pt x="0" y="189"/>
                    </a:lnTo>
                    <a:lnTo>
                      <a:pt x="0" y="4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Freeform: Shape 180">
                <a:extLst>
                  <a:ext uri="{FF2B5EF4-FFF2-40B4-BE49-F238E27FC236}">
                    <a16:creationId xmlns:a16="http://schemas.microsoft.com/office/drawing/2014/main" id="{7A1D202E-E70C-47F4-886A-570DCABEC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613" y="5543550"/>
                <a:ext cx="131763" cy="266700"/>
              </a:xfrm>
              <a:custGeom>
                <a:avLst/>
                <a:gdLst>
                  <a:gd name="T0" fmla="*/ 0 w 83"/>
                  <a:gd name="T1" fmla="*/ 20 h 168"/>
                  <a:gd name="T2" fmla="*/ 83 w 83"/>
                  <a:gd name="T3" fmla="*/ 0 h 168"/>
                  <a:gd name="T4" fmla="*/ 83 w 83"/>
                  <a:gd name="T5" fmla="*/ 166 h 168"/>
                  <a:gd name="T6" fmla="*/ 0 w 83"/>
                  <a:gd name="T7" fmla="*/ 168 h 168"/>
                  <a:gd name="T8" fmla="*/ 0 w 83"/>
                  <a:gd name="T9" fmla="*/ 2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168">
                    <a:moveTo>
                      <a:pt x="0" y="20"/>
                    </a:moveTo>
                    <a:lnTo>
                      <a:pt x="83" y="0"/>
                    </a:lnTo>
                    <a:lnTo>
                      <a:pt x="83" y="166"/>
                    </a:lnTo>
                    <a:lnTo>
                      <a:pt x="0" y="168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1D28BCA-3DCE-4466-8A84-15E24E91E1A1}"/>
              </a:ext>
            </a:extLst>
          </p:cNvPr>
          <p:cNvGrpSpPr/>
          <p:nvPr/>
        </p:nvGrpSpPr>
        <p:grpSpPr>
          <a:xfrm>
            <a:off x="4458545" y="4913220"/>
            <a:ext cx="585653" cy="585654"/>
            <a:chOff x="4446032" y="4426318"/>
            <a:chExt cx="819291" cy="819292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C0329F0F-7970-4499-9F18-E1B584E82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032" y="4999648"/>
              <a:ext cx="219214" cy="99432"/>
            </a:xfrm>
            <a:custGeom>
              <a:avLst/>
              <a:gdLst>
                <a:gd name="T0" fmla="*/ 708 w 713"/>
                <a:gd name="T1" fmla="*/ 45 h 323"/>
                <a:gd name="T2" fmla="*/ 711 w 713"/>
                <a:gd name="T3" fmla="*/ 12 h 323"/>
                <a:gd name="T4" fmla="*/ 697 w 713"/>
                <a:gd name="T5" fmla="*/ 1 h 323"/>
                <a:gd name="T6" fmla="*/ 11 w 713"/>
                <a:gd name="T7" fmla="*/ 270 h 323"/>
                <a:gd name="T8" fmla="*/ 11 w 713"/>
                <a:gd name="T9" fmla="*/ 312 h 323"/>
                <a:gd name="T10" fmla="*/ 53 w 713"/>
                <a:gd name="T11" fmla="*/ 312 h 323"/>
                <a:gd name="T12" fmla="*/ 693 w 713"/>
                <a:gd name="T13" fmla="*/ 61 h 323"/>
                <a:gd name="T14" fmla="*/ 708 w 713"/>
                <a:gd name="T15" fmla="*/ 45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3" h="323">
                  <a:moveTo>
                    <a:pt x="708" y="45"/>
                  </a:moveTo>
                  <a:cubicBezTo>
                    <a:pt x="709" y="34"/>
                    <a:pt x="710" y="23"/>
                    <a:pt x="711" y="12"/>
                  </a:cubicBezTo>
                  <a:cubicBezTo>
                    <a:pt x="713" y="0"/>
                    <a:pt x="703" y="0"/>
                    <a:pt x="697" y="1"/>
                  </a:cubicBezTo>
                  <a:cubicBezTo>
                    <a:pt x="448" y="29"/>
                    <a:pt x="202" y="80"/>
                    <a:pt x="11" y="270"/>
                  </a:cubicBezTo>
                  <a:cubicBezTo>
                    <a:pt x="0" y="281"/>
                    <a:pt x="0" y="300"/>
                    <a:pt x="11" y="312"/>
                  </a:cubicBezTo>
                  <a:cubicBezTo>
                    <a:pt x="23" y="323"/>
                    <a:pt x="42" y="323"/>
                    <a:pt x="53" y="312"/>
                  </a:cubicBezTo>
                  <a:cubicBezTo>
                    <a:pt x="216" y="148"/>
                    <a:pt x="438" y="92"/>
                    <a:pt x="693" y="61"/>
                  </a:cubicBezTo>
                  <a:cubicBezTo>
                    <a:pt x="704" y="60"/>
                    <a:pt x="707" y="53"/>
                    <a:pt x="708" y="45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15B53C13-A435-47ED-90A8-A61013BDB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997" y="4426318"/>
              <a:ext cx="401796" cy="586122"/>
            </a:xfrm>
            <a:custGeom>
              <a:avLst/>
              <a:gdLst>
                <a:gd name="T0" fmla="*/ 1294 w 1306"/>
                <a:gd name="T1" fmla="*/ 11 h 1904"/>
                <a:gd name="T2" fmla="*/ 1252 w 1306"/>
                <a:gd name="T3" fmla="*/ 11 h 1904"/>
                <a:gd name="T4" fmla="*/ 968 w 1306"/>
                <a:gd name="T5" fmla="*/ 841 h 1904"/>
                <a:gd name="T6" fmla="*/ 728 w 1306"/>
                <a:gd name="T7" fmla="*/ 1607 h 1904"/>
                <a:gd name="T8" fmla="*/ 6 w 1306"/>
                <a:gd name="T9" fmla="*/ 1843 h 1904"/>
                <a:gd name="T10" fmla="*/ 0 w 1306"/>
                <a:gd name="T11" fmla="*/ 1904 h 1904"/>
                <a:gd name="T12" fmla="*/ 10 w 1306"/>
                <a:gd name="T13" fmla="*/ 1903 h 1904"/>
                <a:gd name="T14" fmla="*/ 770 w 1306"/>
                <a:gd name="T15" fmla="*/ 1650 h 1904"/>
                <a:gd name="T16" fmla="*/ 1023 w 1306"/>
                <a:gd name="T17" fmla="*/ 890 h 1904"/>
                <a:gd name="T18" fmla="*/ 1027 w 1306"/>
                <a:gd name="T19" fmla="*/ 847 h 1904"/>
                <a:gd name="T20" fmla="*/ 1294 w 1306"/>
                <a:gd name="T21" fmla="*/ 53 h 1904"/>
                <a:gd name="T22" fmla="*/ 1294 w 1306"/>
                <a:gd name="T23" fmla="*/ 11 h 1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06" h="1904">
                  <a:moveTo>
                    <a:pt x="1294" y="11"/>
                  </a:moveTo>
                  <a:cubicBezTo>
                    <a:pt x="1282" y="0"/>
                    <a:pt x="1264" y="0"/>
                    <a:pt x="1252" y="11"/>
                  </a:cubicBezTo>
                  <a:cubicBezTo>
                    <a:pt x="1027" y="238"/>
                    <a:pt x="997" y="543"/>
                    <a:pt x="968" y="841"/>
                  </a:cubicBezTo>
                  <a:cubicBezTo>
                    <a:pt x="942" y="1127"/>
                    <a:pt x="914" y="1424"/>
                    <a:pt x="728" y="1607"/>
                  </a:cubicBezTo>
                  <a:cubicBezTo>
                    <a:pt x="554" y="1784"/>
                    <a:pt x="279" y="1818"/>
                    <a:pt x="6" y="1843"/>
                  </a:cubicBezTo>
                  <a:cubicBezTo>
                    <a:pt x="4" y="1863"/>
                    <a:pt x="2" y="1883"/>
                    <a:pt x="0" y="1904"/>
                  </a:cubicBezTo>
                  <a:cubicBezTo>
                    <a:pt x="10" y="1903"/>
                    <a:pt x="10" y="1903"/>
                    <a:pt x="10" y="1903"/>
                  </a:cubicBezTo>
                  <a:cubicBezTo>
                    <a:pt x="285" y="1876"/>
                    <a:pt x="569" y="1848"/>
                    <a:pt x="770" y="1650"/>
                  </a:cubicBezTo>
                  <a:cubicBezTo>
                    <a:pt x="968" y="1449"/>
                    <a:pt x="996" y="1165"/>
                    <a:pt x="1023" y="890"/>
                  </a:cubicBezTo>
                  <a:cubicBezTo>
                    <a:pt x="1027" y="847"/>
                    <a:pt x="1027" y="847"/>
                    <a:pt x="1027" y="847"/>
                  </a:cubicBezTo>
                  <a:cubicBezTo>
                    <a:pt x="1057" y="528"/>
                    <a:pt x="1097" y="248"/>
                    <a:pt x="1294" y="53"/>
                  </a:cubicBezTo>
                  <a:cubicBezTo>
                    <a:pt x="1306" y="42"/>
                    <a:pt x="1306" y="23"/>
                    <a:pt x="1294" y="11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1A28D05-3E5D-464A-AD65-922ED64B0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2562" y="4658325"/>
              <a:ext cx="412844" cy="587285"/>
            </a:xfrm>
            <a:custGeom>
              <a:avLst/>
              <a:gdLst>
                <a:gd name="T0" fmla="*/ 257 w 1342"/>
                <a:gd name="T1" fmla="*/ 1260 h 1909"/>
                <a:gd name="T2" fmla="*/ 12 w 1342"/>
                <a:gd name="T3" fmla="*/ 1855 h 1909"/>
                <a:gd name="T4" fmla="*/ 12 w 1342"/>
                <a:gd name="T5" fmla="*/ 1897 h 1909"/>
                <a:gd name="T6" fmla="*/ 54 w 1342"/>
                <a:gd name="T7" fmla="*/ 1897 h 1909"/>
                <a:gd name="T8" fmla="*/ 318 w 1342"/>
                <a:gd name="T9" fmla="*/ 1253 h 1909"/>
                <a:gd name="T10" fmla="*/ 339 w 1342"/>
                <a:gd name="T11" fmla="*/ 1059 h 1909"/>
                <a:gd name="T12" fmla="*/ 578 w 1342"/>
                <a:gd name="T13" fmla="*/ 301 h 1909"/>
                <a:gd name="T14" fmla="*/ 1327 w 1342"/>
                <a:gd name="T15" fmla="*/ 62 h 1909"/>
                <a:gd name="T16" fmla="*/ 1338 w 1342"/>
                <a:gd name="T17" fmla="*/ 50 h 1909"/>
                <a:gd name="T18" fmla="*/ 1342 w 1342"/>
                <a:gd name="T19" fmla="*/ 12 h 1909"/>
                <a:gd name="T20" fmla="*/ 1333 w 1342"/>
                <a:gd name="T21" fmla="*/ 2 h 1909"/>
                <a:gd name="T22" fmla="*/ 1295 w 1342"/>
                <a:gd name="T23" fmla="*/ 6 h 1909"/>
                <a:gd name="T24" fmla="*/ 536 w 1342"/>
                <a:gd name="T25" fmla="*/ 259 h 1909"/>
                <a:gd name="T26" fmla="*/ 283 w 1342"/>
                <a:gd name="T27" fmla="*/ 1018 h 1909"/>
                <a:gd name="T28" fmla="*/ 257 w 1342"/>
                <a:gd name="T29" fmla="*/ 1260 h 1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42" h="1909">
                  <a:moveTo>
                    <a:pt x="257" y="1260"/>
                  </a:moveTo>
                  <a:cubicBezTo>
                    <a:pt x="224" y="1496"/>
                    <a:pt x="166" y="1702"/>
                    <a:pt x="12" y="1855"/>
                  </a:cubicBezTo>
                  <a:cubicBezTo>
                    <a:pt x="0" y="1867"/>
                    <a:pt x="0" y="1886"/>
                    <a:pt x="12" y="1897"/>
                  </a:cubicBezTo>
                  <a:cubicBezTo>
                    <a:pt x="24" y="1909"/>
                    <a:pt x="42" y="1909"/>
                    <a:pt x="54" y="1897"/>
                  </a:cubicBezTo>
                  <a:cubicBezTo>
                    <a:pt x="232" y="1718"/>
                    <a:pt x="288" y="1489"/>
                    <a:pt x="318" y="1253"/>
                  </a:cubicBezTo>
                  <a:cubicBezTo>
                    <a:pt x="339" y="1059"/>
                    <a:pt x="339" y="1059"/>
                    <a:pt x="339" y="1059"/>
                  </a:cubicBezTo>
                  <a:cubicBezTo>
                    <a:pt x="365" y="775"/>
                    <a:pt x="394" y="483"/>
                    <a:pt x="578" y="301"/>
                  </a:cubicBezTo>
                  <a:cubicBezTo>
                    <a:pt x="758" y="119"/>
                    <a:pt x="1045" y="88"/>
                    <a:pt x="1327" y="62"/>
                  </a:cubicBezTo>
                  <a:cubicBezTo>
                    <a:pt x="1330" y="62"/>
                    <a:pt x="1337" y="54"/>
                    <a:pt x="1338" y="50"/>
                  </a:cubicBezTo>
                  <a:cubicBezTo>
                    <a:pt x="1339" y="38"/>
                    <a:pt x="1340" y="25"/>
                    <a:pt x="1342" y="12"/>
                  </a:cubicBezTo>
                  <a:cubicBezTo>
                    <a:pt x="1342" y="4"/>
                    <a:pt x="1338" y="0"/>
                    <a:pt x="1333" y="2"/>
                  </a:cubicBezTo>
                  <a:cubicBezTo>
                    <a:pt x="1295" y="6"/>
                    <a:pt x="1295" y="6"/>
                    <a:pt x="1295" y="6"/>
                  </a:cubicBezTo>
                  <a:cubicBezTo>
                    <a:pt x="1021" y="33"/>
                    <a:pt x="737" y="60"/>
                    <a:pt x="536" y="259"/>
                  </a:cubicBezTo>
                  <a:cubicBezTo>
                    <a:pt x="338" y="460"/>
                    <a:pt x="310" y="743"/>
                    <a:pt x="283" y="1018"/>
                  </a:cubicBezTo>
                  <a:lnTo>
                    <a:pt x="257" y="126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0C9D1230-EF6E-423C-9947-FEC372868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1783" y="4717635"/>
              <a:ext cx="115712" cy="113968"/>
            </a:xfrm>
            <a:custGeom>
              <a:avLst/>
              <a:gdLst>
                <a:gd name="T0" fmla="*/ 365 w 376"/>
                <a:gd name="T1" fmla="*/ 356 h 371"/>
                <a:gd name="T2" fmla="*/ 372 w 376"/>
                <a:gd name="T3" fmla="*/ 331 h 371"/>
                <a:gd name="T4" fmla="*/ 360 w 376"/>
                <a:gd name="T5" fmla="*/ 294 h 371"/>
                <a:gd name="T6" fmla="*/ 80 w 376"/>
                <a:gd name="T7" fmla="*/ 14 h 371"/>
                <a:gd name="T8" fmla="*/ 44 w 376"/>
                <a:gd name="T9" fmla="*/ 3 h 371"/>
                <a:gd name="T10" fmla="*/ 18 w 376"/>
                <a:gd name="T11" fmla="*/ 11 h 371"/>
                <a:gd name="T12" fmla="*/ 14 w 376"/>
                <a:gd name="T13" fmla="*/ 36 h 371"/>
                <a:gd name="T14" fmla="*/ 336 w 376"/>
                <a:gd name="T15" fmla="*/ 358 h 371"/>
                <a:gd name="T16" fmla="*/ 365 w 376"/>
                <a:gd name="T17" fmla="*/ 356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6" h="371">
                  <a:moveTo>
                    <a:pt x="365" y="356"/>
                  </a:moveTo>
                  <a:cubicBezTo>
                    <a:pt x="367" y="348"/>
                    <a:pt x="370" y="339"/>
                    <a:pt x="372" y="331"/>
                  </a:cubicBezTo>
                  <a:cubicBezTo>
                    <a:pt x="376" y="318"/>
                    <a:pt x="375" y="309"/>
                    <a:pt x="360" y="294"/>
                  </a:cubicBezTo>
                  <a:cubicBezTo>
                    <a:pt x="298" y="232"/>
                    <a:pt x="93" y="27"/>
                    <a:pt x="80" y="14"/>
                  </a:cubicBezTo>
                  <a:cubicBezTo>
                    <a:pt x="65" y="0"/>
                    <a:pt x="51" y="1"/>
                    <a:pt x="44" y="3"/>
                  </a:cubicBezTo>
                  <a:cubicBezTo>
                    <a:pt x="35" y="6"/>
                    <a:pt x="26" y="8"/>
                    <a:pt x="18" y="11"/>
                  </a:cubicBezTo>
                  <a:cubicBezTo>
                    <a:pt x="11" y="14"/>
                    <a:pt x="0" y="23"/>
                    <a:pt x="14" y="36"/>
                  </a:cubicBezTo>
                  <a:cubicBezTo>
                    <a:pt x="26" y="48"/>
                    <a:pt x="263" y="285"/>
                    <a:pt x="336" y="358"/>
                  </a:cubicBezTo>
                  <a:cubicBezTo>
                    <a:pt x="349" y="371"/>
                    <a:pt x="362" y="364"/>
                    <a:pt x="365" y="356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61C38299-5C79-4F51-B405-A11AA783B7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6192" y="4758338"/>
              <a:ext cx="154089" cy="151764"/>
            </a:xfrm>
            <a:custGeom>
              <a:avLst/>
              <a:gdLst>
                <a:gd name="T0" fmla="*/ 475 w 499"/>
                <a:gd name="T1" fmla="*/ 479 h 493"/>
                <a:gd name="T2" fmla="*/ 484 w 499"/>
                <a:gd name="T3" fmla="*/ 469 h 493"/>
                <a:gd name="T4" fmla="*/ 480 w 499"/>
                <a:gd name="T5" fmla="*/ 435 h 493"/>
                <a:gd name="T6" fmla="*/ 58 w 499"/>
                <a:gd name="T7" fmla="*/ 12 h 493"/>
                <a:gd name="T8" fmla="*/ 33 w 499"/>
                <a:gd name="T9" fmla="*/ 5 h 493"/>
                <a:gd name="T10" fmla="*/ 9 w 499"/>
                <a:gd name="T11" fmla="*/ 28 h 493"/>
                <a:gd name="T12" fmla="*/ 13 w 499"/>
                <a:gd name="T13" fmla="*/ 55 h 493"/>
                <a:gd name="T14" fmla="*/ 438 w 499"/>
                <a:gd name="T15" fmla="*/ 480 h 493"/>
                <a:gd name="T16" fmla="*/ 475 w 499"/>
                <a:gd name="T17" fmla="*/ 479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9" h="493">
                  <a:moveTo>
                    <a:pt x="475" y="479"/>
                  </a:moveTo>
                  <a:cubicBezTo>
                    <a:pt x="478" y="476"/>
                    <a:pt x="481" y="472"/>
                    <a:pt x="484" y="469"/>
                  </a:cubicBezTo>
                  <a:cubicBezTo>
                    <a:pt x="499" y="452"/>
                    <a:pt x="490" y="445"/>
                    <a:pt x="480" y="435"/>
                  </a:cubicBezTo>
                  <a:cubicBezTo>
                    <a:pt x="480" y="435"/>
                    <a:pt x="71" y="24"/>
                    <a:pt x="58" y="12"/>
                  </a:cubicBezTo>
                  <a:cubicBezTo>
                    <a:pt x="45" y="0"/>
                    <a:pt x="36" y="2"/>
                    <a:pt x="33" y="5"/>
                  </a:cubicBezTo>
                  <a:cubicBezTo>
                    <a:pt x="25" y="13"/>
                    <a:pt x="17" y="20"/>
                    <a:pt x="9" y="28"/>
                  </a:cubicBezTo>
                  <a:cubicBezTo>
                    <a:pt x="5" y="32"/>
                    <a:pt x="0" y="41"/>
                    <a:pt x="13" y="55"/>
                  </a:cubicBezTo>
                  <a:cubicBezTo>
                    <a:pt x="26" y="69"/>
                    <a:pt x="438" y="480"/>
                    <a:pt x="438" y="480"/>
                  </a:cubicBezTo>
                  <a:cubicBezTo>
                    <a:pt x="446" y="488"/>
                    <a:pt x="462" y="493"/>
                    <a:pt x="475" y="479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99A65E50-91C2-4811-99A0-4A2308FC8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163" y="4831021"/>
              <a:ext cx="123272" cy="121528"/>
            </a:xfrm>
            <a:custGeom>
              <a:avLst/>
              <a:gdLst>
                <a:gd name="T0" fmla="*/ 355 w 401"/>
                <a:gd name="T1" fmla="*/ 393 h 395"/>
                <a:gd name="T2" fmla="*/ 383 w 401"/>
                <a:gd name="T3" fmla="*/ 383 h 395"/>
                <a:gd name="T4" fmla="*/ 384 w 401"/>
                <a:gd name="T5" fmla="*/ 356 h 395"/>
                <a:gd name="T6" fmla="*/ 40 w 401"/>
                <a:gd name="T7" fmla="*/ 12 h 395"/>
                <a:gd name="T8" fmla="*/ 13 w 401"/>
                <a:gd name="T9" fmla="*/ 12 h 395"/>
                <a:gd name="T10" fmla="*/ 2 w 401"/>
                <a:gd name="T11" fmla="*/ 40 h 395"/>
                <a:gd name="T12" fmla="*/ 11 w 401"/>
                <a:gd name="T13" fmla="*/ 71 h 395"/>
                <a:gd name="T14" fmla="*/ 318 w 401"/>
                <a:gd name="T15" fmla="*/ 378 h 395"/>
                <a:gd name="T16" fmla="*/ 355 w 401"/>
                <a:gd name="T17" fmla="*/ 393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1" h="395">
                  <a:moveTo>
                    <a:pt x="355" y="393"/>
                  </a:moveTo>
                  <a:cubicBezTo>
                    <a:pt x="365" y="390"/>
                    <a:pt x="374" y="387"/>
                    <a:pt x="383" y="383"/>
                  </a:cubicBezTo>
                  <a:cubicBezTo>
                    <a:pt x="390" y="381"/>
                    <a:pt x="401" y="373"/>
                    <a:pt x="384" y="356"/>
                  </a:cubicBezTo>
                  <a:cubicBezTo>
                    <a:pt x="367" y="339"/>
                    <a:pt x="40" y="12"/>
                    <a:pt x="40" y="12"/>
                  </a:cubicBezTo>
                  <a:cubicBezTo>
                    <a:pt x="31" y="3"/>
                    <a:pt x="17" y="0"/>
                    <a:pt x="13" y="12"/>
                  </a:cubicBezTo>
                  <a:cubicBezTo>
                    <a:pt x="9" y="21"/>
                    <a:pt x="6" y="31"/>
                    <a:pt x="2" y="40"/>
                  </a:cubicBezTo>
                  <a:cubicBezTo>
                    <a:pt x="1" y="46"/>
                    <a:pt x="0" y="59"/>
                    <a:pt x="11" y="71"/>
                  </a:cubicBezTo>
                  <a:cubicBezTo>
                    <a:pt x="20" y="82"/>
                    <a:pt x="248" y="309"/>
                    <a:pt x="318" y="378"/>
                  </a:cubicBezTo>
                  <a:cubicBezTo>
                    <a:pt x="331" y="391"/>
                    <a:pt x="349" y="395"/>
                    <a:pt x="355" y="393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E6329E72-7AE5-4B1C-93E0-524F23B90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0071" y="4475743"/>
              <a:ext cx="109898" cy="109316"/>
            </a:xfrm>
            <a:custGeom>
              <a:avLst/>
              <a:gdLst>
                <a:gd name="T0" fmla="*/ 356 w 356"/>
                <a:gd name="T1" fmla="*/ 318 h 356"/>
                <a:gd name="T2" fmla="*/ 38 w 356"/>
                <a:gd name="T3" fmla="*/ 0 h 356"/>
                <a:gd name="T4" fmla="*/ 0 w 356"/>
                <a:gd name="T5" fmla="*/ 50 h 356"/>
                <a:gd name="T6" fmla="*/ 306 w 356"/>
                <a:gd name="T7" fmla="*/ 356 h 356"/>
                <a:gd name="T8" fmla="*/ 356 w 356"/>
                <a:gd name="T9" fmla="*/ 31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6" h="356">
                  <a:moveTo>
                    <a:pt x="356" y="31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24" y="16"/>
                    <a:pt x="12" y="33"/>
                    <a:pt x="0" y="50"/>
                  </a:cubicBezTo>
                  <a:cubicBezTo>
                    <a:pt x="306" y="356"/>
                    <a:pt x="306" y="356"/>
                    <a:pt x="306" y="356"/>
                  </a:cubicBezTo>
                  <a:cubicBezTo>
                    <a:pt x="323" y="345"/>
                    <a:pt x="340" y="332"/>
                    <a:pt x="356" y="318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7811E988-5186-47E1-9990-26B73C4C5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2857" y="4554823"/>
              <a:ext cx="68032" cy="68032"/>
            </a:xfrm>
            <a:custGeom>
              <a:avLst/>
              <a:gdLst>
                <a:gd name="T0" fmla="*/ 221 w 221"/>
                <a:gd name="T1" fmla="*/ 201 h 221"/>
                <a:gd name="T2" fmla="*/ 20 w 221"/>
                <a:gd name="T3" fmla="*/ 0 h 221"/>
                <a:gd name="T4" fmla="*/ 0 w 221"/>
                <a:gd name="T5" fmla="*/ 68 h 221"/>
                <a:gd name="T6" fmla="*/ 152 w 221"/>
                <a:gd name="T7" fmla="*/ 221 h 221"/>
                <a:gd name="T8" fmla="*/ 221 w 221"/>
                <a:gd name="T9" fmla="*/ 20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1" h="221">
                  <a:moveTo>
                    <a:pt x="221" y="201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3" y="22"/>
                    <a:pt x="6" y="45"/>
                    <a:pt x="0" y="68"/>
                  </a:cubicBezTo>
                  <a:cubicBezTo>
                    <a:pt x="152" y="221"/>
                    <a:pt x="152" y="221"/>
                    <a:pt x="152" y="221"/>
                  </a:cubicBezTo>
                  <a:cubicBezTo>
                    <a:pt x="176" y="214"/>
                    <a:pt x="199" y="208"/>
                    <a:pt x="221" y="201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772865C1-6637-42BB-8BC2-81A30289B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910" y="5051399"/>
              <a:ext cx="59891" cy="59892"/>
            </a:xfrm>
            <a:custGeom>
              <a:avLst/>
              <a:gdLst>
                <a:gd name="T0" fmla="*/ 181 w 195"/>
                <a:gd name="T1" fmla="*/ 175 h 195"/>
                <a:gd name="T2" fmla="*/ 189 w 195"/>
                <a:gd name="T3" fmla="*/ 145 h 195"/>
                <a:gd name="T4" fmla="*/ 180 w 195"/>
                <a:gd name="T5" fmla="*/ 113 h 195"/>
                <a:gd name="T6" fmla="*/ 82 w 195"/>
                <a:gd name="T7" fmla="*/ 15 h 195"/>
                <a:gd name="T8" fmla="*/ 50 w 195"/>
                <a:gd name="T9" fmla="*/ 2 h 195"/>
                <a:gd name="T10" fmla="*/ 12 w 195"/>
                <a:gd name="T11" fmla="*/ 12 h 195"/>
                <a:gd name="T12" fmla="*/ 10 w 195"/>
                <a:gd name="T13" fmla="*/ 31 h 195"/>
                <a:gd name="T14" fmla="*/ 159 w 195"/>
                <a:gd name="T15" fmla="*/ 180 h 195"/>
                <a:gd name="T16" fmla="*/ 181 w 195"/>
                <a:gd name="T17" fmla="*/ 17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" h="195">
                  <a:moveTo>
                    <a:pt x="181" y="175"/>
                  </a:moveTo>
                  <a:cubicBezTo>
                    <a:pt x="184" y="165"/>
                    <a:pt x="187" y="155"/>
                    <a:pt x="189" y="145"/>
                  </a:cubicBezTo>
                  <a:cubicBezTo>
                    <a:pt x="191" y="139"/>
                    <a:pt x="195" y="129"/>
                    <a:pt x="180" y="113"/>
                  </a:cubicBezTo>
                  <a:cubicBezTo>
                    <a:pt x="170" y="102"/>
                    <a:pt x="111" y="44"/>
                    <a:pt x="82" y="15"/>
                  </a:cubicBezTo>
                  <a:cubicBezTo>
                    <a:pt x="70" y="3"/>
                    <a:pt x="61" y="0"/>
                    <a:pt x="50" y="2"/>
                  </a:cubicBezTo>
                  <a:cubicBezTo>
                    <a:pt x="37" y="5"/>
                    <a:pt x="24" y="9"/>
                    <a:pt x="12" y="12"/>
                  </a:cubicBezTo>
                  <a:cubicBezTo>
                    <a:pt x="0" y="16"/>
                    <a:pt x="2" y="23"/>
                    <a:pt x="10" y="31"/>
                  </a:cubicBezTo>
                  <a:cubicBezTo>
                    <a:pt x="48" y="68"/>
                    <a:pt x="148" y="167"/>
                    <a:pt x="159" y="180"/>
                  </a:cubicBezTo>
                  <a:cubicBezTo>
                    <a:pt x="172" y="195"/>
                    <a:pt x="179" y="182"/>
                    <a:pt x="181" y="175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EC940241-EE94-4E87-A87B-9510DC89C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923" y="5086868"/>
              <a:ext cx="105828" cy="105828"/>
            </a:xfrm>
            <a:custGeom>
              <a:avLst/>
              <a:gdLst>
                <a:gd name="T0" fmla="*/ 324 w 344"/>
                <a:gd name="T1" fmla="*/ 335 h 344"/>
                <a:gd name="T2" fmla="*/ 339 w 344"/>
                <a:gd name="T3" fmla="*/ 313 h 344"/>
                <a:gd name="T4" fmla="*/ 335 w 344"/>
                <a:gd name="T5" fmla="*/ 282 h 344"/>
                <a:gd name="T6" fmla="*/ 65 w 344"/>
                <a:gd name="T7" fmla="*/ 12 h 344"/>
                <a:gd name="T8" fmla="*/ 36 w 344"/>
                <a:gd name="T9" fmla="*/ 4 h 344"/>
                <a:gd name="T10" fmla="*/ 12 w 344"/>
                <a:gd name="T11" fmla="*/ 21 h 344"/>
                <a:gd name="T12" fmla="*/ 11 w 344"/>
                <a:gd name="T13" fmla="*/ 46 h 344"/>
                <a:gd name="T14" fmla="*/ 300 w 344"/>
                <a:gd name="T15" fmla="*/ 335 h 344"/>
                <a:gd name="T16" fmla="*/ 324 w 344"/>
                <a:gd name="T17" fmla="*/ 335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4" h="344">
                  <a:moveTo>
                    <a:pt x="324" y="335"/>
                  </a:moveTo>
                  <a:cubicBezTo>
                    <a:pt x="329" y="327"/>
                    <a:pt x="334" y="320"/>
                    <a:pt x="339" y="313"/>
                  </a:cubicBezTo>
                  <a:cubicBezTo>
                    <a:pt x="342" y="307"/>
                    <a:pt x="344" y="291"/>
                    <a:pt x="335" y="282"/>
                  </a:cubicBezTo>
                  <a:cubicBezTo>
                    <a:pt x="279" y="226"/>
                    <a:pt x="77" y="23"/>
                    <a:pt x="65" y="12"/>
                  </a:cubicBezTo>
                  <a:cubicBezTo>
                    <a:pt x="52" y="0"/>
                    <a:pt x="40" y="1"/>
                    <a:pt x="36" y="4"/>
                  </a:cubicBezTo>
                  <a:cubicBezTo>
                    <a:pt x="28" y="10"/>
                    <a:pt x="20" y="15"/>
                    <a:pt x="12" y="21"/>
                  </a:cubicBezTo>
                  <a:cubicBezTo>
                    <a:pt x="7" y="25"/>
                    <a:pt x="0" y="34"/>
                    <a:pt x="11" y="46"/>
                  </a:cubicBezTo>
                  <a:cubicBezTo>
                    <a:pt x="21" y="57"/>
                    <a:pt x="242" y="277"/>
                    <a:pt x="300" y="335"/>
                  </a:cubicBezTo>
                  <a:cubicBezTo>
                    <a:pt x="309" y="344"/>
                    <a:pt x="321" y="339"/>
                    <a:pt x="324" y="335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9D7AFDF4-C9CE-486F-9F4C-D466C30B0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3553" y="4572849"/>
              <a:ext cx="201770" cy="97687"/>
            </a:xfrm>
            <a:custGeom>
              <a:avLst/>
              <a:gdLst>
                <a:gd name="T0" fmla="*/ 644 w 655"/>
                <a:gd name="T1" fmla="*/ 12 h 317"/>
                <a:gd name="T2" fmla="*/ 602 w 655"/>
                <a:gd name="T3" fmla="*/ 12 h 317"/>
                <a:gd name="T4" fmla="*/ 34 w 655"/>
                <a:gd name="T5" fmla="*/ 253 h 317"/>
                <a:gd name="T6" fmla="*/ 4 w 655"/>
                <a:gd name="T7" fmla="*/ 276 h 317"/>
                <a:gd name="T8" fmla="*/ 2 w 655"/>
                <a:gd name="T9" fmla="*/ 293 h 317"/>
                <a:gd name="T10" fmla="*/ 27 w 655"/>
                <a:gd name="T11" fmla="*/ 314 h 317"/>
                <a:gd name="T12" fmla="*/ 644 w 655"/>
                <a:gd name="T13" fmla="*/ 54 h 317"/>
                <a:gd name="T14" fmla="*/ 644 w 655"/>
                <a:gd name="T15" fmla="*/ 12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5" h="317">
                  <a:moveTo>
                    <a:pt x="644" y="12"/>
                  </a:moveTo>
                  <a:cubicBezTo>
                    <a:pt x="632" y="0"/>
                    <a:pt x="613" y="0"/>
                    <a:pt x="602" y="12"/>
                  </a:cubicBezTo>
                  <a:cubicBezTo>
                    <a:pt x="454" y="160"/>
                    <a:pt x="258" y="220"/>
                    <a:pt x="34" y="253"/>
                  </a:cubicBezTo>
                  <a:cubicBezTo>
                    <a:pt x="11" y="256"/>
                    <a:pt x="6" y="260"/>
                    <a:pt x="4" y="276"/>
                  </a:cubicBezTo>
                  <a:cubicBezTo>
                    <a:pt x="4" y="282"/>
                    <a:pt x="3" y="288"/>
                    <a:pt x="2" y="293"/>
                  </a:cubicBezTo>
                  <a:cubicBezTo>
                    <a:pt x="0" y="310"/>
                    <a:pt x="8" y="317"/>
                    <a:pt x="27" y="314"/>
                  </a:cubicBezTo>
                  <a:cubicBezTo>
                    <a:pt x="252" y="283"/>
                    <a:pt x="471" y="225"/>
                    <a:pt x="644" y="54"/>
                  </a:cubicBezTo>
                  <a:cubicBezTo>
                    <a:pt x="655" y="42"/>
                    <a:pt x="655" y="23"/>
                    <a:pt x="644" y="12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8" name="Inhaltsplatzhalter 4">
            <a:extLst>
              <a:ext uri="{FF2B5EF4-FFF2-40B4-BE49-F238E27FC236}">
                <a16:creationId xmlns:a16="http://schemas.microsoft.com/office/drawing/2014/main" id="{55C821C3-0778-40BE-B56D-E1EA510BFBDB}"/>
              </a:ext>
            </a:extLst>
          </p:cNvPr>
          <p:cNvSpPr txBox="1"/>
          <p:nvPr/>
        </p:nvSpPr>
        <p:spPr>
          <a:xfrm>
            <a:off x="563231" y="1998708"/>
            <a:ext cx="287418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+mj-lt"/>
              </a:rPr>
              <a:t>小标题</a:t>
            </a:r>
            <a:endParaRPr lang="en-US" altLang="zh-CN" sz="2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5" name="Inhaltsplatzhalter 4">
            <a:extLst>
              <a:ext uri="{FF2B5EF4-FFF2-40B4-BE49-F238E27FC236}">
                <a16:creationId xmlns:a16="http://schemas.microsoft.com/office/drawing/2014/main" id="{2F2D78AC-3E2C-45D1-B8ED-648665FDEF5F}"/>
              </a:ext>
            </a:extLst>
          </p:cNvPr>
          <p:cNvSpPr txBox="1"/>
          <p:nvPr/>
        </p:nvSpPr>
        <p:spPr>
          <a:xfrm>
            <a:off x="558666" y="2459302"/>
            <a:ext cx="2874183" cy="494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</a:t>
            </a:r>
            <a:endParaRPr lang="en-US" sz="13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21" name="Inhaltsplatzhalter 4">
            <a:extLst>
              <a:ext uri="{FF2B5EF4-FFF2-40B4-BE49-F238E27FC236}">
                <a16:creationId xmlns:a16="http://schemas.microsoft.com/office/drawing/2014/main" id="{05758053-0044-4595-9B6F-9FAC049A15E8}"/>
              </a:ext>
            </a:extLst>
          </p:cNvPr>
          <p:cNvSpPr txBox="1"/>
          <p:nvPr/>
        </p:nvSpPr>
        <p:spPr>
          <a:xfrm>
            <a:off x="1112923" y="4643031"/>
            <a:ext cx="287418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2400" b="1" dirty="0">
                <a:solidFill>
                  <a:schemeClr val="accent4"/>
                </a:solidFill>
                <a:latin typeface="+mj-lt"/>
              </a:rPr>
              <a:t>小标题</a:t>
            </a:r>
            <a:endParaRPr lang="en-US" altLang="zh-CN" sz="24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06" name="Inhaltsplatzhalter 4">
            <a:extLst>
              <a:ext uri="{FF2B5EF4-FFF2-40B4-BE49-F238E27FC236}">
                <a16:creationId xmlns:a16="http://schemas.microsoft.com/office/drawing/2014/main" id="{BF0C7871-01E5-40E7-8BF3-128FAA7B3E3F}"/>
              </a:ext>
            </a:extLst>
          </p:cNvPr>
          <p:cNvSpPr txBox="1"/>
          <p:nvPr/>
        </p:nvSpPr>
        <p:spPr>
          <a:xfrm>
            <a:off x="1112922" y="5091982"/>
            <a:ext cx="2874183" cy="494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</a:t>
            </a:r>
            <a:endParaRPr lang="en-US" sz="13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20" name="Inhaltsplatzhalter 4">
            <a:extLst>
              <a:ext uri="{FF2B5EF4-FFF2-40B4-BE49-F238E27FC236}">
                <a16:creationId xmlns:a16="http://schemas.microsoft.com/office/drawing/2014/main" id="{FB60FD41-5A1D-47F9-9A68-7E7783A35EBB}"/>
              </a:ext>
            </a:extLst>
          </p:cNvPr>
          <p:cNvSpPr txBox="1"/>
          <p:nvPr/>
        </p:nvSpPr>
        <p:spPr>
          <a:xfrm>
            <a:off x="8772495" y="3483672"/>
            <a:ext cx="2856274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2400" b="1" dirty="0">
                <a:solidFill>
                  <a:schemeClr val="accent3"/>
                </a:solidFill>
                <a:latin typeface="+mj-lt"/>
              </a:rPr>
              <a:t>小标题</a:t>
            </a:r>
            <a:endParaRPr lang="en-US" altLang="zh-CN" sz="24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07" name="Inhaltsplatzhalter 4">
            <a:extLst>
              <a:ext uri="{FF2B5EF4-FFF2-40B4-BE49-F238E27FC236}">
                <a16:creationId xmlns:a16="http://schemas.microsoft.com/office/drawing/2014/main" id="{92679B30-4439-4A08-8ACB-B8DFDE35A4C9}"/>
              </a:ext>
            </a:extLst>
          </p:cNvPr>
          <p:cNvSpPr txBox="1"/>
          <p:nvPr/>
        </p:nvSpPr>
        <p:spPr>
          <a:xfrm>
            <a:off x="8772495" y="3951852"/>
            <a:ext cx="2856274" cy="494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9" name="Inhaltsplatzhalter 4">
            <a:extLst>
              <a:ext uri="{FF2B5EF4-FFF2-40B4-BE49-F238E27FC236}">
                <a16:creationId xmlns:a16="http://schemas.microsoft.com/office/drawing/2014/main" id="{18578F8C-5D7F-4F11-A9F0-3790A74CD882}"/>
              </a:ext>
            </a:extLst>
          </p:cNvPr>
          <p:cNvSpPr txBox="1"/>
          <p:nvPr/>
        </p:nvSpPr>
        <p:spPr>
          <a:xfrm>
            <a:off x="7534516" y="1467242"/>
            <a:ext cx="285627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+mj-lt"/>
              </a:rPr>
              <a:t>小标题</a:t>
            </a:r>
            <a:endParaRPr lang="en-US" altLang="zh-CN" sz="2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8" name="Inhaltsplatzhalter 4">
            <a:extLst>
              <a:ext uri="{FF2B5EF4-FFF2-40B4-BE49-F238E27FC236}">
                <a16:creationId xmlns:a16="http://schemas.microsoft.com/office/drawing/2014/main" id="{9366E807-B5B7-4652-876D-C0316CD3CAAD}"/>
              </a:ext>
            </a:extLst>
          </p:cNvPr>
          <p:cNvSpPr txBox="1"/>
          <p:nvPr/>
        </p:nvSpPr>
        <p:spPr>
          <a:xfrm>
            <a:off x="7534516" y="1924753"/>
            <a:ext cx="2856273" cy="494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634F8FF1-EC37-4419-8CD6-BA7B13596335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68D675EA-6860-477B-9FDE-C0F592A4C839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8984AF7C-B7C0-4A78-9646-61C1D13A4B17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EDD29258-2D65-4134-9B1E-F9C98068D3D1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8903DDC0-0E29-4A02-9D97-B393AE972E9F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DA54A520-A207-4FD7-B4BE-649B29273A08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796C3A0F-7939-4DBA-85D6-E12E20559B48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C4710043-D42E-40EA-9F84-70FB0BAC8147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402ECFF0-5DB9-4134-A541-EBE83C4BE8F8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0375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673E3EF-89D9-4C11-91FA-D4CF35D7790C}"/>
              </a:ext>
            </a:extLst>
          </p:cNvPr>
          <p:cNvGrpSpPr/>
          <p:nvPr/>
        </p:nvGrpSpPr>
        <p:grpSpPr>
          <a:xfrm>
            <a:off x="781270" y="1355898"/>
            <a:ext cx="4981462" cy="1356922"/>
            <a:chOff x="508001" y="1566909"/>
            <a:chExt cx="4981462" cy="98904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7" name="Freeform 5">
              <a:extLst>
                <a:ext uri="{FF2B5EF4-FFF2-40B4-BE49-F238E27FC236}">
                  <a16:creationId xmlns:a16="http://schemas.microsoft.com/office/drawing/2014/main" id="{91EBD26F-A4DE-4641-A6E2-FF8C554E5A45}"/>
                </a:ext>
              </a:extLst>
            </p:cNvPr>
            <p:cNvSpPr/>
            <p:nvPr/>
          </p:nvSpPr>
          <p:spPr bwMode="auto">
            <a:xfrm>
              <a:off x="508001" y="1566909"/>
              <a:ext cx="4850013" cy="989041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77916D63-C545-433C-B4FD-5F71CEDA53F7}"/>
                </a:ext>
              </a:extLst>
            </p:cNvPr>
            <p:cNvSpPr/>
            <p:nvPr/>
          </p:nvSpPr>
          <p:spPr bwMode="auto">
            <a:xfrm>
              <a:off x="5358014" y="1566909"/>
              <a:ext cx="131449" cy="989041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1" name="Group 20">
            <a:extLst>
              <a:ext uri="{FF2B5EF4-FFF2-40B4-BE49-F238E27FC236}">
                <a16:creationId xmlns:a16="http://schemas.microsoft.com/office/drawing/2014/main" id="{36B5DF36-5640-4547-874A-C68D24755498}"/>
              </a:ext>
            </a:extLst>
          </p:cNvPr>
          <p:cNvGrpSpPr/>
          <p:nvPr/>
        </p:nvGrpSpPr>
        <p:grpSpPr>
          <a:xfrm>
            <a:off x="875610" y="1284281"/>
            <a:ext cx="894759" cy="905639"/>
            <a:chOff x="707441" y="1800088"/>
            <a:chExt cx="894759" cy="905639"/>
          </a:xfrm>
        </p:grpSpPr>
        <p:sp>
          <p:nvSpPr>
            <p:cNvPr id="49" name="Freeform 6">
              <a:extLst>
                <a:ext uri="{FF2B5EF4-FFF2-40B4-BE49-F238E27FC236}">
                  <a16:creationId xmlns:a16="http://schemas.microsoft.com/office/drawing/2014/main" id="{C2FDB0EB-C019-4C46-B9BF-C005B71F454F}"/>
                </a:ext>
              </a:extLst>
            </p:cNvPr>
            <p:cNvSpPr/>
            <p:nvPr/>
          </p:nvSpPr>
          <p:spPr bwMode="auto">
            <a:xfrm>
              <a:off x="778151" y="1800088"/>
              <a:ext cx="824049" cy="905639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01</a:t>
              </a:r>
            </a:p>
          </p:txBody>
        </p:sp>
        <p:sp>
          <p:nvSpPr>
            <p:cNvPr id="50" name="Freeform 7">
              <a:extLst>
                <a:ext uri="{FF2B5EF4-FFF2-40B4-BE49-F238E27FC236}">
                  <a16:creationId xmlns:a16="http://schemas.microsoft.com/office/drawing/2014/main" id="{72261E73-2504-40EA-8003-6525A02A7B0F}"/>
                </a:ext>
              </a:extLst>
            </p:cNvPr>
            <p:cNvSpPr/>
            <p:nvPr/>
          </p:nvSpPr>
          <p:spPr bwMode="auto">
            <a:xfrm>
              <a:off x="707441" y="1800088"/>
              <a:ext cx="142327" cy="71617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42" name="Inhaltsplatzhalter 4">
            <a:extLst>
              <a:ext uri="{FF2B5EF4-FFF2-40B4-BE49-F238E27FC236}">
                <a16:creationId xmlns:a16="http://schemas.microsoft.com/office/drawing/2014/main" id="{BE26FD4A-693D-4068-A242-BDBC821A03A9}"/>
              </a:ext>
            </a:extLst>
          </p:cNvPr>
          <p:cNvSpPr txBox="1"/>
          <p:nvPr/>
        </p:nvSpPr>
        <p:spPr>
          <a:xfrm>
            <a:off x="1935419" y="1818593"/>
            <a:ext cx="3443501" cy="7548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59" name="Inhaltsplatzhalter 4">
            <a:extLst>
              <a:ext uri="{FF2B5EF4-FFF2-40B4-BE49-F238E27FC236}">
                <a16:creationId xmlns:a16="http://schemas.microsoft.com/office/drawing/2014/main" id="{7D4A8579-0D15-4DD6-9040-3BA482C43806}"/>
              </a:ext>
            </a:extLst>
          </p:cNvPr>
          <p:cNvSpPr txBox="1"/>
          <p:nvPr/>
        </p:nvSpPr>
        <p:spPr>
          <a:xfrm>
            <a:off x="1935419" y="1490690"/>
            <a:ext cx="2428763" cy="2769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+mj-lt"/>
              </a:rPr>
              <a:t>小标题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. </a:t>
            </a:r>
          </a:p>
        </p:txBody>
      </p: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ECAAE106-13D5-4E09-B627-34E4099FC000}"/>
              </a:ext>
            </a:extLst>
          </p:cNvPr>
          <p:cNvGrpSpPr/>
          <p:nvPr/>
        </p:nvGrpSpPr>
        <p:grpSpPr>
          <a:xfrm>
            <a:off x="781270" y="3068767"/>
            <a:ext cx="4981462" cy="1356922"/>
            <a:chOff x="508001" y="1566909"/>
            <a:chExt cx="4981462" cy="98904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1" name="Freeform 5">
              <a:extLst>
                <a:ext uri="{FF2B5EF4-FFF2-40B4-BE49-F238E27FC236}">
                  <a16:creationId xmlns:a16="http://schemas.microsoft.com/office/drawing/2014/main" id="{8A44D588-22E8-445D-84DF-525CF4F5070A}"/>
                </a:ext>
              </a:extLst>
            </p:cNvPr>
            <p:cNvSpPr/>
            <p:nvPr/>
          </p:nvSpPr>
          <p:spPr bwMode="auto">
            <a:xfrm>
              <a:off x="508001" y="1566909"/>
              <a:ext cx="4850013" cy="989041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2" name="Freeform 8">
              <a:extLst>
                <a:ext uri="{FF2B5EF4-FFF2-40B4-BE49-F238E27FC236}">
                  <a16:creationId xmlns:a16="http://schemas.microsoft.com/office/drawing/2014/main" id="{CE0C3E04-AF56-49E6-93F4-BEF8EF0B07EB}"/>
                </a:ext>
              </a:extLst>
            </p:cNvPr>
            <p:cNvSpPr/>
            <p:nvPr/>
          </p:nvSpPr>
          <p:spPr bwMode="auto">
            <a:xfrm>
              <a:off x="5358014" y="1566909"/>
              <a:ext cx="131449" cy="989041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16" name="Group 20">
            <a:extLst>
              <a:ext uri="{FF2B5EF4-FFF2-40B4-BE49-F238E27FC236}">
                <a16:creationId xmlns:a16="http://schemas.microsoft.com/office/drawing/2014/main" id="{30E40299-CF35-4E50-AD84-207895DC6BB4}"/>
              </a:ext>
            </a:extLst>
          </p:cNvPr>
          <p:cNvGrpSpPr/>
          <p:nvPr/>
        </p:nvGrpSpPr>
        <p:grpSpPr>
          <a:xfrm>
            <a:off x="875610" y="2997150"/>
            <a:ext cx="894759" cy="905639"/>
            <a:chOff x="707441" y="1800088"/>
            <a:chExt cx="894759" cy="905639"/>
          </a:xfrm>
        </p:grpSpPr>
        <p:sp>
          <p:nvSpPr>
            <p:cNvPr id="119" name="Freeform 6">
              <a:extLst>
                <a:ext uri="{FF2B5EF4-FFF2-40B4-BE49-F238E27FC236}">
                  <a16:creationId xmlns:a16="http://schemas.microsoft.com/office/drawing/2014/main" id="{56C78209-5190-4B61-86F0-07E11994CEDB}"/>
                </a:ext>
              </a:extLst>
            </p:cNvPr>
            <p:cNvSpPr/>
            <p:nvPr/>
          </p:nvSpPr>
          <p:spPr bwMode="auto">
            <a:xfrm>
              <a:off x="778151" y="1800088"/>
              <a:ext cx="824049" cy="905639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</a:p>
          </p:txBody>
        </p:sp>
        <p:sp>
          <p:nvSpPr>
            <p:cNvPr id="120" name="Freeform 7">
              <a:extLst>
                <a:ext uri="{FF2B5EF4-FFF2-40B4-BE49-F238E27FC236}">
                  <a16:creationId xmlns:a16="http://schemas.microsoft.com/office/drawing/2014/main" id="{F3F0C8B6-3DD5-4166-B7B8-9F61414818DF}"/>
                </a:ext>
              </a:extLst>
            </p:cNvPr>
            <p:cNvSpPr/>
            <p:nvPr/>
          </p:nvSpPr>
          <p:spPr bwMode="auto">
            <a:xfrm>
              <a:off x="707441" y="1800088"/>
              <a:ext cx="142327" cy="71617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117" name="Inhaltsplatzhalter 4">
            <a:extLst>
              <a:ext uri="{FF2B5EF4-FFF2-40B4-BE49-F238E27FC236}">
                <a16:creationId xmlns:a16="http://schemas.microsoft.com/office/drawing/2014/main" id="{9F50771E-D931-4048-8C51-3F80FEC69936}"/>
              </a:ext>
            </a:extLst>
          </p:cNvPr>
          <p:cNvSpPr txBox="1"/>
          <p:nvPr/>
        </p:nvSpPr>
        <p:spPr>
          <a:xfrm>
            <a:off x="1935419" y="3531463"/>
            <a:ext cx="3443501" cy="7548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18" name="Inhaltsplatzhalter 4">
            <a:extLst>
              <a:ext uri="{FF2B5EF4-FFF2-40B4-BE49-F238E27FC236}">
                <a16:creationId xmlns:a16="http://schemas.microsoft.com/office/drawing/2014/main" id="{63472935-7802-46D5-AF86-0AA12E8A835C}"/>
              </a:ext>
            </a:extLst>
          </p:cNvPr>
          <p:cNvSpPr txBox="1"/>
          <p:nvPr/>
        </p:nvSpPr>
        <p:spPr>
          <a:xfrm>
            <a:off x="1935419" y="3203559"/>
            <a:ext cx="2428763" cy="2769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+mj-lt"/>
              </a:rPr>
              <a:t>小标题</a:t>
            </a:r>
            <a:r>
              <a:rPr lang="en-US" sz="1100" dirty="0">
                <a:solidFill>
                  <a:schemeClr val="accent2"/>
                </a:solidFill>
                <a:latin typeface="+mn-lt"/>
              </a:rPr>
              <a:t>. </a:t>
            </a:r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B6389730-74DE-4DF6-A822-17CB9123270A}"/>
              </a:ext>
            </a:extLst>
          </p:cNvPr>
          <p:cNvGrpSpPr/>
          <p:nvPr/>
        </p:nvGrpSpPr>
        <p:grpSpPr>
          <a:xfrm>
            <a:off x="781270" y="4859449"/>
            <a:ext cx="4981462" cy="1356922"/>
            <a:chOff x="508001" y="1566909"/>
            <a:chExt cx="4981462" cy="98904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0" name="Freeform 5">
              <a:extLst>
                <a:ext uri="{FF2B5EF4-FFF2-40B4-BE49-F238E27FC236}">
                  <a16:creationId xmlns:a16="http://schemas.microsoft.com/office/drawing/2014/main" id="{BD648DD7-E7F3-47BB-BA4B-FF59BA07B184}"/>
                </a:ext>
              </a:extLst>
            </p:cNvPr>
            <p:cNvSpPr/>
            <p:nvPr/>
          </p:nvSpPr>
          <p:spPr bwMode="auto">
            <a:xfrm>
              <a:off x="508001" y="1566909"/>
              <a:ext cx="4850013" cy="989041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1" name="Freeform 8">
              <a:extLst>
                <a:ext uri="{FF2B5EF4-FFF2-40B4-BE49-F238E27FC236}">
                  <a16:creationId xmlns:a16="http://schemas.microsoft.com/office/drawing/2014/main" id="{9B9AC71C-004A-4843-886A-8D7B2ABD88F0}"/>
                </a:ext>
              </a:extLst>
            </p:cNvPr>
            <p:cNvSpPr/>
            <p:nvPr/>
          </p:nvSpPr>
          <p:spPr bwMode="auto">
            <a:xfrm>
              <a:off x="5358014" y="1566909"/>
              <a:ext cx="131449" cy="989041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25" name="Group 20">
            <a:extLst>
              <a:ext uri="{FF2B5EF4-FFF2-40B4-BE49-F238E27FC236}">
                <a16:creationId xmlns:a16="http://schemas.microsoft.com/office/drawing/2014/main" id="{023A860A-4101-489B-B3F7-FFD66A61E143}"/>
              </a:ext>
            </a:extLst>
          </p:cNvPr>
          <p:cNvGrpSpPr/>
          <p:nvPr/>
        </p:nvGrpSpPr>
        <p:grpSpPr>
          <a:xfrm>
            <a:off x="875610" y="4787832"/>
            <a:ext cx="894759" cy="905639"/>
            <a:chOff x="707441" y="1800088"/>
            <a:chExt cx="894759" cy="905639"/>
          </a:xfrm>
        </p:grpSpPr>
        <p:sp>
          <p:nvSpPr>
            <p:cNvPr id="128" name="Freeform 6">
              <a:extLst>
                <a:ext uri="{FF2B5EF4-FFF2-40B4-BE49-F238E27FC236}">
                  <a16:creationId xmlns:a16="http://schemas.microsoft.com/office/drawing/2014/main" id="{72711DE7-7B41-43BF-8D96-6E80E03C11FD}"/>
                </a:ext>
              </a:extLst>
            </p:cNvPr>
            <p:cNvSpPr/>
            <p:nvPr/>
          </p:nvSpPr>
          <p:spPr bwMode="auto">
            <a:xfrm>
              <a:off x="778151" y="1800088"/>
              <a:ext cx="824049" cy="905639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</a:p>
          </p:txBody>
        </p:sp>
        <p:sp>
          <p:nvSpPr>
            <p:cNvPr id="129" name="Freeform 7">
              <a:extLst>
                <a:ext uri="{FF2B5EF4-FFF2-40B4-BE49-F238E27FC236}">
                  <a16:creationId xmlns:a16="http://schemas.microsoft.com/office/drawing/2014/main" id="{0D608746-2001-4203-9A58-C85781F1C4BB}"/>
                </a:ext>
              </a:extLst>
            </p:cNvPr>
            <p:cNvSpPr/>
            <p:nvPr/>
          </p:nvSpPr>
          <p:spPr bwMode="auto">
            <a:xfrm>
              <a:off x="707441" y="1800088"/>
              <a:ext cx="142327" cy="71617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126" name="Inhaltsplatzhalter 4">
            <a:extLst>
              <a:ext uri="{FF2B5EF4-FFF2-40B4-BE49-F238E27FC236}">
                <a16:creationId xmlns:a16="http://schemas.microsoft.com/office/drawing/2014/main" id="{B34D4154-CCC8-4DA4-A71A-BDDA6AD1A906}"/>
              </a:ext>
            </a:extLst>
          </p:cNvPr>
          <p:cNvSpPr txBox="1"/>
          <p:nvPr/>
        </p:nvSpPr>
        <p:spPr>
          <a:xfrm>
            <a:off x="1935419" y="5322145"/>
            <a:ext cx="3443501" cy="7548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27" name="Inhaltsplatzhalter 4">
            <a:extLst>
              <a:ext uri="{FF2B5EF4-FFF2-40B4-BE49-F238E27FC236}">
                <a16:creationId xmlns:a16="http://schemas.microsoft.com/office/drawing/2014/main" id="{6C290DB5-1887-4A7C-B80D-48DE3B8BAC26}"/>
              </a:ext>
            </a:extLst>
          </p:cNvPr>
          <p:cNvSpPr txBox="1"/>
          <p:nvPr/>
        </p:nvSpPr>
        <p:spPr>
          <a:xfrm>
            <a:off x="1935419" y="4994241"/>
            <a:ext cx="2428763" cy="2769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+mj-lt"/>
              </a:rPr>
              <a:t>小标题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. </a:t>
            </a:r>
          </a:p>
        </p:txBody>
      </p: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74FA3FC6-7B62-483D-8AA4-C697B7D4F9BB}"/>
              </a:ext>
            </a:extLst>
          </p:cNvPr>
          <p:cNvGrpSpPr/>
          <p:nvPr/>
        </p:nvGrpSpPr>
        <p:grpSpPr>
          <a:xfrm>
            <a:off x="6429270" y="1355898"/>
            <a:ext cx="4981462" cy="1356922"/>
            <a:chOff x="508001" y="1566909"/>
            <a:chExt cx="4981462" cy="98904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9" name="Freeform 5">
              <a:extLst>
                <a:ext uri="{FF2B5EF4-FFF2-40B4-BE49-F238E27FC236}">
                  <a16:creationId xmlns:a16="http://schemas.microsoft.com/office/drawing/2014/main" id="{8BC6E238-8B4D-49DE-B583-21681F508CCC}"/>
                </a:ext>
              </a:extLst>
            </p:cNvPr>
            <p:cNvSpPr/>
            <p:nvPr/>
          </p:nvSpPr>
          <p:spPr bwMode="auto">
            <a:xfrm>
              <a:off x="508001" y="1566909"/>
              <a:ext cx="4850013" cy="989041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0" name="Freeform 8">
              <a:extLst>
                <a:ext uri="{FF2B5EF4-FFF2-40B4-BE49-F238E27FC236}">
                  <a16:creationId xmlns:a16="http://schemas.microsoft.com/office/drawing/2014/main" id="{E7B552F8-2A47-4499-8884-BA7B112D8776}"/>
                </a:ext>
              </a:extLst>
            </p:cNvPr>
            <p:cNvSpPr/>
            <p:nvPr/>
          </p:nvSpPr>
          <p:spPr bwMode="auto">
            <a:xfrm>
              <a:off x="5358014" y="1566909"/>
              <a:ext cx="131449" cy="989041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34" name="Group 20">
            <a:extLst>
              <a:ext uri="{FF2B5EF4-FFF2-40B4-BE49-F238E27FC236}">
                <a16:creationId xmlns:a16="http://schemas.microsoft.com/office/drawing/2014/main" id="{DD0DE470-A9E4-4877-9BBE-0D2E664B5288}"/>
              </a:ext>
            </a:extLst>
          </p:cNvPr>
          <p:cNvGrpSpPr/>
          <p:nvPr/>
        </p:nvGrpSpPr>
        <p:grpSpPr>
          <a:xfrm>
            <a:off x="6523610" y="1284281"/>
            <a:ext cx="894759" cy="905639"/>
            <a:chOff x="707441" y="1800088"/>
            <a:chExt cx="894759" cy="905639"/>
          </a:xfrm>
        </p:grpSpPr>
        <p:sp>
          <p:nvSpPr>
            <p:cNvPr id="137" name="Freeform 6">
              <a:extLst>
                <a:ext uri="{FF2B5EF4-FFF2-40B4-BE49-F238E27FC236}">
                  <a16:creationId xmlns:a16="http://schemas.microsoft.com/office/drawing/2014/main" id="{FE06C782-6A4A-418F-B36E-05AE353337C8}"/>
                </a:ext>
              </a:extLst>
            </p:cNvPr>
            <p:cNvSpPr/>
            <p:nvPr/>
          </p:nvSpPr>
          <p:spPr bwMode="auto">
            <a:xfrm>
              <a:off x="778151" y="1800088"/>
              <a:ext cx="824049" cy="905639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</a:p>
          </p:txBody>
        </p:sp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F0B9C2BF-C891-40A0-B5FA-B30006858599}"/>
                </a:ext>
              </a:extLst>
            </p:cNvPr>
            <p:cNvSpPr/>
            <p:nvPr/>
          </p:nvSpPr>
          <p:spPr bwMode="auto">
            <a:xfrm>
              <a:off x="707441" y="1800088"/>
              <a:ext cx="142327" cy="71617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135" name="Inhaltsplatzhalter 4">
            <a:extLst>
              <a:ext uri="{FF2B5EF4-FFF2-40B4-BE49-F238E27FC236}">
                <a16:creationId xmlns:a16="http://schemas.microsoft.com/office/drawing/2014/main" id="{4ED32C7C-E3C2-47A8-A5AC-DDBDD3DCC708}"/>
              </a:ext>
            </a:extLst>
          </p:cNvPr>
          <p:cNvSpPr txBox="1"/>
          <p:nvPr/>
        </p:nvSpPr>
        <p:spPr>
          <a:xfrm>
            <a:off x="7583419" y="1818594"/>
            <a:ext cx="3443501" cy="7548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6" name="Inhaltsplatzhalter 4">
            <a:extLst>
              <a:ext uri="{FF2B5EF4-FFF2-40B4-BE49-F238E27FC236}">
                <a16:creationId xmlns:a16="http://schemas.microsoft.com/office/drawing/2014/main" id="{D6841F7B-D3B3-465D-9BCD-883D84E0E954}"/>
              </a:ext>
            </a:extLst>
          </p:cNvPr>
          <p:cNvSpPr txBox="1"/>
          <p:nvPr/>
        </p:nvSpPr>
        <p:spPr>
          <a:xfrm>
            <a:off x="7583419" y="1490690"/>
            <a:ext cx="2428763" cy="2769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3"/>
                </a:solidFill>
                <a:latin typeface="+mj-lt"/>
              </a:rPr>
              <a:t>小标题</a:t>
            </a:r>
            <a:r>
              <a:rPr lang="en-US" sz="1100" dirty="0">
                <a:solidFill>
                  <a:schemeClr val="accent3"/>
                </a:solidFill>
                <a:latin typeface="+mn-lt"/>
              </a:rPr>
              <a:t>. </a:t>
            </a:r>
          </a:p>
        </p:txBody>
      </p: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E16A08EB-E53F-4F67-AFEC-809AC099D51F}"/>
              </a:ext>
            </a:extLst>
          </p:cNvPr>
          <p:cNvGrpSpPr/>
          <p:nvPr/>
        </p:nvGrpSpPr>
        <p:grpSpPr>
          <a:xfrm>
            <a:off x="6429270" y="3068767"/>
            <a:ext cx="4981462" cy="1356922"/>
            <a:chOff x="508001" y="1566909"/>
            <a:chExt cx="4981462" cy="98904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8" name="Freeform 5">
              <a:extLst>
                <a:ext uri="{FF2B5EF4-FFF2-40B4-BE49-F238E27FC236}">
                  <a16:creationId xmlns:a16="http://schemas.microsoft.com/office/drawing/2014/main" id="{829E572D-A5DB-41B9-9F24-1D8FEDFC3A2C}"/>
                </a:ext>
              </a:extLst>
            </p:cNvPr>
            <p:cNvSpPr/>
            <p:nvPr/>
          </p:nvSpPr>
          <p:spPr bwMode="auto">
            <a:xfrm>
              <a:off x="508001" y="1566909"/>
              <a:ext cx="4850013" cy="989041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9" name="Freeform 8">
              <a:extLst>
                <a:ext uri="{FF2B5EF4-FFF2-40B4-BE49-F238E27FC236}">
                  <a16:creationId xmlns:a16="http://schemas.microsoft.com/office/drawing/2014/main" id="{3C9C78DF-3647-4B83-AF03-8CA0D5B11C74}"/>
                </a:ext>
              </a:extLst>
            </p:cNvPr>
            <p:cNvSpPr/>
            <p:nvPr/>
          </p:nvSpPr>
          <p:spPr bwMode="auto">
            <a:xfrm>
              <a:off x="5358014" y="1566909"/>
              <a:ext cx="131449" cy="989041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43" name="Group 20">
            <a:extLst>
              <a:ext uri="{FF2B5EF4-FFF2-40B4-BE49-F238E27FC236}">
                <a16:creationId xmlns:a16="http://schemas.microsoft.com/office/drawing/2014/main" id="{57EA0CA9-407C-4448-BBFB-567782CCFE71}"/>
              </a:ext>
            </a:extLst>
          </p:cNvPr>
          <p:cNvGrpSpPr/>
          <p:nvPr/>
        </p:nvGrpSpPr>
        <p:grpSpPr>
          <a:xfrm>
            <a:off x="6523610" y="2997150"/>
            <a:ext cx="894759" cy="905639"/>
            <a:chOff x="707441" y="1800088"/>
            <a:chExt cx="894759" cy="905639"/>
          </a:xfrm>
        </p:grpSpPr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58FF031F-65F1-4B7A-BBA1-4D9E8CE98E0A}"/>
                </a:ext>
              </a:extLst>
            </p:cNvPr>
            <p:cNvSpPr/>
            <p:nvPr/>
          </p:nvSpPr>
          <p:spPr bwMode="auto">
            <a:xfrm>
              <a:off x="778151" y="1800088"/>
              <a:ext cx="824049" cy="905639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05</a:t>
              </a:r>
            </a:p>
          </p:txBody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33C00B8B-45A2-4115-AF9E-47D4F788E359}"/>
                </a:ext>
              </a:extLst>
            </p:cNvPr>
            <p:cNvSpPr/>
            <p:nvPr/>
          </p:nvSpPr>
          <p:spPr bwMode="auto">
            <a:xfrm>
              <a:off x="707441" y="1800088"/>
              <a:ext cx="142327" cy="71617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144" name="Inhaltsplatzhalter 4">
            <a:extLst>
              <a:ext uri="{FF2B5EF4-FFF2-40B4-BE49-F238E27FC236}">
                <a16:creationId xmlns:a16="http://schemas.microsoft.com/office/drawing/2014/main" id="{01C1E1A6-7A9D-42ED-84F8-808285824729}"/>
              </a:ext>
            </a:extLst>
          </p:cNvPr>
          <p:cNvSpPr txBox="1"/>
          <p:nvPr/>
        </p:nvSpPr>
        <p:spPr>
          <a:xfrm>
            <a:off x="7583419" y="3531463"/>
            <a:ext cx="3443501" cy="7548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45" name="Inhaltsplatzhalter 4">
            <a:extLst>
              <a:ext uri="{FF2B5EF4-FFF2-40B4-BE49-F238E27FC236}">
                <a16:creationId xmlns:a16="http://schemas.microsoft.com/office/drawing/2014/main" id="{407D80CE-053E-4617-9E37-2EBFA6DD7A0B}"/>
              </a:ext>
            </a:extLst>
          </p:cNvPr>
          <p:cNvSpPr txBox="1"/>
          <p:nvPr/>
        </p:nvSpPr>
        <p:spPr>
          <a:xfrm>
            <a:off x="7583419" y="3203559"/>
            <a:ext cx="2428763" cy="2769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5"/>
                </a:solidFill>
                <a:latin typeface="+mj-lt"/>
              </a:rPr>
              <a:t>小标题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. </a:t>
            </a:r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3B288372-E913-4761-9820-3CBFB12D1748}"/>
              </a:ext>
            </a:extLst>
          </p:cNvPr>
          <p:cNvGrpSpPr/>
          <p:nvPr/>
        </p:nvGrpSpPr>
        <p:grpSpPr>
          <a:xfrm>
            <a:off x="6429268" y="4853253"/>
            <a:ext cx="4981462" cy="1356922"/>
            <a:chOff x="508001" y="1566909"/>
            <a:chExt cx="4981462" cy="98904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7" name="Freeform 5">
              <a:extLst>
                <a:ext uri="{FF2B5EF4-FFF2-40B4-BE49-F238E27FC236}">
                  <a16:creationId xmlns:a16="http://schemas.microsoft.com/office/drawing/2014/main" id="{A3608AD0-5ECA-4CFB-B461-7C81D3554F3B}"/>
                </a:ext>
              </a:extLst>
            </p:cNvPr>
            <p:cNvSpPr/>
            <p:nvPr/>
          </p:nvSpPr>
          <p:spPr bwMode="auto">
            <a:xfrm>
              <a:off x="508001" y="1566909"/>
              <a:ext cx="4850013" cy="989041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58" name="Freeform 8">
              <a:extLst>
                <a:ext uri="{FF2B5EF4-FFF2-40B4-BE49-F238E27FC236}">
                  <a16:creationId xmlns:a16="http://schemas.microsoft.com/office/drawing/2014/main" id="{8A4F7836-6B67-45EB-B0F9-90B5EB076720}"/>
                </a:ext>
              </a:extLst>
            </p:cNvPr>
            <p:cNvSpPr/>
            <p:nvPr/>
          </p:nvSpPr>
          <p:spPr bwMode="auto">
            <a:xfrm>
              <a:off x="5358014" y="1566909"/>
              <a:ext cx="131449" cy="989041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52" name="Group 20">
            <a:extLst>
              <a:ext uri="{FF2B5EF4-FFF2-40B4-BE49-F238E27FC236}">
                <a16:creationId xmlns:a16="http://schemas.microsoft.com/office/drawing/2014/main" id="{995A7EBA-55A3-43A1-AF83-1DEE19313C9A}"/>
              </a:ext>
            </a:extLst>
          </p:cNvPr>
          <p:cNvGrpSpPr/>
          <p:nvPr/>
        </p:nvGrpSpPr>
        <p:grpSpPr>
          <a:xfrm>
            <a:off x="6523608" y="4781636"/>
            <a:ext cx="894759" cy="905639"/>
            <a:chOff x="707441" y="1800088"/>
            <a:chExt cx="894759" cy="905639"/>
          </a:xfrm>
        </p:grpSpPr>
        <p:sp>
          <p:nvSpPr>
            <p:cNvPr id="155" name="Freeform 6">
              <a:extLst>
                <a:ext uri="{FF2B5EF4-FFF2-40B4-BE49-F238E27FC236}">
                  <a16:creationId xmlns:a16="http://schemas.microsoft.com/office/drawing/2014/main" id="{5C34A98B-5EA9-4A25-9EA6-582E81C31645}"/>
                </a:ext>
              </a:extLst>
            </p:cNvPr>
            <p:cNvSpPr/>
            <p:nvPr/>
          </p:nvSpPr>
          <p:spPr bwMode="auto">
            <a:xfrm>
              <a:off x="778151" y="1800088"/>
              <a:ext cx="824049" cy="905639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06</a:t>
              </a:r>
            </a:p>
          </p:txBody>
        </p:sp>
        <p:sp>
          <p:nvSpPr>
            <p:cNvPr id="156" name="Freeform 7">
              <a:extLst>
                <a:ext uri="{FF2B5EF4-FFF2-40B4-BE49-F238E27FC236}">
                  <a16:creationId xmlns:a16="http://schemas.microsoft.com/office/drawing/2014/main" id="{7F1B36B8-E316-42C9-B050-65632B99D3F4}"/>
                </a:ext>
              </a:extLst>
            </p:cNvPr>
            <p:cNvSpPr/>
            <p:nvPr/>
          </p:nvSpPr>
          <p:spPr bwMode="auto">
            <a:xfrm>
              <a:off x="707441" y="1800088"/>
              <a:ext cx="142327" cy="71617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153" name="Inhaltsplatzhalter 4">
            <a:extLst>
              <a:ext uri="{FF2B5EF4-FFF2-40B4-BE49-F238E27FC236}">
                <a16:creationId xmlns:a16="http://schemas.microsoft.com/office/drawing/2014/main" id="{573C941E-646B-4F2E-B484-963DD38A228C}"/>
              </a:ext>
            </a:extLst>
          </p:cNvPr>
          <p:cNvSpPr txBox="1"/>
          <p:nvPr/>
        </p:nvSpPr>
        <p:spPr>
          <a:xfrm>
            <a:off x="7583417" y="5315949"/>
            <a:ext cx="3443501" cy="7548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54" name="Inhaltsplatzhalter 4">
            <a:extLst>
              <a:ext uri="{FF2B5EF4-FFF2-40B4-BE49-F238E27FC236}">
                <a16:creationId xmlns:a16="http://schemas.microsoft.com/office/drawing/2014/main" id="{B104929B-F2BE-482E-ABEA-7D6942E98E3A}"/>
              </a:ext>
            </a:extLst>
          </p:cNvPr>
          <p:cNvSpPr txBox="1"/>
          <p:nvPr/>
        </p:nvSpPr>
        <p:spPr>
          <a:xfrm>
            <a:off x="7583417" y="4988045"/>
            <a:ext cx="2428763" cy="2769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6"/>
                </a:solidFill>
                <a:latin typeface="+mj-lt"/>
              </a:rPr>
              <a:t>小标题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. 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F896C1C-4CC3-4B43-8127-C0C11D3C2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0414BD7-96E6-4964-8830-8EC506F07546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9F3EE13-1EE2-463B-B719-2D5CE8C6B39B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6057DBA0-2D0B-4A6B-8EA2-5132A368A190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F906755-7E5C-4F2C-BF32-B204B3CEE350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ED85F579-EF0B-41B9-8563-C3855FF13BE2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D2E80309-BFBA-4F33-B2BD-3FB36E76F916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099C3711-BCD8-4DDD-97B4-D521674CA54A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BC8FFD49-9DD4-407C-812A-B429BC0F23C4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4D7AFBE5-6DCB-498F-A3FE-3A60BBF2E447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9108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C042A2-9424-487D-A370-A1A946AC4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391BC1C-07E9-42B4-99A5-C865B241F613}"/>
              </a:ext>
            </a:extLst>
          </p:cNvPr>
          <p:cNvGrpSpPr/>
          <p:nvPr/>
        </p:nvGrpSpPr>
        <p:grpSpPr>
          <a:xfrm>
            <a:off x="614452" y="1185709"/>
            <a:ext cx="10963096" cy="2481917"/>
            <a:chOff x="585165" y="1185709"/>
            <a:chExt cx="10963096" cy="2481917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00930BF-4843-4E24-A984-F24B47FB9B22}"/>
                </a:ext>
              </a:extLst>
            </p:cNvPr>
            <p:cNvSpPr/>
            <p:nvPr/>
          </p:nvSpPr>
          <p:spPr bwMode="auto">
            <a:xfrm>
              <a:off x="585165" y="2427779"/>
              <a:ext cx="2470807" cy="1239847"/>
            </a:xfrm>
            <a:custGeom>
              <a:avLst/>
              <a:gdLst>
                <a:gd name="T0" fmla="*/ 336 w 673"/>
                <a:gd name="T1" fmla="*/ 241 h 336"/>
                <a:gd name="T2" fmla="*/ 95 w 673"/>
                <a:gd name="T3" fmla="*/ 0 h 336"/>
                <a:gd name="T4" fmla="*/ 0 w 673"/>
                <a:gd name="T5" fmla="*/ 0 h 336"/>
                <a:gd name="T6" fmla="*/ 336 w 673"/>
                <a:gd name="T7" fmla="*/ 336 h 336"/>
                <a:gd name="T8" fmla="*/ 673 w 673"/>
                <a:gd name="T9" fmla="*/ 0 h 336"/>
                <a:gd name="T10" fmla="*/ 578 w 673"/>
                <a:gd name="T11" fmla="*/ 0 h 336"/>
                <a:gd name="T12" fmla="*/ 336 w 673"/>
                <a:gd name="T13" fmla="*/ 241 h 3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73"/>
                <a:gd name="T22" fmla="*/ 0 h 336"/>
                <a:gd name="T23" fmla="*/ 673 w 673"/>
                <a:gd name="T24" fmla="*/ 336 h 3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73" h="336">
                  <a:moveTo>
                    <a:pt x="336" y="241"/>
                  </a:moveTo>
                  <a:cubicBezTo>
                    <a:pt x="203" y="241"/>
                    <a:pt x="95" y="133"/>
                    <a:pt x="9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6"/>
                    <a:pt x="150" y="336"/>
                    <a:pt x="336" y="336"/>
                  </a:cubicBezTo>
                  <a:cubicBezTo>
                    <a:pt x="522" y="336"/>
                    <a:pt x="673" y="186"/>
                    <a:pt x="673" y="0"/>
                  </a:cubicBezTo>
                  <a:cubicBezTo>
                    <a:pt x="578" y="0"/>
                    <a:pt x="578" y="0"/>
                    <a:pt x="578" y="0"/>
                  </a:cubicBezTo>
                  <a:cubicBezTo>
                    <a:pt x="578" y="133"/>
                    <a:pt x="470" y="241"/>
                    <a:pt x="336" y="24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 sz="2519">
                <a:solidFill>
                  <a:schemeClr val="accent1"/>
                </a:solidFill>
                <a:latin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B0B82BAF-BE24-48AD-A3DC-6C558FFD61EA}"/>
                </a:ext>
              </a:extLst>
            </p:cNvPr>
            <p:cNvSpPr/>
            <p:nvPr/>
          </p:nvSpPr>
          <p:spPr bwMode="auto">
            <a:xfrm>
              <a:off x="2707127" y="1185709"/>
              <a:ext cx="2470807" cy="1242070"/>
            </a:xfrm>
            <a:custGeom>
              <a:avLst/>
              <a:gdLst>
                <a:gd name="T0" fmla="*/ 337 w 673"/>
                <a:gd name="T1" fmla="*/ 0 h 337"/>
                <a:gd name="T2" fmla="*/ 0 w 673"/>
                <a:gd name="T3" fmla="*/ 337 h 337"/>
                <a:gd name="T4" fmla="*/ 95 w 673"/>
                <a:gd name="T5" fmla="*/ 337 h 337"/>
                <a:gd name="T6" fmla="*/ 337 w 673"/>
                <a:gd name="T7" fmla="*/ 95 h 337"/>
                <a:gd name="T8" fmla="*/ 578 w 673"/>
                <a:gd name="T9" fmla="*/ 337 h 337"/>
                <a:gd name="T10" fmla="*/ 673 w 673"/>
                <a:gd name="T11" fmla="*/ 337 h 337"/>
                <a:gd name="T12" fmla="*/ 337 w 673"/>
                <a:gd name="T13" fmla="*/ 0 h 3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73"/>
                <a:gd name="T22" fmla="*/ 0 h 337"/>
                <a:gd name="T23" fmla="*/ 673 w 673"/>
                <a:gd name="T24" fmla="*/ 337 h 3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73" h="337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cubicBezTo>
                    <a:pt x="95" y="337"/>
                    <a:pt x="95" y="337"/>
                    <a:pt x="95" y="337"/>
                  </a:cubicBezTo>
                  <a:cubicBezTo>
                    <a:pt x="95" y="203"/>
                    <a:pt x="203" y="95"/>
                    <a:pt x="337" y="95"/>
                  </a:cubicBezTo>
                  <a:cubicBezTo>
                    <a:pt x="470" y="95"/>
                    <a:pt x="578" y="203"/>
                    <a:pt x="578" y="337"/>
                  </a:cubicBezTo>
                  <a:cubicBezTo>
                    <a:pt x="673" y="337"/>
                    <a:pt x="673" y="337"/>
                    <a:pt x="673" y="337"/>
                  </a:cubicBez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 sz="2519">
                <a:latin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2AC92DE1-02A5-4F38-BFB6-11BAED912D3A}"/>
                </a:ext>
              </a:extLst>
            </p:cNvPr>
            <p:cNvSpPr/>
            <p:nvPr/>
          </p:nvSpPr>
          <p:spPr bwMode="auto">
            <a:xfrm>
              <a:off x="4829087" y="2427779"/>
              <a:ext cx="2473030" cy="1239847"/>
            </a:xfrm>
            <a:custGeom>
              <a:avLst/>
              <a:gdLst>
                <a:gd name="T0" fmla="*/ 337 w 674"/>
                <a:gd name="T1" fmla="*/ 241 h 336"/>
                <a:gd name="T2" fmla="*/ 95 w 674"/>
                <a:gd name="T3" fmla="*/ 0 h 336"/>
                <a:gd name="T4" fmla="*/ 0 w 674"/>
                <a:gd name="T5" fmla="*/ 0 h 336"/>
                <a:gd name="T6" fmla="*/ 337 w 674"/>
                <a:gd name="T7" fmla="*/ 336 h 336"/>
                <a:gd name="T8" fmla="*/ 674 w 674"/>
                <a:gd name="T9" fmla="*/ 0 h 336"/>
                <a:gd name="T10" fmla="*/ 579 w 674"/>
                <a:gd name="T11" fmla="*/ 0 h 336"/>
                <a:gd name="T12" fmla="*/ 337 w 674"/>
                <a:gd name="T13" fmla="*/ 241 h 3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74"/>
                <a:gd name="T22" fmla="*/ 0 h 336"/>
                <a:gd name="T23" fmla="*/ 674 w 674"/>
                <a:gd name="T24" fmla="*/ 336 h 3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74" h="336">
                  <a:moveTo>
                    <a:pt x="337" y="241"/>
                  </a:moveTo>
                  <a:cubicBezTo>
                    <a:pt x="204" y="241"/>
                    <a:pt x="95" y="133"/>
                    <a:pt x="9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6"/>
                    <a:pt x="151" y="336"/>
                    <a:pt x="337" y="336"/>
                  </a:cubicBezTo>
                  <a:cubicBezTo>
                    <a:pt x="523" y="336"/>
                    <a:pt x="674" y="186"/>
                    <a:pt x="674" y="0"/>
                  </a:cubicBezTo>
                  <a:cubicBezTo>
                    <a:pt x="579" y="0"/>
                    <a:pt x="579" y="0"/>
                    <a:pt x="579" y="0"/>
                  </a:cubicBezTo>
                  <a:cubicBezTo>
                    <a:pt x="579" y="133"/>
                    <a:pt x="471" y="241"/>
                    <a:pt x="337" y="241"/>
                  </a:cubicBez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 sz="2519">
                <a:latin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15AC13E9-089B-487A-8452-5BBE94B02DDA}"/>
                </a:ext>
              </a:extLst>
            </p:cNvPr>
            <p:cNvSpPr/>
            <p:nvPr/>
          </p:nvSpPr>
          <p:spPr bwMode="auto">
            <a:xfrm>
              <a:off x="6953271" y="1185709"/>
              <a:ext cx="2470807" cy="1242070"/>
            </a:xfrm>
            <a:custGeom>
              <a:avLst/>
              <a:gdLst>
                <a:gd name="T0" fmla="*/ 336 w 673"/>
                <a:gd name="T1" fmla="*/ 0 h 337"/>
                <a:gd name="T2" fmla="*/ 0 w 673"/>
                <a:gd name="T3" fmla="*/ 337 h 337"/>
                <a:gd name="T4" fmla="*/ 95 w 673"/>
                <a:gd name="T5" fmla="*/ 337 h 337"/>
                <a:gd name="T6" fmla="*/ 336 w 673"/>
                <a:gd name="T7" fmla="*/ 95 h 337"/>
                <a:gd name="T8" fmla="*/ 578 w 673"/>
                <a:gd name="T9" fmla="*/ 337 h 337"/>
                <a:gd name="T10" fmla="*/ 673 w 673"/>
                <a:gd name="T11" fmla="*/ 337 h 337"/>
                <a:gd name="T12" fmla="*/ 336 w 673"/>
                <a:gd name="T13" fmla="*/ 0 h 3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73"/>
                <a:gd name="T22" fmla="*/ 0 h 337"/>
                <a:gd name="T23" fmla="*/ 673 w 673"/>
                <a:gd name="T24" fmla="*/ 337 h 3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73" h="337">
                  <a:moveTo>
                    <a:pt x="336" y="0"/>
                  </a:moveTo>
                  <a:cubicBezTo>
                    <a:pt x="150" y="0"/>
                    <a:pt x="0" y="151"/>
                    <a:pt x="0" y="337"/>
                  </a:cubicBezTo>
                  <a:cubicBezTo>
                    <a:pt x="95" y="337"/>
                    <a:pt x="95" y="337"/>
                    <a:pt x="95" y="337"/>
                  </a:cubicBezTo>
                  <a:cubicBezTo>
                    <a:pt x="95" y="203"/>
                    <a:pt x="203" y="95"/>
                    <a:pt x="336" y="95"/>
                  </a:cubicBezTo>
                  <a:cubicBezTo>
                    <a:pt x="470" y="95"/>
                    <a:pt x="578" y="203"/>
                    <a:pt x="578" y="337"/>
                  </a:cubicBezTo>
                  <a:cubicBezTo>
                    <a:pt x="673" y="337"/>
                    <a:pt x="673" y="337"/>
                    <a:pt x="673" y="337"/>
                  </a:cubicBezTo>
                  <a:cubicBezTo>
                    <a:pt x="673" y="151"/>
                    <a:pt x="522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 sz="2519">
                <a:latin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2AD86BEA-643D-469E-945F-486455E389CC}"/>
                </a:ext>
              </a:extLst>
            </p:cNvPr>
            <p:cNvSpPr/>
            <p:nvPr/>
          </p:nvSpPr>
          <p:spPr bwMode="auto">
            <a:xfrm>
              <a:off x="9075233" y="2427779"/>
              <a:ext cx="2473028" cy="1239847"/>
            </a:xfrm>
            <a:custGeom>
              <a:avLst/>
              <a:gdLst>
                <a:gd name="T0" fmla="*/ 337 w 674"/>
                <a:gd name="T1" fmla="*/ 241 h 336"/>
                <a:gd name="T2" fmla="*/ 95 w 674"/>
                <a:gd name="T3" fmla="*/ 0 h 336"/>
                <a:gd name="T4" fmla="*/ 0 w 674"/>
                <a:gd name="T5" fmla="*/ 0 h 336"/>
                <a:gd name="T6" fmla="*/ 337 w 674"/>
                <a:gd name="T7" fmla="*/ 336 h 336"/>
                <a:gd name="T8" fmla="*/ 674 w 674"/>
                <a:gd name="T9" fmla="*/ 0 h 336"/>
                <a:gd name="T10" fmla="*/ 579 w 674"/>
                <a:gd name="T11" fmla="*/ 0 h 336"/>
                <a:gd name="T12" fmla="*/ 337 w 674"/>
                <a:gd name="T13" fmla="*/ 241 h 3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74"/>
                <a:gd name="T22" fmla="*/ 0 h 336"/>
                <a:gd name="T23" fmla="*/ 674 w 674"/>
                <a:gd name="T24" fmla="*/ 336 h 3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74" h="336">
                  <a:moveTo>
                    <a:pt x="337" y="241"/>
                  </a:moveTo>
                  <a:cubicBezTo>
                    <a:pt x="203" y="241"/>
                    <a:pt x="95" y="133"/>
                    <a:pt x="9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6"/>
                    <a:pt x="151" y="336"/>
                    <a:pt x="337" y="336"/>
                  </a:cubicBezTo>
                  <a:cubicBezTo>
                    <a:pt x="523" y="336"/>
                    <a:pt x="674" y="186"/>
                    <a:pt x="674" y="0"/>
                  </a:cubicBezTo>
                  <a:cubicBezTo>
                    <a:pt x="579" y="0"/>
                    <a:pt x="579" y="0"/>
                    <a:pt x="579" y="0"/>
                  </a:cubicBezTo>
                  <a:cubicBezTo>
                    <a:pt x="579" y="133"/>
                    <a:pt x="470" y="241"/>
                    <a:pt x="337" y="241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 sz="2519">
                <a:latin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A3AF34C-7C45-4DB4-9EB6-8BB337BA93C7}"/>
                </a:ext>
              </a:extLst>
            </p:cNvPr>
            <p:cNvSpPr/>
            <p:nvPr/>
          </p:nvSpPr>
          <p:spPr bwMode="auto">
            <a:xfrm>
              <a:off x="585165" y="1194597"/>
              <a:ext cx="2470807" cy="1242070"/>
            </a:xfrm>
            <a:custGeom>
              <a:avLst/>
              <a:gdLst>
                <a:gd name="T0" fmla="*/ 336 w 673"/>
                <a:gd name="T1" fmla="*/ 0 h 337"/>
                <a:gd name="T2" fmla="*/ 0 w 673"/>
                <a:gd name="T3" fmla="*/ 337 h 337"/>
                <a:gd name="T4" fmla="*/ 95 w 673"/>
                <a:gd name="T5" fmla="*/ 337 h 337"/>
                <a:gd name="T6" fmla="*/ 336 w 673"/>
                <a:gd name="T7" fmla="*/ 95 h 337"/>
                <a:gd name="T8" fmla="*/ 578 w 673"/>
                <a:gd name="T9" fmla="*/ 337 h 337"/>
                <a:gd name="T10" fmla="*/ 673 w 673"/>
                <a:gd name="T11" fmla="*/ 337 h 337"/>
                <a:gd name="T12" fmla="*/ 336 w 673"/>
                <a:gd name="T13" fmla="*/ 0 h 3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73"/>
                <a:gd name="T22" fmla="*/ 0 h 337"/>
                <a:gd name="T23" fmla="*/ 673 w 673"/>
                <a:gd name="T24" fmla="*/ 337 h 3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73" h="337">
                  <a:moveTo>
                    <a:pt x="336" y="0"/>
                  </a:moveTo>
                  <a:cubicBezTo>
                    <a:pt x="150" y="0"/>
                    <a:pt x="0" y="151"/>
                    <a:pt x="0" y="337"/>
                  </a:cubicBezTo>
                  <a:cubicBezTo>
                    <a:pt x="95" y="337"/>
                    <a:pt x="95" y="337"/>
                    <a:pt x="95" y="337"/>
                  </a:cubicBezTo>
                  <a:cubicBezTo>
                    <a:pt x="95" y="203"/>
                    <a:pt x="203" y="95"/>
                    <a:pt x="336" y="95"/>
                  </a:cubicBezTo>
                  <a:cubicBezTo>
                    <a:pt x="470" y="95"/>
                    <a:pt x="578" y="203"/>
                    <a:pt x="578" y="337"/>
                  </a:cubicBezTo>
                  <a:cubicBezTo>
                    <a:pt x="673" y="337"/>
                    <a:pt x="673" y="337"/>
                    <a:pt x="673" y="337"/>
                  </a:cubicBezTo>
                  <a:cubicBezTo>
                    <a:pt x="673" y="151"/>
                    <a:pt x="522" y="0"/>
                    <a:pt x="33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 sz="2519">
                <a:latin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B624759B-F676-441C-8A45-AC60BF41278F}"/>
                </a:ext>
              </a:extLst>
            </p:cNvPr>
            <p:cNvSpPr/>
            <p:nvPr/>
          </p:nvSpPr>
          <p:spPr bwMode="auto">
            <a:xfrm>
              <a:off x="2707127" y="2427779"/>
              <a:ext cx="2470807" cy="1239847"/>
            </a:xfrm>
            <a:custGeom>
              <a:avLst/>
              <a:gdLst>
                <a:gd name="T0" fmla="*/ 337 w 673"/>
                <a:gd name="T1" fmla="*/ 241 h 336"/>
                <a:gd name="T2" fmla="*/ 95 w 673"/>
                <a:gd name="T3" fmla="*/ 0 h 336"/>
                <a:gd name="T4" fmla="*/ 0 w 673"/>
                <a:gd name="T5" fmla="*/ 0 h 336"/>
                <a:gd name="T6" fmla="*/ 337 w 673"/>
                <a:gd name="T7" fmla="*/ 336 h 336"/>
                <a:gd name="T8" fmla="*/ 673 w 673"/>
                <a:gd name="T9" fmla="*/ 0 h 336"/>
                <a:gd name="T10" fmla="*/ 578 w 673"/>
                <a:gd name="T11" fmla="*/ 0 h 336"/>
                <a:gd name="T12" fmla="*/ 337 w 673"/>
                <a:gd name="T13" fmla="*/ 241 h 3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73"/>
                <a:gd name="T22" fmla="*/ 0 h 336"/>
                <a:gd name="T23" fmla="*/ 673 w 673"/>
                <a:gd name="T24" fmla="*/ 336 h 3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73" h="336">
                  <a:moveTo>
                    <a:pt x="337" y="241"/>
                  </a:moveTo>
                  <a:cubicBezTo>
                    <a:pt x="203" y="241"/>
                    <a:pt x="95" y="133"/>
                    <a:pt x="9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6"/>
                    <a:pt x="151" y="336"/>
                    <a:pt x="337" y="336"/>
                  </a:cubicBezTo>
                  <a:cubicBezTo>
                    <a:pt x="523" y="336"/>
                    <a:pt x="673" y="186"/>
                    <a:pt x="673" y="0"/>
                  </a:cubicBezTo>
                  <a:cubicBezTo>
                    <a:pt x="578" y="0"/>
                    <a:pt x="578" y="0"/>
                    <a:pt x="578" y="0"/>
                  </a:cubicBezTo>
                  <a:cubicBezTo>
                    <a:pt x="578" y="133"/>
                    <a:pt x="470" y="241"/>
                    <a:pt x="337" y="241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 sz="2519">
                <a:latin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0CD261FC-E034-4217-9897-1344FCCADA1D}"/>
                </a:ext>
              </a:extLst>
            </p:cNvPr>
            <p:cNvSpPr/>
            <p:nvPr/>
          </p:nvSpPr>
          <p:spPr bwMode="auto">
            <a:xfrm>
              <a:off x="4829087" y="1194597"/>
              <a:ext cx="2473030" cy="1242070"/>
            </a:xfrm>
            <a:custGeom>
              <a:avLst/>
              <a:gdLst>
                <a:gd name="T0" fmla="*/ 337 w 674"/>
                <a:gd name="T1" fmla="*/ 0 h 337"/>
                <a:gd name="T2" fmla="*/ 0 w 674"/>
                <a:gd name="T3" fmla="*/ 337 h 337"/>
                <a:gd name="T4" fmla="*/ 95 w 674"/>
                <a:gd name="T5" fmla="*/ 337 h 337"/>
                <a:gd name="T6" fmla="*/ 337 w 674"/>
                <a:gd name="T7" fmla="*/ 95 h 337"/>
                <a:gd name="T8" fmla="*/ 579 w 674"/>
                <a:gd name="T9" fmla="*/ 337 h 337"/>
                <a:gd name="T10" fmla="*/ 674 w 674"/>
                <a:gd name="T11" fmla="*/ 337 h 337"/>
                <a:gd name="T12" fmla="*/ 337 w 674"/>
                <a:gd name="T13" fmla="*/ 0 h 3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74"/>
                <a:gd name="T22" fmla="*/ 0 h 337"/>
                <a:gd name="T23" fmla="*/ 674 w 674"/>
                <a:gd name="T24" fmla="*/ 337 h 3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74" h="337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cubicBezTo>
                    <a:pt x="95" y="337"/>
                    <a:pt x="95" y="337"/>
                    <a:pt x="95" y="337"/>
                  </a:cubicBezTo>
                  <a:cubicBezTo>
                    <a:pt x="95" y="203"/>
                    <a:pt x="204" y="95"/>
                    <a:pt x="337" y="95"/>
                  </a:cubicBezTo>
                  <a:cubicBezTo>
                    <a:pt x="471" y="95"/>
                    <a:pt x="579" y="203"/>
                    <a:pt x="579" y="337"/>
                  </a:cubicBezTo>
                  <a:cubicBezTo>
                    <a:pt x="674" y="337"/>
                    <a:pt x="674" y="337"/>
                    <a:pt x="674" y="337"/>
                  </a:cubicBez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 sz="2519">
                <a:latin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B394C252-A27A-41EE-8AA4-F8CB735A3149}"/>
                </a:ext>
              </a:extLst>
            </p:cNvPr>
            <p:cNvSpPr/>
            <p:nvPr/>
          </p:nvSpPr>
          <p:spPr bwMode="auto">
            <a:xfrm>
              <a:off x="6953271" y="2427779"/>
              <a:ext cx="2470807" cy="1239847"/>
            </a:xfrm>
            <a:custGeom>
              <a:avLst/>
              <a:gdLst>
                <a:gd name="T0" fmla="*/ 336 w 673"/>
                <a:gd name="T1" fmla="*/ 241 h 336"/>
                <a:gd name="T2" fmla="*/ 95 w 673"/>
                <a:gd name="T3" fmla="*/ 0 h 336"/>
                <a:gd name="T4" fmla="*/ 0 w 673"/>
                <a:gd name="T5" fmla="*/ 0 h 336"/>
                <a:gd name="T6" fmla="*/ 336 w 673"/>
                <a:gd name="T7" fmla="*/ 336 h 336"/>
                <a:gd name="T8" fmla="*/ 673 w 673"/>
                <a:gd name="T9" fmla="*/ 0 h 336"/>
                <a:gd name="T10" fmla="*/ 578 w 673"/>
                <a:gd name="T11" fmla="*/ 0 h 336"/>
                <a:gd name="T12" fmla="*/ 336 w 673"/>
                <a:gd name="T13" fmla="*/ 241 h 3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73"/>
                <a:gd name="T22" fmla="*/ 0 h 336"/>
                <a:gd name="T23" fmla="*/ 673 w 673"/>
                <a:gd name="T24" fmla="*/ 336 h 3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73" h="336">
                  <a:moveTo>
                    <a:pt x="336" y="241"/>
                  </a:moveTo>
                  <a:cubicBezTo>
                    <a:pt x="203" y="241"/>
                    <a:pt x="95" y="133"/>
                    <a:pt x="9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6"/>
                    <a:pt x="150" y="336"/>
                    <a:pt x="336" y="336"/>
                  </a:cubicBezTo>
                  <a:cubicBezTo>
                    <a:pt x="522" y="336"/>
                    <a:pt x="673" y="186"/>
                    <a:pt x="673" y="0"/>
                  </a:cubicBezTo>
                  <a:cubicBezTo>
                    <a:pt x="578" y="0"/>
                    <a:pt x="578" y="0"/>
                    <a:pt x="578" y="0"/>
                  </a:cubicBezTo>
                  <a:cubicBezTo>
                    <a:pt x="578" y="133"/>
                    <a:pt x="470" y="241"/>
                    <a:pt x="336" y="241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 sz="2519">
                <a:latin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A9DD1D3F-A5A8-4A4D-B527-8B63DDEAA878}"/>
                </a:ext>
              </a:extLst>
            </p:cNvPr>
            <p:cNvSpPr/>
            <p:nvPr/>
          </p:nvSpPr>
          <p:spPr bwMode="auto">
            <a:xfrm>
              <a:off x="9075233" y="1194597"/>
              <a:ext cx="2473028" cy="1242070"/>
            </a:xfrm>
            <a:custGeom>
              <a:avLst/>
              <a:gdLst>
                <a:gd name="T0" fmla="*/ 337 w 674"/>
                <a:gd name="T1" fmla="*/ 0 h 337"/>
                <a:gd name="T2" fmla="*/ 0 w 674"/>
                <a:gd name="T3" fmla="*/ 337 h 337"/>
                <a:gd name="T4" fmla="*/ 95 w 674"/>
                <a:gd name="T5" fmla="*/ 337 h 337"/>
                <a:gd name="T6" fmla="*/ 337 w 674"/>
                <a:gd name="T7" fmla="*/ 95 h 337"/>
                <a:gd name="T8" fmla="*/ 579 w 674"/>
                <a:gd name="T9" fmla="*/ 337 h 337"/>
                <a:gd name="T10" fmla="*/ 674 w 674"/>
                <a:gd name="T11" fmla="*/ 337 h 337"/>
                <a:gd name="T12" fmla="*/ 337 w 674"/>
                <a:gd name="T13" fmla="*/ 0 h 3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74"/>
                <a:gd name="T22" fmla="*/ 0 h 337"/>
                <a:gd name="T23" fmla="*/ 674 w 674"/>
                <a:gd name="T24" fmla="*/ 337 h 3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74" h="337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cubicBezTo>
                    <a:pt x="95" y="337"/>
                    <a:pt x="95" y="337"/>
                    <a:pt x="95" y="337"/>
                  </a:cubicBezTo>
                  <a:cubicBezTo>
                    <a:pt x="95" y="203"/>
                    <a:pt x="203" y="95"/>
                    <a:pt x="337" y="95"/>
                  </a:cubicBezTo>
                  <a:cubicBezTo>
                    <a:pt x="470" y="95"/>
                    <a:pt x="579" y="203"/>
                    <a:pt x="579" y="337"/>
                  </a:cubicBezTo>
                  <a:cubicBezTo>
                    <a:pt x="674" y="337"/>
                    <a:pt x="674" y="337"/>
                    <a:pt x="674" y="337"/>
                  </a:cubicBez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 sz="2519">
                <a:latin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44" name="Inhaltsplatzhalter 4">
            <a:extLst>
              <a:ext uri="{FF2B5EF4-FFF2-40B4-BE49-F238E27FC236}">
                <a16:creationId xmlns:a16="http://schemas.microsoft.com/office/drawing/2014/main" id="{5E94D99C-B646-4BDC-8AC1-3FA4589E277D}"/>
              </a:ext>
            </a:extLst>
          </p:cNvPr>
          <p:cNvSpPr txBox="1"/>
          <p:nvPr/>
        </p:nvSpPr>
        <p:spPr>
          <a:xfrm>
            <a:off x="1007169" y="3988030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+mj-lt"/>
              </a:rPr>
              <a:t>小标题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5" name="Inhaltsplatzhalter 4">
            <a:extLst>
              <a:ext uri="{FF2B5EF4-FFF2-40B4-BE49-F238E27FC236}">
                <a16:creationId xmlns:a16="http://schemas.microsoft.com/office/drawing/2014/main" id="{438432FD-D09B-4B2D-B449-92332B9B7864}"/>
              </a:ext>
            </a:extLst>
          </p:cNvPr>
          <p:cNvSpPr txBox="1"/>
          <p:nvPr/>
        </p:nvSpPr>
        <p:spPr>
          <a:xfrm>
            <a:off x="1007169" y="4299197"/>
            <a:ext cx="1685374" cy="15350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9" name="Inhaltsplatzhalter 4">
            <a:extLst>
              <a:ext uri="{FF2B5EF4-FFF2-40B4-BE49-F238E27FC236}">
                <a16:creationId xmlns:a16="http://schemas.microsoft.com/office/drawing/2014/main" id="{19246927-81AA-44BE-A933-F53479AB0BC8}"/>
              </a:ext>
            </a:extLst>
          </p:cNvPr>
          <p:cNvSpPr txBox="1"/>
          <p:nvPr/>
        </p:nvSpPr>
        <p:spPr>
          <a:xfrm>
            <a:off x="3130241" y="3988030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50" name="Inhaltsplatzhalter 4">
            <a:extLst>
              <a:ext uri="{FF2B5EF4-FFF2-40B4-BE49-F238E27FC236}">
                <a16:creationId xmlns:a16="http://schemas.microsoft.com/office/drawing/2014/main" id="{FE8477C3-D7C2-475F-A66E-697A85EE2DE0}"/>
              </a:ext>
            </a:extLst>
          </p:cNvPr>
          <p:cNvSpPr txBox="1"/>
          <p:nvPr/>
        </p:nvSpPr>
        <p:spPr>
          <a:xfrm>
            <a:off x="3130241" y="4299197"/>
            <a:ext cx="1685374" cy="15350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2" name="Inhaltsplatzhalter 4">
            <a:extLst>
              <a:ext uri="{FF2B5EF4-FFF2-40B4-BE49-F238E27FC236}">
                <a16:creationId xmlns:a16="http://schemas.microsoft.com/office/drawing/2014/main" id="{CEF8A373-E6BC-4660-9322-B20A7F98B5D9}"/>
              </a:ext>
            </a:extLst>
          </p:cNvPr>
          <p:cNvSpPr txBox="1"/>
          <p:nvPr/>
        </p:nvSpPr>
        <p:spPr>
          <a:xfrm>
            <a:off x="5253313" y="3998479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3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53" name="Inhaltsplatzhalter 4">
            <a:extLst>
              <a:ext uri="{FF2B5EF4-FFF2-40B4-BE49-F238E27FC236}">
                <a16:creationId xmlns:a16="http://schemas.microsoft.com/office/drawing/2014/main" id="{5DC89E47-3CD5-480D-9710-F45DA0552CAF}"/>
              </a:ext>
            </a:extLst>
          </p:cNvPr>
          <p:cNvSpPr txBox="1"/>
          <p:nvPr/>
        </p:nvSpPr>
        <p:spPr>
          <a:xfrm>
            <a:off x="5253313" y="4309646"/>
            <a:ext cx="1685374" cy="15350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5" name="Inhaltsplatzhalter 4">
            <a:extLst>
              <a:ext uri="{FF2B5EF4-FFF2-40B4-BE49-F238E27FC236}">
                <a16:creationId xmlns:a16="http://schemas.microsoft.com/office/drawing/2014/main" id="{5114DE2C-3FA1-4B9C-92AB-BB4119404129}"/>
              </a:ext>
            </a:extLst>
          </p:cNvPr>
          <p:cNvSpPr txBox="1"/>
          <p:nvPr/>
        </p:nvSpPr>
        <p:spPr>
          <a:xfrm>
            <a:off x="7376385" y="3988030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4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56" name="Inhaltsplatzhalter 4">
            <a:extLst>
              <a:ext uri="{FF2B5EF4-FFF2-40B4-BE49-F238E27FC236}">
                <a16:creationId xmlns:a16="http://schemas.microsoft.com/office/drawing/2014/main" id="{D01D889D-E1F8-4873-9298-78C3296B85C7}"/>
              </a:ext>
            </a:extLst>
          </p:cNvPr>
          <p:cNvSpPr txBox="1"/>
          <p:nvPr/>
        </p:nvSpPr>
        <p:spPr>
          <a:xfrm>
            <a:off x="7376385" y="4299197"/>
            <a:ext cx="1685374" cy="15350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8" name="Inhaltsplatzhalter 4">
            <a:extLst>
              <a:ext uri="{FF2B5EF4-FFF2-40B4-BE49-F238E27FC236}">
                <a16:creationId xmlns:a16="http://schemas.microsoft.com/office/drawing/2014/main" id="{63ED9F77-8F11-4715-8E7E-2890165A3AF7}"/>
              </a:ext>
            </a:extLst>
          </p:cNvPr>
          <p:cNvSpPr txBox="1"/>
          <p:nvPr/>
        </p:nvSpPr>
        <p:spPr>
          <a:xfrm>
            <a:off x="9499457" y="3998479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6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9" name="Inhaltsplatzhalter 4">
            <a:extLst>
              <a:ext uri="{FF2B5EF4-FFF2-40B4-BE49-F238E27FC236}">
                <a16:creationId xmlns:a16="http://schemas.microsoft.com/office/drawing/2014/main" id="{3C380B0F-D3E3-4B64-BD36-86BDFEA6BE90}"/>
              </a:ext>
            </a:extLst>
          </p:cNvPr>
          <p:cNvSpPr txBox="1"/>
          <p:nvPr/>
        </p:nvSpPr>
        <p:spPr>
          <a:xfrm>
            <a:off x="9499457" y="4309646"/>
            <a:ext cx="1685374" cy="15350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4F7ADA9-54D5-4699-B29F-5637071E2495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9D1C616-9BF5-45DF-BC73-FFFC4FC8A3B2}"/>
              </a:ext>
            </a:extLst>
          </p:cNvPr>
          <p:cNvGrpSpPr>
            <a:grpSpLocks noChangeAspect="1"/>
          </p:cNvGrpSpPr>
          <p:nvPr/>
        </p:nvGrpSpPr>
        <p:grpSpPr>
          <a:xfrm>
            <a:off x="1398746" y="1938208"/>
            <a:ext cx="900000" cy="900000"/>
            <a:chOff x="1309855" y="1853611"/>
            <a:chExt cx="108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F63E7BB9-5590-4C86-A2DF-F3430FB5309F}"/>
                </a:ext>
              </a:extLst>
            </p:cNvPr>
            <p:cNvSpPr/>
            <p:nvPr/>
          </p:nvSpPr>
          <p:spPr>
            <a:xfrm>
              <a:off x="1309855" y="1853611"/>
              <a:ext cx="1080000" cy="10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2" name="Group 58">
              <a:extLst>
                <a:ext uri="{FF2B5EF4-FFF2-40B4-BE49-F238E27FC236}">
                  <a16:creationId xmlns:a16="http://schemas.microsoft.com/office/drawing/2014/main" id="{691BE0D7-2534-4741-A190-B4E0D605FB4A}"/>
                </a:ext>
              </a:extLst>
            </p:cNvPr>
            <p:cNvGrpSpPr/>
            <p:nvPr/>
          </p:nvGrpSpPr>
          <p:grpSpPr>
            <a:xfrm>
              <a:off x="1518965" y="2062721"/>
              <a:ext cx="661781" cy="661781"/>
              <a:chOff x="837205" y="3542332"/>
              <a:chExt cx="400024" cy="400024"/>
            </a:xfrm>
            <a:solidFill>
              <a:schemeClr val="bg1"/>
            </a:solidFill>
          </p:grpSpPr>
          <p:sp>
            <p:nvSpPr>
              <p:cNvPr id="33" name="Freeform 85">
                <a:extLst>
                  <a:ext uri="{FF2B5EF4-FFF2-40B4-BE49-F238E27FC236}">
                    <a16:creationId xmlns:a16="http://schemas.microsoft.com/office/drawing/2014/main" id="{1CBB9965-EE11-4DF3-9B64-C79057E1AF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37205" y="3542332"/>
                <a:ext cx="400024" cy="400024"/>
              </a:xfrm>
              <a:custGeom>
                <a:avLst/>
                <a:gdLst>
                  <a:gd name="T0" fmla="*/ 116 w 128"/>
                  <a:gd name="T1" fmla="*/ 0 h 128"/>
                  <a:gd name="T2" fmla="*/ 28 w 128"/>
                  <a:gd name="T3" fmla="*/ 0 h 128"/>
                  <a:gd name="T4" fmla="*/ 16 w 128"/>
                  <a:gd name="T5" fmla="*/ 12 h 128"/>
                  <a:gd name="T6" fmla="*/ 16 w 128"/>
                  <a:gd name="T7" fmla="*/ 20 h 128"/>
                  <a:gd name="T8" fmla="*/ 12 w 128"/>
                  <a:gd name="T9" fmla="*/ 20 h 128"/>
                  <a:gd name="T10" fmla="*/ 0 w 128"/>
                  <a:gd name="T11" fmla="*/ 32 h 128"/>
                  <a:gd name="T12" fmla="*/ 0 w 128"/>
                  <a:gd name="T13" fmla="*/ 112 h 128"/>
                  <a:gd name="T14" fmla="*/ 16 w 128"/>
                  <a:gd name="T15" fmla="*/ 128 h 128"/>
                  <a:gd name="T16" fmla="*/ 112 w 128"/>
                  <a:gd name="T17" fmla="*/ 128 h 128"/>
                  <a:gd name="T18" fmla="*/ 128 w 128"/>
                  <a:gd name="T19" fmla="*/ 112 h 128"/>
                  <a:gd name="T20" fmla="*/ 128 w 128"/>
                  <a:gd name="T21" fmla="*/ 12 h 128"/>
                  <a:gd name="T22" fmla="*/ 116 w 128"/>
                  <a:gd name="T23" fmla="*/ 0 h 128"/>
                  <a:gd name="T24" fmla="*/ 120 w 128"/>
                  <a:gd name="T25" fmla="*/ 112 h 128"/>
                  <a:gd name="T26" fmla="*/ 112 w 128"/>
                  <a:gd name="T27" fmla="*/ 120 h 128"/>
                  <a:gd name="T28" fmla="*/ 16 w 128"/>
                  <a:gd name="T29" fmla="*/ 120 h 128"/>
                  <a:gd name="T30" fmla="*/ 8 w 128"/>
                  <a:gd name="T31" fmla="*/ 112 h 128"/>
                  <a:gd name="T32" fmla="*/ 8 w 128"/>
                  <a:gd name="T33" fmla="*/ 32 h 128"/>
                  <a:gd name="T34" fmla="*/ 12 w 128"/>
                  <a:gd name="T35" fmla="*/ 28 h 128"/>
                  <a:gd name="T36" fmla="*/ 16 w 128"/>
                  <a:gd name="T37" fmla="*/ 28 h 128"/>
                  <a:gd name="T38" fmla="*/ 16 w 128"/>
                  <a:gd name="T39" fmla="*/ 108 h 128"/>
                  <a:gd name="T40" fmla="*/ 20 w 128"/>
                  <a:gd name="T41" fmla="*/ 112 h 128"/>
                  <a:gd name="T42" fmla="*/ 24 w 128"/>
                  <a:gd name="T43" fmla="*/ 108 h 128"/>
                  <a:gd name="T44" fmla="*/ 24 w 128"/>
                  <a:gd name="T45" fmla="*/ 12 h 128"/>
                  <a:gd name="T46" fmla="*/ 28 w 128"/>
                  <a:gd name="T47" fmla="*/ 8 h 128"/>
                  <a:gd name="T48" fmla="*/ 116 w 128"/>
                  <a:gd name="T49" fmla="*/ 8 h 128"/>
                  <a:gd name="T50" fmla="*/ 120 w 128"/>
                  <a:gd name="T51" fmla="*/ 12 h 128"/>
                  <a:gd name="T52" fmla="*/ 120 w 128"/>
                  <a:gd name="T53" fmla="*/ 112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8" h="128">
                    <a:moveTo>
                      <a:pt x="116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21" y="0"/>
                      <a:pt x="16" y="5"/>
                      <a:pt x="16" y="12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5" y="20"/>
                      <a:pt x="0" y="25"/>
                      <a:pt x="0" y="32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21"/>
                      <a:pt x="7" y="128"/>
                      <a:pt x="16" y="128"/>
                    </a:cubicBezTo>
                    <a:cubicBezTo>
                      <a:pt x="112" y="128"/>
                      <a:pt x="112" y="128"/>
                      <a:pt x="112" y="128"/>
                    </a:cubicBezTo>
                    <a:cubicBezTo>
                      <a:pt x="121" y="128"/>
                      <a:pt x="128" y="121"/>
                      <a:pt x="128" y="112"/>
                    </a:cubicBezTo>
                    <a:cubicBezTo>
                      <a:pt x="128" y="12"/>
                      <a:pt x="128" y="12"/>
                      <a:pt x="128" y="12"/>
                    </a:cubicBezTo>
                    <a:cubicBezTo>
                      <a:pt x="128" y="5"/>
                      <a:pt x="123" y="0"/>
                      <a:pt x="116" y="0"/>
                    </a:cubicBezTo>
                    <a:close/>
                    <a:moveTo>
                      <a:pt x="120" y="112"/>
                    </a:moveTo>
                    <a:cubicBezTo>
                      <a:pt x="120" y="116"/>
                      <a:pt x="116" y="120"/>
                      <a:pt x="112" y="120"/>
                    </a:cubicBezTo>
                    <a:cubicBezTo>
                      <a:pt x="16" y="120"/>
                      <a:pt x="16" y="120"/>
                      <a:pt x="16" y="120"/>
                    </a:cubicBezTo>
                    <a:cubicBezTo>
                      <a:pt x="12" y="120"/>
                      <a:pt x="8" y="116"/>
                      <a:pt x="8" y="11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30"/>
                      <a:pt x="10" y="28"/>
                      <a:pt x="12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108"/>
                      <a:pt x="16" y="108"/>
                      <a:pt x="16" y="108"/>
                    </a:cubicBezTo>
                    <a:cubicBezTo>
                      <a:pt x="16" y="110"/>
                      <a:pt x="18" y="112"/>
                      <a:pt x="20" y="112"/>
                    </a:cubicBezTo>
                    <a:cubicBezTo>
                      <a:pt x="22" y="112"/>
                      <a:pt x="24" y="110"/>
                      <a:pt x="24" y="10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0"/>
                      <a:pt x="26" y="8"/>
                      <a:pt x="28" y="8"/>
                    </a:cubicBezTo>
                    <a:cubicBezTo>
                      <a:pt x="116" y="8"/>
                      <a:pt x="116" y="8"/>
                      <a:pt x="116" y="8"/>
                    </a:cubicBezTo>
                    <a:cubicBezTo>
                      <a:pt x="118" y="8"/>
                      <a:pt x="120" y="10"/>
                      <a:pt x="120" y="12"/>
                    </a:cubicBezTo>
                    <a:lnTo>
                      <a:pt x="120" y="1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34" name="Freeform 86">
                <a:extLst>
                  <a:ext uri="{FF2B5EF4-FFF2-40B4-BE49-F238E27FC236}">
                    <a16:creationId xmlns:a16="http://schemas.microsoft.com/office/drawing/2014/main" id="{7334A9F4-1F42-4320-8503-D596BFF1F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4843" y="3692836"/>
                <a:ext cx="112218" cy="11882"/>
              </a:xfrm>
              <a:custGeom>
                <a:avLst/>
                <a:gdLst>
                  <a:gd name="T0" fmla="*/ 2 w 36"/>
                  <a:gd name="T1" fmla="*/ 4 h 4"/>
                  <a:gd name="T2" fmla="*/ 34 w 36"/>
                  <a:gd name="T3" fmla="*/ 4 h 4"/>
                  <a:gd name="T4" fmla="*/ 36 w 36"/>
                  <a:gd name="T5" fmla="*/ 2 h 4"/>
                  <a:gd name="T6" fmla="*/ 34 w 36"/>
                  <a:gd name="T7" fmla="*/ 0 h 4"/>
                  <a:gd name="T8" fmla="*/ 2 w 36"/>
                  <a:gd name="T9" fmla="*/ 0 h 4"/>
                  <a:gd name="T10" fmla="*/ 0 w 36"/>
                  <a:gd name="T11" fmla="*/ 2 h 4"/>
                  <a:gd name="T12" fmla="*/ 2 w 36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2" y="4"/>
                    </a:move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35" name="Freeform 87">
                <a:extLst>
                  <a:ext uri="{FF2B5EF4-FFF2-40B4-BE49-F238E27FC236}">
                    <a16:creationId xmlns:a16="http://schemas.microsoft.com/office/drawing/2014/main" id="{6D2D957C-D82F-4C1E-B0A3-68A0C5074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4843" y="3655870"/>
                <a:ext cx="112218" cy="11882"/>
              </a:xfrm>
              <a:custGeom>
                <a:avLst/>
                <a:gdLst>
                  <a:gd name="T0" fmla="*/ 2 w 36"/>
                  <a:gd name="T1" fmla="*/ 4 h 4"/>
                  <a:gd name="T2" fmla="*/ 34 w 36"/>
                  <a:gd name="T3" fmla="*/ 4 h 4"/>
                  <a:gd name="T4" fmla="*/ 36 w 36"/>
                  <a:gd name="T5" fmla="*/ 2 h 4"/>
                  <a:gd name="T6" fmla="*/ 34 w 36"/>
                  <a:gd name="T7" fmla="*/ 0 h 4"/>
                  <a:gd name="T8" fmla="*/ 2 w 36"/>
                  <a:gd name="T9" fmla="*/ 0 h 4"/>
                  <a:gd name="T10" fmla="*/ 0 w 36"/>
                  <a:gd name="T11" fmla="*/ 2 h 4"/>
                  <a:gd name="T12" fmla="*/ 2 w 36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2" y="4"/>
                    </a:move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36" name="Freeform 88">
                <a:extLst>
                  <a:ext uri="{FF2B5EF4-FFF2-40B4-BE49-F238E27FC236}">
                    <a16:creationId xmlns:a16="http://schemas.microsoft.com/office/drawing/2014/main" id="{D0988D60-F121-4004-8803-54A9491CD2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4843" y="3617583"/>
                <a:ext cx="112218" cy="13202"/>
              </a:xfrm>
              <a:custGeom>
                <a:avLst/>
                <a:gdLst>
                  <a:gd name="T0" fmla="*/ 2 w 36"/>
                  <a:gd name="T1" fmla="*/ 4 h 4"/>
                  <a:gd name="T2" fmla="*/ 34 w 36"/>
                  <a:gd name="T3" fmla="*/ 4 h 4"/>
                  <a:gd name="T4" fmla="*/ 36 w 36"/>
                  <a:gd name="T5" fmla="*/ 2 h 4"/>
                  <a:gd name="T6" fmla="*/ 34 w 36"/>
                  <a:gd name="T7" fmla="*/ 0 h 4"/>
                  <a:gd name="T8" fmla="*/ 2 w 36"/>
                  <a:gd name="T9" fmla="*/ 0 h 4"/>
                  <a:gd name="T10" fmla="*/ 0 w 36"/>
                  <a:gd name="T11" fmla="*/ 2 h 4"/>
                  <a:gd name="T12" fmla="*/ 2 w 36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2" y="4"/>
                    </a:move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37" name="Freeform 89">
                <a:extLst>
                  <a:ext uri="{FF2B5EF4-FFF2-40B4-BE49-F238E27FC236}">
                    <a16:creationId xmlns:a16="http://schemas.microsoft.com/office/drawing/2014/main" id="{02E9381E-1DA5-47EF-B10A-A7078BE42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541" y="3880306"/>
                <a:ext cx="112218" cy="11882"/>
              </a:xfrm>
              <a:custGeom>
                <a:avLst/>
                <a:gdLst>
                  <a:gd name="T0" fmla="*/ 34 w 36"/>
                  <a:gd name="T1" fmla="*/ 0 h 4"/>
                  <a:gd name="T2" fmla="*/ 2 w 36"/>
                  <a:gd name="T3" fmla="*/ 0 h 4"/>
                  <a:gd name="T4" fmla="*/ 0 w 36"/>
                  <a:gd name="T5" fmla="*/ 2 h 4"/>
                  <a:gd name="T6" fmla="*/ 2 w 36"/>
                  <a:gd name="T7" fmla="*/ 4 h 4"/>
                  <a:gd name="T8" fmla="*/ 34 w 36"/>
                  <a:gd name="T9" fmla="*/ 4 h 4"/>
                  <a:gd name="T10" fmla="*/ 36 w 36"/>
                  <a:gd name="T11" fmla="*/ 2 h 4"/>
                  <a:gd name="T12" fmla="*/ 34 w 3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3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38" name="Freeform 90">
                <a:extLst>
                  <a:ext uri="{FF2B5EF4-FFF2-40B4-BE49-F238E27FC236}">
                    <a16:creationId xmlns:a16="http://schemas.microsoft.com/office/drawing/2014/main" id="{28B74FED-6036-4354-B08E-150BAE39F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541" y="3843340"/>
                <a:ext cx="112218" cy="11882"/>
              </a:xfrm>
              <a:custGeom>
                <a:avLst/>
                <a:gdLst>
                  <a:gd name="T0" fmla="*/ 34 w 36"/>
                  <a:gd name="T1" fmla="*/ 0 h 4"/>
                  <a:gd name="T2" fmla="*/ 2 w 36"/>
                  <a:gd name="T3" fmla="*/ 0 h 4"/>
                  <a:gd name="T4" fmla="*/ 0 w 36"/>
                  <a:gd name="T5" fmla="*/ 2 h 4"/>
                  <a:gd name="T6" fmla="*/ 2 w 36"/>
                  <a:gd name="T7" fmla="*/ 4 h 4"/>
                  <a:gd name="T8" fmla="*/ 34 w 36"/>
                  <a:gd name="T9" fmla="*/ 4 h 4"/>
                  <a:gd name="T10" fmla="*/ 36 w 36"/>
                  <a:gd name="T11" fmla="*/ 2 h 4"/>
                  <a:gd name="T12" fmla="*/ 34 w 3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3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39" name="Freeform 91">
                <a:extLst>
                  <a:ext uri="{FF2B5EF4-FFF2-40B4-BE49-F238E27FC236}">
                    <a16:creationId xmlns:a16="http://schemas.microsoft.com/office/drawing/2014/main" id="{A593082F-8958-4F79-A5B8-4B7B10CC1D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541" y="3805053"/>
                <a:ext cx="112218" cy="13202"/>
              </a:xfrm>
              <a:custGeom>
                <a:avLst/>
                <a:gdLst>
                  <a:gd name="T0" fmla="*/ 34 w 36"/>
                  <a:gd name="T1" fmla="*/ 0 h 4"/>
                  <a:gd name="T2" fmla="*/ 2 w 36"/>
                  <a:gd name="T3" fmla="*/ 0 h 4"/>
                  <a:gd name="T4" fmla="*/ 0 w 36"/>
                  <a:gd name="T5" fmla="*/ 2 h 4"/>
                  <a:gd name="T6" fmla="*/ 2 w 36"/>
                  <a:gd name="T7" fmla="*/ 4 h 4"/>
                  <a:gd name="T8" fmla="*/ 34 w 36"/>
                  <a:gd name="T9" fmla="*/ 4 h 4"/>
                  <a:gd name="T10" fmla="*/ 36 w 36"/>
                  <a:gd name="T11" fmla="*/ 2 h 4"/>
                  <a:gd name="T12" fmla="*/ 34 w 3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3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40" name="Freeform 92">
                <a:extLst>
                  <a:ext uri="{FF2B5EF4-FFF2-40B4-BE49-F238E27FC236}">
                    <a16:creationId xmlns:a16="http://schemas.microsoft.com/office/drawing/2014/main" id="{2F146C6A-B025-4B5A-88C4-B4896A337F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4843" y="3880306"/>
                <a:ext cx="112218" cy="11882"/>
              </a:xfrm>
              <a:custGeom>
                <a:avLst/>
                <a:gdLst>
                  <a:gd name="T0" fmla="*/ 34 w 36"/>
                  <a:gd name="T1" fmla="*/ 0 h 4"/>
                  <a:gd name="T2" fmla="*/ 2 w 36"/>
                  <a:gd name="T3" fmla="*/ 0 h 4"/>
                  <a:gd name="T4" fmla="*/ 0 w 36"/>
                  <a:gd name="T5" fmla="*/ 2 h 4"/>
                  <a:gd name="T6" fmla="*/ 2 w 36"/>
                  <a:gd name="T7" fmla="*/ 4 h 4"/>
                  <a:gd name="T8" fmla="*/ 34 w 36"/>
                  <a:gd name="T9" fmla="*/ 4 h 4"/>
                  <a:gd name="T10" fmla="*/ 36 w 36"/>
                  <a:gd name="T11" fmla="*/ 2 h 4"/>
                  <a:gd name="T12" fmla="*/ 34 w 3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3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41" name="Freeform 93">
                <a:extLst>
                  <a:ext uri="{FF2B5EF4-FFF2-40B4-BE49-F238E27FC236}">
                    <a16:creationId xmlns:a16="http://schemas.microsoft.com/office/drawing/2014/main" id="{7E210D9B-6012-4883-9F09-65A81EA03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4843" y="3843340"/>
                <a:ext cx="112218" cy="11882"/>
              </a:xfrm>
              <a:custGeom>
                <a:avLst/>
                <a:gdLst>
                  <a:gd name="T0" fmla="*/ 34 w 36"/>
                  <a:gd name="T1" fmla="*/ 0 h 4"/>
                  <a:gd name="T2" fmla="*/ 2 w 36"/>
                  <a:gd name="T3" fmla="*/ 0 h 4"/>
                  <a:gd name="T4" fmla="*/ 0 w 36"/>
                  <a:gd name="T5" fmla="*/ 2 h 4"/>
                  <a:gd name="T6" fmla="*/ 2 w 36"/>
                  <a:gd name="T7" fmla="*/ 4 h 4"/>
                  <a:gd name="T8" fmla="*/ 34 w 36"/>
                  <a:gd name="T9" fmla="*/ 4 h 4"/>
                  <a:gd name="T10" fmla="*/ 36 w 36"/>
                  <a:gd name="T11" fmla="*/ 2 h 4"/>
                  <a:gd name="T12" fmla="*/ 34 w 3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3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42" name="Freeform 94">
                <a:extLst>
                  <a:ext uri="{FF2B5EF4-FFF2-40B4-BE49-F238E27FC236}">
                    <a16:creationId xmlns:a16="http://schemas.microsoft.com/office/drawing/2014/main" id="{5864EC98-1B05-4DEC-9040-2683BD3365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4843" y="3805053"/>
                <a:ext cx="112218" cy="13202"/>
              </a:xfrm>
              <a:custGeom>
                <a:avLst/>
                <a:gdLst>
                  <a:gd name="T0" fmla="*/ 34 w 36"/>
                  <a:gd name="T1" fmla="*/ 0 h 4"/>
                  <a:gd name="T2" fmla="*/ 2 w 36"/>
                  <a:gd name="T3" fmla="*/ 0 h 4"/>
                  <a:gd name="T4" fmla="*/ 0 w 36"/>
                  <a:gd name="T5" fmla="*/ 2 h 4"/>
                  <a:gd name="T6" fmla="*/ 2 w 36"/>
                  <a:gd name="T7" fmla="*/ 4 h 4"/>
                  <a:gd name="T8" fmla="*/ 34 w 36"/>
                  <a:gd name="T9" fmla="*/ 4 h 4"/>
                  <a:gd name="T10" fmla="*/ 36 w 36"/>
                  <a:gd name="T11" fmla="*/ 2 h 4"/>
                  <a:gd name="T12" fmla="*/ 34 w 3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3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43" name="Freeform 95">
                <a:extLst>
                  <a:ext uri="{FF2B5EF4-FFF2-40B4-BE49-F238E27FC236}">
                    <a16:creationId xmlns:a16="http://schemas.microsoft.com/office/drawing/2014/main" id="{E4979E0D-3DFA-4CCA-B11A-E83645BD27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541" y="3729802"/>
                <a:ext cx="249520" cy="13202"/>
              </a:xfrm>
              <a:custGeom>
                <a:avLst/>
                <a:gdLst>
                  <a:gd name="T0" fmla="*/ 78 w 80"/>
                  <a:gd name="T1" fmla="*/ 0 h 4"/>
                  <a:gd name="T2" fmla="*/ 2 w 80"/>
                  <a:gd name="T3" fmla="*/ 0 h 4"/>
                  <a:gd name="T4" fmla="*/ 0 w 80"/>
                  <a:gd name="T5" fmla="*/ 2 h 4"/>
                  <a:gd name="T6" fmla="*/ 2 w 80"/>
                  <a:gd name="T7" fmla="*/ 4 h 4"/>
                  <a:gd name="T8" fmla="*/ 78 w 80"/>
                  <a:gd name="T9" fmla="*/ 4 h 4"/>
                  <a:gd name="T10" fmla="*/ 80 w 80"/>
                  <a:gd name="T11" fmla="*/ 2 h 4"/>
                  <a:gd name="T12" fmla="*/ 78 w 80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4">
                    <a:moveTo>
                      <a:pt x="7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78" y="4"/>
                      <a:pt x="78" y="4"/>
                      <a:pt x="78" y="4"/>
                    </a:cubicBezTo>
                    <a:cubicBezTo>
                      <a:pt x="79" y="4"/>
                      <a:pt x="80" y="3"/>
                      <a:pt x="80" y="2"/>
                    </a:cubicBezTo>
                    <a:cubicBezTo>
                      <a:pt x="80" y="1"/>
                      <a:pt x="79" y="0"/>
                      <a:pt x="7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46" name="Freeform 96">
                <a:extLst>
                  <a:ext uri="{FF2B5EF4-FFF2-40B4-BE49-F238E27FC236}">
                    <a16:creationId xmlns:a16="http://schemas.microsoft.com/office/drawing/2014/main" id="{287E85A5-069D-44BD-A86A-9E9C2EBEB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541" y="3768087"/>
                <a:ext cx="249520" cy="11882"/>
              </a:xfrm>
              <a:custGeom>
                <a:avLst/>
                <a:gdLst>
                  <a:gd name="T0" fmla="*/ 78 w 80"/>
                  <a:gd name="T1" fmla="*/ 0 h 4"/>
                  <a:gd name="T2" fmla="*/ 2 w 80"/>
                  <a:gd name="T3" fmla="*/ 0 h 4"/>
                  <a:gd name="T4" fmla="*/ 0 w 80"/>
                  <a:gd name="T5" fmla="*/ 2 h 4"/>
                  <a:gd name="T6" fmla="*/ 2 w 80"/>
                  <a:gd name="T7" fmla="*/ 4 h 4"/>
                  <a:gd name="T8" fmla="*/ 78 w 80"/>
                  <a:gd name="T9" fmla="*/ 4 h 4"/>
                  <a:gd name="T10" fmla="*/ 80 w 80"/>
                  <a:gd name="T11" fmla="*/ 2 h 4"/>
                  <a:gd name="T12" fmla="*/ 78 w 80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4">
                    <a:moveTo>
                      <a:pt x="7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78" y="4"/>
                      <a:pt x="78" y="4"/>
                      <a:pt x="78" y="4"/>
                    </a:cubicBezTo>
                    <a:cubicBezTo>
                      <a:pt x="79" y="4"/>
                      <a:pt x="80" y="3"/>
                      <a:pt x="80" y="2"/>
                    </a:cubicBezTo>
                    <a:cubicBezTo>
                      <a:pt x="80" y="1"/>
                      <a:pt x="79" y="0"/>
                      <a:pt x="7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47" name="Freeform 97">
                <a:extLst>
                  <a:ext uri="{FF2B5EF4-FFF2-40B4-BE49-F238E27FC236}">
                    <a16:creationId xmlns:a16="http://schemas.microsoft.com/office/drawing/2014/main" id="{52A3AAFB-CABF-4878-B033-FF07B01D1EC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7541" y="3592500"/>
                <a:ext cx="112218" cy="112218"/>
              </a:xfrm>
              <a:custGeom>
                <a:avLst/>
                <a:gdLst>
                  <a:gd name="T0" fmla="*/ 4 w 36"/>
                  <a:gd name="T1" fmla="*/ 36 h 36"/>
                  <a:gd name="T2" fmla="*/ 32 w 36"/>
                  <a:gd name="T3" fmla="*/ 36 h 36"/>
                  <a:gd name="T4" fmla="*/ 36 w 36"/>
                  <a:gd name="T5" fmla="*/ 32 h 36"/>
                  <a:gd name="T6" fmla="*/ 36 w 36"/>
                  <a:gd name="T7" fmla="*/ 4 h 36"/>
                  <a:gd name="T8" fmla="*/ 32 w 36"/>
                  <a:gd name="T9" fmla="*/ 0 h 36"/>
                  <a:gd name="T10" fmla="*/ 4 w 36"/>
                  <a:gd name="T11" fmla="*/ 0 h 36"/>
                  <a:gd name="T12" fmla="*/ 0 w 36"/>
                  <a:gd name="T13" fmla="*/ 4 h 36"/>
                  <a:gd name="T14" fmla="*/ 0 w 36"/>
                  <a:gd name="T15" fmla="*/ 32 h 36"/>
                  <a:gd name="T16" fmla="*/ 4 w 36"/>
                  <a:gd name="T17" fmla="*/ 36 h 36"/>
                  <a:gd name="T18" fmla="*/ 8 w 36"/>
                  <a:gd name="T19" fmla="*/ 8 h 36"/>
                  <a:gd name="T20" fmla="*/ 28 w 36"/>
                  <a:gd name="T21" fmla="*/ 8 h 36"/>
                  <a:gd name="T22" fmla="*/ 28 w 36"/>
                  <a:gd name="T23" fmla="*/ 28 h 36"/>
                  <a:gd name="T24" fmla="*/ 8 w 36"/>
                  <a:gd name="T25" fmla="*/ 28 h 36"/>
                  <a:gd name="T26" fmla="*/ 8 w 36"/>
                  <a:gd name="T27" fmla="*/ 8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6" h="36">
                    <a:moveTo>
                      <a:pt x="4" y="36"/>
                    </a:moveTo>
                    <a:cubicBezTo>
                      <a:pt x="32" y="36"/>
                      <a:pt x="32" y="36"/>
                      <a:pt x="32" y="36"/>
                    </a:cubicBezTo>
                    <a:cubicBezTo>
                      <a:pt x="34" y="36"/>
                      <a:pt x="36" y="34"/>
                      <a:pt x="36" y="32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2"/>
                      <a:pt x="34" y="0"/>
                      <a:pt x="3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4"/>
                      <a:pt x="2" y="36"/>
                      <a:pt x="4" y="36"/>
                    </a:cubicBezTo>
                    <a:close/>
                    <a:moveTo>
                      <a:pt x="8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8" y="28"/>
                      <a:pt x="8" y="28"/>
                      <a:pt x="8" y="28"/>
                    </a:cubicBezTo>
                    <a:lnTo>
                      <a:pt x="8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4977504-07EF-42A8-81B8-A1A6CF173C1E}"/>
              </a:ext>
            </a:extLst>
          </p:cNvPr>
          <p:cNvGrpSpPr>
            <a:grpSpLocks noChangeAspect="1"/>
          </p:cNvGrpSpPr>
          <p:nvPr/>
        </p:nvGrpSpPr>
        <p:grpSpPr>
          <a:xfrm>
            <a:off x="3532972" y="1935208"/>
            <a:ext cx="895521" cy="900000"/>
            <a:chOff x="3431818" y="1843783"/>
            <a:chExt cx="1074625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1" name="Oval 462">
              <a:extLst>
                <a:ext uri="{FF2B5EF4-FFF2-40B4-BE49-F238E27FC236}">
                  <a16:creationId xmlns:a16="http://schemas.microsoft.com/office/drawing/2014/main" id="{2EE72673-E5B5-4B83-938C-4DB1BA7AC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1818" y="1843783"/>
              <a:ext cx="1074625" cy="108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3CB5B666-AE59-40D9-B3A3-041A7B63CEAE}"/>
                </a:ext>
              </a:extLst>
            </p:cNvPr>
            <p:cNvGrpSpPr/>
            <p:nvPr/>
          </p:nvGrpSpPr>
          <p:grpSpPr>
            <a:xfrm>
              <a:off x="3507043" y="2010348"/>
              <a:ext cx="886565" cy="779105"/>
              <a:chOff x="3937444" y="4152323"/>
              <a:chExt cx="886565" cy="779105"/>
            </a:xfrm>
          </p:grpSpPr>
          <p:sp>
            <p:nvSpPr>
              <p:cNvPr id="57" name="Freeform 509">
                <a:extLst>
                  <a:ext uri="{FF2B5EF4-FFF2-40B4-BE49-F238E27FC236}">
                    <a16:creationId xmlns:a16="http://schemas.microsoft.com/office/drawing/2014/main" id="{351DB6B7-370A-4E3E-9F70-73D23F1A1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0579" y="4152323"/>
                <a:ext cx="553430" cy="779105"/>
              </a:xfrm>
              <a:custGeom>
                <a:avLst/>
                <a:gdLst>
                  <a:gd name="T0" fmla="*/ 29 w 95"/>
                  <a:gd name="T1" fmla="*/ 0 h 133"/>
                  <a:gd name="T2" fmla="*/ 0 w 95"/>
                  <a:gd name="T3" fmla="*/ 7 h 133"/>
                  <a:gd name="T4" fmla="*/ 0 w 95"/>
                  <a:gd name="T5" fmla="*/ 9 h 133"/>
                  <a:gd name="T6" fmla="*/ 1 w 95"/>
                  <a:gd name="T7" fmla="*/ 10 h 133"/>
                  <a:gd name="T8" fmla="*/ 29 w 95"/>
                  <a:gd name="T9" fmla="*/ 4 h 133"/>
                  <a:gd name="T10" fmla="*/ 91 w 95"/>
                  <a:gd name="T11" fmla="*/ 67 h 133"/>
                  <a:gd name="T12" fmla="*/ 29 w 95"/>
                  <a:gd name="T13" fmla="*/ 130 h 133"/>
                  <a:gd name="T14" fmla="*/ 13 w 95"/>
                  <a:gd name="T15" fmla="*/ 128 h 133"/>
                  <a:gd name="T16" fmla="*/ 9 w 95"/>
                  <a:gd name="T17" fmla="*/ 127 h 133"/>
                  <a:gd name="T18" fmla="*/ 12 w 95"/>
                  <a:gd name="T19" fmla="*/ 129 h 133"/>
                  <a:gd name="T20" fmla="*/ 15 w 95"/>
                  <a:gd name="T21" fmla="*/ 132 h 133"/>
                  <a:gd name="T22" fmla="*/ 18 w 95"/>
                  <a:gd name="T23" fmla="*/ 133 h 133"/>
                  <a:gd name="T24" fmla="*/ 29 w 95"/>
                  <a:gd name="T25" fmla="*/ 133 h 133"/>
                  <a:gd name="T26" fmla="*/ 95 w 95"/>
                  <a:gd name="T27" fmla="*/ 67 h 133"/>
                  <a:gd name="T28" fmla="*/ 29 w 95"/>
                  <a:gd name="T29" fmla="*/ 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5" h="133">
                    <a:moveTo>
                      <a:pt x="29" y="0"/>
                    </a:moveTo>
                    <a:cubicBezTo>
                      <a:pt x="18" y="0"/>
                      <a:pt x="9" y="3"/>
                      <a:pt x="0" y="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9" y="6"/>
                      <a:pt x="19" y="4"/>
                      <a:pt x="29" y="4"/>
                    </a:cubicBezTo>
                    <a:cubicBezTo>
                      <a:pt x="63" y="4"/>
                      <a:pt x="91" y="32"/>
                      <a:pt x="91" y="67"/>
                    </a:cubicBezTo>
                    <a:cubicBezTo>
                      <a:pt x="91" y="102"/>
                      <a:pt x="63" y="130"/>
                      <a:pt x="29" y="130"/>
                    </a:cubicBezTo>
                    <a:cubicBezTo>
                      <a:pt x="23" y="130"/>
                      <a:pt x="18" y="129"/>
                      <a:pt x="13" y="128"/>
                    </a:cubicBezTo>
                    <a:cubicBezTo>
                      <a:pt x="12" y="127"/>
                      <a:pt x="10" y="127"/>
                      <a:pt x="9" y="127"/>
                    </a:cubicBezTo>
                    <a:cubicBezTo>
                      <a:pt x="12" y="129"/>
                      <a:pt x="12" y="129"/>
                      <a:pt x="12" y="129"/>
                    </a:cubicBezTo>
                    <a:cubicBezTo>
                      <a:pt x="15" y="132"/>
                      <a:pt x="15" y="132"/>
                      <a:pt x="15" y="132"/>
                    </a:cubicBezTo>
                    <a:cubicBezTo>
                      <a:pt x="16" y="132"/>
                      <a:pt x="17" y="132"/>
                      <a:pt x="18" y="133"/>
                    </a:cubicBezTo>
                    <a:cubicBezTo>
                      <a:pt x="21" y="133"/>
                      <a:pt x="25" y="133"/>
                      <a:pt x="29" y="133"/>
                    </a:cubicBezTo>
                    <a:cubicBezTo>
                      <a:pt x="65" y="133"/>
                      <a:pt x="95" y="104"/>
                      <a:pt x="95" y="67"/>
                    </a:cubicBezTo>
                    <a:cubicBezTo>
                      <a:pt x="95" y="3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66" name="Freeform 510">
                <a:extLst>
                  <a:ext uri="{FF2B5EF4-FFF2-40B4-BE49-F238E27FC236}">
                    <a16:creationId xmlns:a16="http://schemas.microsoft.com/office/drawing/2014/main" id="{BB39C66F-64A6-48C8-9408-81C63BB3F5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84609" y="4227548"/>
                <a:ext cx="564180" cy="634030"/>
              </a:xfrm>
              <a:custGeom>
                <a:avLst/>
                <a:gdLst>
                  <a:gd name="T0" fmla="*/ 44 w 97"/>
                  <a:gd name="T1" fmla="*/ 0 h 108"/>
                  <a:gd name="T2" fmla="*/ 19 w 97"/>
                  <a:gd name="T3" fmla="*/ 6 h 108"/>
                  <a:gd name="T4" fmla="*/ 36 w 97"/>
                  <a:gd name="T5" fmla="*/ 53 h 108"/>
                  <a:gd name="T6" fmla="*/ 38 w 97"/>
                  <a:gd name="T7" fmla="*/ 61 h 108"/>
                  <a:gd name="T8" fmla="*/ 31 w 97"/>
                  <a:gd name="T9" fmla="*/ 58 h 108"/>
                  <a:gd name="T10" fmla="*/ 12 w 97"/>
                  <a:gd name="T11" fmla="*/ 49 h 108"/>
                  <a:gd name="T12" fmla="*/ 14 w 97"/>
                  <a:gd name="T13" fmla="*/ 98 h 108"/>
                  <a:gd name="T14" fmla="*/ 44 w 97"/>
                  <a:gd name="T15" fmla="*/ 108 h 108"/>
                  <a:gd name="T16" fmla="*/ 97 w 97"/>
                  <a:gd name="T17" fmla="*/ 54 h 108"/>
                  <a:gd name="T18" fmla="*/ 44 w 97"/>
                  <a:gd name="T19" fmla="*/ 0 h 108"/>
                  <a:gd name="T20" fmla="*/ 72 w 97"/>
                  <a:gd name="T21" fmla="*/ 58 h 108"/>
                  <a:gd name="T22" fmla="*/ 48 w 97"/>
                  <a:gd name="T23" fmla="*/ 58 h 108"/>
                  <a:gd name="T24" fmla="*/ 44 w 97"/>
                  <a:gd name="T25" fmla="*/ 60 h 108"/>
                  <a:gd name="T26" fmla="*/ 38 w 97"/>
                  <a:gd name="T27" fmla="*/ 54 h 108"/>
                  <a:gd name="T28" fmla="*/ 40 w 97"/>
                  <a:gd name="T29" fmla="*/ 49 h 108"/>
                  <a:gd name="T30" fmla="*/ 40 w 97"/>
                  <a:gd name="T31" fmla="*/ 9 h 108"/>
                  <a:gd name="T32" fmla="*/ 44 w 97"/>
                  <a:gd name="T33" fmla="*/ 5 h 108"/>
                  <a:gd name="T34" fmla="*/ 48 w 97"/>
                  <a:gd name="T35" fmla="*/ 9 h 108"/>
                  <a:gd name="T36" fmla="*/ 48 w 97"/>
                  <a:gd name="T37" fmla="*/ 49 h 108"/>
                  <a:gd name="T38" fmla="*/ 48 w 97"/>
                  <a:gd name="T39" fmla="*/ 50 h 108"/>
                  <a:gd name="T40" fmla="*/ 72 w 97"/>
                  <a:gd name="T41" fmla="*/ 50 h 108"/>
                  <a:gd name="T42" fmla="*/ 76 w 97"/>
                  <a:gd name="T43" fmla="*/ 54 h 108"/>
                  <a:gd name="T44" fmla="*/ 72 w 97"/>
                  <a:gd name="T45" fmla="*/ 5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7" h="108">
                    <a:moveTo>
                      <a:pt x="44" y="0"/>
                    </a:moveTo>
                    <a:cubicBezTo>
                      <a:pt x="35" y="0"/>
                      <a:pt x="27" y="2"/>
                      <a:pt x="19" y="6"/>
                    </a:cubicBezTo>
                    <a:cubicBezTo>
                      <a:pt x="36" y="53"/>
                      <a:pt x="36" y="53"/>
                      <a:pt x="36" y="53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1" y="58"/>
                      <a:pt x="31" y="58"/>
                      <a:pt x="31" y="58"/>
                    </a:cubicBezTo>
                    <a:cubicBezTo>
                      <a:pt x="12" y="49"/>
                      <a:pt x="12" y="49"/>
                      <a:pt x="12" y="49"/>
                    </a:cubicBezTo>
                    <a:cubicBezTo>
                      <a:pt x="8" y="57"/>
                      <a:pt x="0" y="77"/>
                      <a:pt x="14" y="98"/>
                    </a:cubicBezTo>
                    <a:cubicBezTo>
                      <a:pt x="22" y="104"/>
                      <a:pt x="33" y="108"/>
                      <a:pt x="44" y="108"/>
                    </a:cubicBezTo>
                    <a:cubicBezTo>
                      <a:pt x="73" y="108"/>
                      <a:pt x="97" y="84"/>
                      <a:pt x="97" y="54"/>
                    </a:cubicBezTo>
                    <a:cubicBezTo>
                      <a:pt x="97" y="24"/>
                      <a:pt x="73" y="0"/>
                      <a:pt x="44" y="0"/>
                    </a:cubicBezTo>
                    <a:close/>
                    <a:moveTo>
                      <a:pt x="72" y="58"/>
                    </a:moveTo>
                    <a:cubicBezTo>
                      <a:pt x="48" y="58"/>
                      <a:pt x="48" y="58"/>
                      <a:pt x="48" y="58"/>
                    </a:cubicBezTo>
                    <a:cubicBezTo>
                      <a:pt x="47" y="59"/>
                      <a:pt x="46" y="60"/>
                      <a:pt x="44" y="60"/>
                    </a:cubicBezTo>
                    <a:cubicBezTo>
                      <a:pt x="40" y="60"/>
                      <a:pt x="38" y="57"/>
                      <a:pt x="38" y="54"/>
                    </a:cubicBezTo>
                    <a:cubicBezTo>
                      <a:pt x="38" y="52"/>
                      <a:pt x="39" y="50"/>
                      <a:pt x="40" y="4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6"/>
                      <a:pt x="42" y="5"/>
                      <a:pt x="44" y="5"/>
                    </a:cubicBezTo>
                    <a:cubicBezTo>
                      <a:pt x="46" y="5"/>
                      <a:pt x="48" y="6"/>
                      <a:pt x="48" y="9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4" y="50"/>
                      <a:pt x="76" y="52"/>
                      <a:pt x="76" y="54"/>
                    </a:cubicBezTo>
                    <a:cubicBezTo>
                      <a:pt x="76" y="56"/>
                      <a:pt x="74" y="58"/>
                      <a:pt x="72" y="5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69" name="Freeform 511">
                <a:extLst>
                  <a:ext uri="{FF2B5EF4-FFF2-40B4-BE49-F238E27FC236}">
                    <a16:creationId xmlns:a16="http://schemas.microsoft.com/office/drawing/2014/main" id="{1A0A131A-7F3D-4C0A-B015-D56B08A98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7444" y="4222178"/>
                <a:ext cx="429850" cy="660895"/>
              </a:xfrm>
              <a:custGeom>
                <a:avLst/>
                <a:gdLst>
                  <a:gd name="T0" fmla="*/ 74 w 74"/>
                  <a:gd name="T1" fmla="*/ 55 h 113"/>
                  <a:gd name="T2" fmla="*/ 58 w 74"/>
                  <a:gd name="T3" fmla="*/ 9 h 113"/>
                  <a:gd name="T4" fmla="*/ 55 w 74"/>
                  <a:gd name="T5" fmla="*/ 0 h 113"/>
                  <a:gd name="T6" fmla="*/ 55 w 74"/>
                  <a:gd name="T7" fmla="*/ 0 h 113"/>
                  <a:gd name="T8" fmla="*/ 46 w 74"/>
                  <a:gd name="T9" fmla="*/ 4 h 113"/>
                  <a:gd name="T10" fmla="*/ 40 w 74"/>
                  <a:gd name="T11" fmla="*/ 7 h 113"/>
                  <a:gd name="T12" fmla="*/ 0 w 74"/>
                  <a:gd name="T13" fmla="*/ 25 h 113"/>
                  <a:gd name="T14" fmla="*/ 22 w 74"/>
                  <a:gd name="T15" fmla="*/ 33 h 113"/>
                  <a:gd name="T16" fmla="*/ 19 w 74"/>
                  <a:gd name="T17" fmla="*/ 52 h 113"/>
                  <a:gd name="T18" fmla="*/ 23 w 74"/>
                  <a:gd name="T19" fmla="*/ 70 h 113"/>
                  <a:gd name="T20" fmla="*/ 30 w 74"/>
                  <a:gd name="T21" fmla="*/ 84 h 113"/>
                  <a:gd name="T22" fmla="*/ 62 w 74"/>
                  <a:gd name="T23" fmla="*/ 113 h 113"/>
                  <a:gd name="T24" fmla="*/ 48 w 74"/>
                  <a:gd name="T25" fmla="*/ 93 h 113"/>
                  <a:gd name="T26" fmla="*/ 52 w 74"/>
                  <a:gd name="T27" fmla="*/ 46 h 113"/>
                  <a:gd name="T28" fmla="*/ 74 w 74"/>
                  <a:gd name="T29" fmla="*/ 55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4" h="113">
                    <a:moveTo>
                      <a:pt x="74" y="55"/>
                    </a:moveTo>
                    <a:cubicBezTo>
                      <a:pt x="58" y="9"/>
                      <a:pt x="58" y="9"/>
                      <a:pt x="58" y="9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2" y="33"/>
                      <a:pt x="22" y="33"/>
                      <a:pt x="22" y="33"/>
                    </a:cubicBezTo>
                    <a:cubicBezTo>
                      <a:pt x="20" y="40"/>
                      <a:pt x="19" y="46"/>
                      <a:pt x="19" y="52"/>
                    </a:cubicBezTo>
                    <a:cubicBezTo>
                      <a:pt x="19" y="59"/>
                      <a:pt x="21" y="65"/>
                      <a:pt x="23" y="70"/>
                    </a:cubicBezTo>
                    <a:cubicBezTo>
                      <a:pt x="25" y="75"/>
                      <a:pt x="27" y="80"/>
                      <a:pt x="30" y="84"/>
                    </a:cubicBezTo>
                    <a:cubicBezTo>
                      <a:pt x="43" y="103"/>
                      <a:pt x="62" y="113"/>
                      <a:pt x="62" y="113"/>
                    </a:cubicBezTo>
                    <a:cubicBezTo>
                      <a:pt x="55" y="106"/>
                      <a:pt x="51" y="100"/>
                      <a:pt x="48" y="93"/>
                    </a:cubicBezTo>
                    <a:cubicBezTo>
                      <a:pt x="37" y="68"/>
                      <a:pt x="52" y="46"/>
                      <a:pt x="52" y="46"/>
                    </a:cubicBezTo>
                    <a:lnTo>
                      <a:pt x="74" y="5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70" name="Rectangle 512">
                <a:extLst>
                  <a:ext uri="{FF2B5EF4-FFF2-40B4-BE49-F238E27FC236}">
                    <a16:creationId xmlns:a16="http://schemas.microsoft.com/office/drawing/2014/main" id="{0F04869D-D469-420C-ABE6-34FBEEB8B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1174" y="4926053"/>
                <a:ext cx="5375" cy="5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2F109F92-D61A-4678-A8D0-05CB332F56B6}"/>
              </a:ext>
            </a:extLst>
          </p:cNvPr>
          <p:cNvGrpSpPr>
            <a:grpSpLocks noChangeAspect="1"/>
          </p:cNvGrpSpPr>
          <p:nvPr/>
        </p:nvGrpSpPr>
        <p:grpSpPr>
          <a:xfrm>
            <a:off x="5657155" y="1935208"/>
            <a:ext cx="900000" cy="900000"/>
            <a:chOff x="5561787" y="1870695"/>
            <a:chExt cx="108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3121B219-482B-4132-A7B2-DC877B825250}"/>
                </a:ext>
              </a:extLst>
            </p:cNvPr>
            <p:cNvSpPr/>
            <p:nvPr/>
          </p:nvSpPr>
          <p:spPr>
            <a:xfrm>
              <a:off x="5561787" y="1870695"/>
              <a:ext cx="1080000" cy="108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F40BD7BF-9ABB-4CFB-9681-9C235F68EFC8}"/>
                </a:ext>
              </a:extLst>
            </p:cNvPr>
            <p:cNvGrpSpPr/>
            <p:nvPr/>
          </p:nvGrpSpPr>
          <p:grpSpPr>
            <a:xfrm>
              <a:off x="5757165" y="2074243"/>
              <a:ext cx="692560" cy="692561"/>
              <a:chOff x="4446032" y="4426318"/>
              <a:chExt cx="819291" cy="819292"/>
            </a:xfrm>
          </p:grpSpPr>
          <p:sp>
            <p:nvSpPr>
              <p:cNvPr id="74" name="Freeform 5">
                <a:extLst>
                  <a:ext uri="{FF2B5EF4-FFF2-40B4-BE49-F238E27FC236}">
                    <a16:creationId xmlns:a16="http://schemas.microsoft.com/office/drawing/2014/main" id="{358DCDB5-5CC6-4BFE-A38C-47EDE2FD1C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6032" y="4999648"/>
                <a:ext cx="219214" cy="99432"/>
              </a:xfrm>
              <a:custGeom>
                <a:avLst/>
                <a:gdLst>
                  <a:gd name="T0" fmla="*/ 708 w 713"/>
                  <a:gd name="T1" fmla="*/ 45 h 323"/>
                  <a:gd name="T2" fmla="*/ 711 w 713"/>
                  <a:gd name="T3" fmla="*/ 12 h 323"/>
                  <a:gd name="T4" fmla="*/ 697 w 713"/>
                  <a:gd name="T5" fmla="*/ 1 h 323"/>
                  <a:gd name="T6" fmla="*/ 11 w 713"/>
                  <a:gd name="T7" fmla="*/ 270 h 323"/>
                  <a:gd name="T8" fmla="*/ 11 w 713"/>
                  <a:gd name="T9" fmla="*/ 312 h 323"/>
                  <a:gd name="T10" fmla="*/ 53 w 713"/>
                  <a:gd name="T11" fmla="*/ 312 h 323"/>
                  <a:gd name="T12" fmla="*/ 693 w 713"/>
                  <a:gd name="T13" fmla="*/ 61 h 323"/>
                  <a:gd name="T14" fmla="*/ 708 w 713"/>
                  <a:gd name="T15" fmla="*/ 45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3" h="323">
                    <a:moveTo>
                      <a:pt x="708" y="45"/>
                    </a:moveTo>
                    <a:cubicBezTo>
                      <a:pt x="709" y="34"/>
                      <a:pt x="710" y="23"/>
                      <a:pt x="711" y="12"/>
                    </a:cubicBezTo>
                    <a:cubicBezTo>
                      <a:pt x="713" y="0"/>
                      <a:pt x="703" y="0"/>
                      <a:pt x="697" y="1"/>
                    </a:cubicBezTo>
                    <a:cubicBezTo>
                      <a:pt x="448" y="29"/>
                      <a:pt x="202" y="80"/>
                      <a:pt x="11" y="270"/>
                    </a:cubicBezTo>
                    <a:cubicBezTo>
                      <a:pt x="0" y="281"/>
                      <a:pt x="0" y="300"/>
                      <a:pt x="11" y="312"/>
                    </a:cubicBezTo>
                    <a:cubicBezTo>
                      <a:pt x="23" y="323"/>
                      <a:pt x="42" y="323"/>
                      <a:pt x="53" y="312"/>
                    </a:cubicBezTo>
                    <a:cubicBezTo>
                      <a:pt x="216" y="148"/>
                      <a:pt x="438" y="92"/>
                      <a:pt x="693" y="61"/>
                    </a:cubicBezTo>
                    <a:cubicBezTo>
                      <a:pt x="704" y="60"/>
                      <a:pt x="707" y="53"/>
                      <a:pt x="708" y="45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75" name="Freeform 6">
                <a:extLst>
                  <a:ext uri="{FF2B5EF4-FFF2-40B4-BE49-F238E27FC236}">
                    <a16:creationId xmlns:a16="http://schemas.microsoft.com/office/drawing/2014/main" id="{64BE5C30-D21C-4077-B496-0A03B7B5AE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997" y="4426318"/>
                <a:ext cx="401796" cy="586122"/>
              </a:xfrm>
              <a:custGeom>
                <a:avLst/>
                <a:gdLst>
                  <a:gd name="T0" fmla="*/ 1294 w 1306"/>
                  <a:gd name="T1" fmla="*/ 11 h 1904"/>
                  <a:gd name="T2" fmla="*/ 1252 w 1306"/>
                  <a:gd name="T3" fmla="*/ 11 h 1904"/>
                  <a:gd name="T4" fmla="*/ 968 w 1306"/>
                  <a:gd name="T5" fmla="*/ 841 h 1904"/>
                  <a:gd name="T6" fmla="*/ 728 w 1306"/>
                  <a:gd name="T7" fmla="*/ 1607 h 1904"/>
                  <a:gd name="T8" fmla="*/ 6 w 1306"/>
                  <a:gd name="T9" fmla="*/ 1843 h 1904"/>
                  <a:gd name="T10" fmla="*/ 0 w 1306"/>
                  <a:gd name="T11" fmla="*/ 1904 h 1904"/>
                  <a:gd name="T12" fmla="*/ 10 w 1306"/>
                  <a:gd name="T13" fmla="*/ 1903 h 1904"/>
                  <a:gd name="T14" fmla="*/ 770 w 1306"/>
                  <a:gd name="T15" fmla="*/ 1650 h 1904"/>
                  <a:gd name="T16" fmla="*/ 1023 w 1306"/>
                  <a:gd name="T17" fmla="*/ 890 h 1904"/>
                  <a:gd name="T18" fmla="*/ 1027 w 1306"/>
                  <a:gd name="T19" fmla="*/ 847 h 1904"/>
                  <a:gd name="T20" fmla="*/ 1294 w 1306"/>
                  <a:gd name="T21" fmla="*/ 53 h 1904"/>
                  <a:gd name="T22" fmla="*/ 1294 w 1306"/>
                  <a:gd name="T23" fmla="*/ 11 h 19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06" h="1904">
                    <a:moveTo>
                      <a:pt x="1294" y="11"/>
                    </a:moveTo>
                    <a:cubicBezTo>
                      <a:pt x="1282" y="0"/>
                      <a:pt x="1264" y="0"/>
                      <a:pt x="1252" y="11"/>
                    </a:cubicBezTo>
                    <a:cubicBezTo>
                      <a:pt x="1027" y="238"/>
                      <a:pt x="997" y="543"/>
                      <a:pt x="968" y="841"/>
                    </a:cubicBezTo>
                    <a:cubicBezTo>
                      <a:pt x="942" y="1127"/>
                      <a:pt x="914" y="1424"/>
                      <a:pt x="728" y="1607"/>
                    </a:cubicBezTo>
                    <a:cubicBezTo>
                      <a:pt x="554" y="1784"/>
                      <a:pt x="279" y="1818"/>
                      <a:pt x="6" y="1843"/>
                    </a:cubicBezTo>
                    <a:cubicBezTo>
                      <a:pt x="4" y="1863"/>
                      <a:pt x="2" y="1883"/>
                      <a:pt x="0" y="1904"/>
                    </a:cubicBezTo>
                    <a:cubicBezTo>
                      <a:pt x="10" y="1903"/>
                      <a:pt x="10" y="1903"/>
                      <a:pt x="10" y="1903"/>
                    </a:cubicBezTo>
                    <a:cubicBezTo>
                      <a:pt x="285" y="1876"/>
                      <a:pt x="569" y="1848"/>
                      <a:pt x="770" y="1650"/>
                    </a:cubicBezTo>
                    <a:cubicBezTo>
                      <a:pt x="968" y="1449"/>
                      <a:pt x="996" y="1165"/>
                      <a:pt x="1023" y="890"/>
                    </a:cubicBezTo>
                    <a:cubicBezTo>
                      <a:pt x="1027" y="847"/>
                      <a:pt x="1027" y="847"/>
                      <a:pt x="1027" y="847"/>
                    </a:cubicBezTo>
                    <a:cubicBezTo>
                      <a:pt x="1057" y="528"/>
                      <a:pt x="1097" y="248"/>
                      <a:pt x="1294" y="53"/>
                    </a:cubicBezTo>
                    <a:cubicBezTo>
                      <a:pt x="1306" y="42"/>
                      <a:pt x="1306" y="23"/>
                      <a:pt x="1294" y="11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76" name="Freeform 7">
                <a:extLst>
                  <a:ext uri="{FF2B5EF4-FFF2-40B4-BE49-F238E27FC236}">
                    <a16:creationId xmlns:a16="http://schemas.microsoft.com/office/drawing/2014/main" id="{8F83B8CB-10D0-431D-B374-997C34F60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2562" y="4658325"/>
                <a:ext cx="412844" cy="587285"/>
              </a:xfrm>
              <a:custGeom>
                <a:avLst/>
                <a:gdLst>
                  <a:gd name="T0" fmla="*/ 257 w 1342"/>
                  <a:gd name="T1" fmla="*/ 1260 h 1909"/>
                  <a:gd name="T2" fmla="*/ 12 w 1342"/>
                  <a:gd name="T3" fmla="*/ 1855 h 1909"/>
                  <a:gd name="T4" fmla="*/ 12 w 1342"/>
                  <a:gd name="T5" fmla="*/ 1897 h 1909"/>
                  <a:gd name="T6" fmla="*/ 54 w 1342"/>
                  <a:gd name="T7" fmla="*/ 1897 h 1909"/>
                  <a:gd name="T8" fmla="*/ 318 w 1342"/>
                  <a:gd name="T9" fmla="*/ 1253 h 1909"/>
                  <a:gd name="T10" fmla="*/ 339 w 1342"/>
                  <a:gd name="T11" fmla="*/ 1059 h 1909"/>
                  <a:gd name="T12" fmla="*/ 578 w 1342"/>
                  <a:gd name="T13" fmla="*/ 301 h 1909"/>
                  <a:gd name="T14" fmla="*/ 1327 w 1342"/>
                  <a:gd name="T15" fmla="*/ 62 h 1909"/>
                  <a:gd name="T16" fmla="*/ 1338 w 1342"/>
                  <a:gd name="T17" fmla="*/ 50 h 1909"/>
                  <a:gd name="T18" fmla="*/ 1342 w 1342"/>
                  <a:gd name="T19" fmla="*/ 12 h 1909"/>
                  <a:gd name="T20" fmla="*/ 1333 w 1342"/>
                  <a:gd name="T21" fmla="*/ 2 h 1909"/>
                  <a:gd name="T22" fmla="*/ 1295 w 1342"/>
                  <a:gd name="T23" fmla="*/ 6 h 1909"/>
                  <a:gd name="T24" fmla="*/ 536 w 1342"/>
                  <a:gd name="T25" fmla="*/ 259 h 1909"/>
                  <a:gd name="T26" fmla="*/ 283 w 1342"/>
                  <a:gd name="T27" fmla="*/ 1018 h 1909"/>
                  <a:gd name="T28" fmla="*/ 257 w 1342"/>
                  <a:gd name="T29" fmla="*/ 1260 h 1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42" h="1909">
                    <a:moveTo>
                      <a:pt x="257" y="1260"/>
                    </a:moveTo>
                    <a:cubicBezTo>
                      <a:pt x="224" y="1496"/>
                      <a:pt x="166" y="1702"/>
                      <a:pt x="12" y="1855"/>
                    </a:cubicBezTo>
                    <a:cubicBezTo>
                      <a:pt x="0" y="1867"/>
                      <a:pt x="0" y="1886"/>
                      <a:pt x="12" y="1897"/>
                    </a:cubicBezTo>
                    <a:cubicBezTo>
                      <a:pt x="24" y="1909"/>
                      <a:pt x="42" y="1909"/>
                      <a:pt x="54" y="1897"/>
                    </a:cubicBezTo>
                    <a:cubicBezTo>
                      <a:pt x="232" y="1718"/>
                      <a:pt x="288" y="1489"/>
                      <a:pt x="318" y="1253"/>
                    </a:cubicBezTo>
                    <a:cubicBezTo>
                      <a:pt x="339" y="1059"/>
                      <a:pt x="339" y="1059"/>
                      <a:pt x="339" y="1059"/>
                    </a:cubicBezTo>
                    <a:cubicBezTo>
                      <a:pt x="365" y="775"/>
                      <a:pt x="394" y="483"/>
                      <a:pt x="578" y="301"/>
                    </a:cubicBezTo>
                    <a:cubicBezTo>
                      <a:pt x="758" y="119"/>
                      <a:pt x="1045" y="88"/>
                      <a:pt x="1327" y="62"/>
                    </a:cubicBezTo>
                    <a:cubicBezTo>
                      <a:pt x="1330" y="62"/>
                      <a:pt x="1337" y="54"/>
                      <a:pt x="1338" y="50"/>
                    </a:cubicBezTo>
                    <a:cubicBezTo>
                      <a:pt x="1339" y="38"/>
                      <a:pt x="1340" y="25"/>
                      <a:pt x="1342" y="12"/>
                    </a:cubicBezTo>
                    <a:cubicBezTo>
                      <a:pt x="1342" y="4"/>
                      <a:pt x="1338" y="0"/>
                      <a:pt x="1333" y="2"/>
                    </a:cubicBezTo>
                    <a:cubicBezTo>
                      <a:pt x="1295" y="6"/>
                      <a:pt x="1295" y="6"/>
                      <a:pt x="1295" y="6"/>
                    </a:cubicBezTo>
                    <a:cubicBezTo>
                      <a:pt x="1021" y="33"/>
                      <a:pt x="737" y="60"/>
                      <a:pt x="536" y="259"/>
                    </a:cubicBezTo>
                    <a:cubicBezTo>
                      <a:pt x="338" y="460"/>
                      <a:pt x="310" y="743"/>
                      <a:pt x="283" y="1018"/>
                    </a:cubicBezTo>
                    <a:lnTo>
                      <a:pt x="257" y="1260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77" name="Freeform 8">
                <a:extLst>
                  <a:ext uri="{FF2B5EF4-FFF2-40B4-BE49-F238E27FC236}">
                    <a16:creationId xmlns:a16="http://schemas.microsoft.com/office/drawing/2014/main" id="{FECF40C7-0923-47CA-96DF-15EDA14877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1783" y="4717635"/>
                <a:ext cx="115712" cy="113968"/>
              </a:xfrm>
              <a:custGeom>
                <a:avLst/>
                <a:gdLst>
                  <a:gd name="T0" fmla="*/ 365 w 376"/>
                  <a:gd name="T1" fmla="*/ 356 h 371"/>
                  <a:gd name="T2" fmla="*/ 372 w 376"/>
                  <a:gd name="T3" fmla="*/ 331 h 371"/>
                  <a:gd name="T4" fmla="*/ 360 w 376"/>
                  <a:gd name="T5" fmla="*/ 294 h 371"/>
                  <a:gd name="T6" fmla="*/ 80 w 376"/>
                  <a:gd name="T7" fmla="*/ 14 h 371"/>
                  <a:gd name="T8" fmla="*/ 44 w 376"/>
                  <a:gd name="T9" fmla="*/ 3 h 371"/>
                  <a:gd name="T10" fmla="*/ 18 w 376"/>
                  <a:gd name="T11" fmla="*/ 11 h 371"/>
                  <a:gd name="T12" fmla="*/ 14 w 376"/>
                  <a:gd name="T13" fmla="*/ 36 h 371"/>
                  <a:gd name="T14" fmla="*/ 336 w 376"/>
                  <a:gd name="T15" fmla="*/ 358 h 371"/>
                  <a:gd name="T16" fmla="*/ 365 w 376"/>
                  <a:gd name="T17" fmla="*/ 356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6" h="371">
                    <a:moveTo>
                      <a:pt x="365" y="356"/>
                    </a:moveTo>
                    <a:cubicBezTo>
                      <a:pt x="367" y="348"/>
                      <a:pt x="370" y="339"/>
                      <a:pt x="372" y="331"/>
                    </a:cubicBezTo>
                    <a:cubicBezTo>
                      <a:pt x="376" y="318"/>
                      <a:pt x="375" y="309"/>
                      <a:pt x="360" y="294"/>
                    </a:cubicBezTo>
                    <a:cubicBezTo>
                      <a:pt x="298" y="232"/>
                      <a:pt x="93" y="27"/>
                      <a:pt x="80" y="14"/>
                    </a:cubicBezTo>
                    <a:cubicBezTo>
                      <a:pt x="65" y="0"/>
                      <a:pt x="51" y="1"/>
                      <a:pt x="44" y="3"/>
                    </a:cubicBezTo>
                    <a:cubicBezTo>
                      <a:pt x="35" y="6"/>
                      <a:pt x="26" y="8"/>
                      <a:pt x="18" y="11"/>
                    </a:cubicBezTo>
                    <a:cubicBezTo>
                      <a:pt x="11" y="14"/>
                      <a:pt x="0" y="23"/>
                      <a:pt x="14" y="36"/>
                    </a:cubicBezTo>
                    <a:cubicBezTo>
                      <a:pt x="26" y="48"/>
                      <a:pt x="263" y="285"/>
                      <a:pt x="336" y="358"/>
                    </a:cubicBezTo>
                    <a:cubicBezTo>
                      <a:pt x="349" y="371"/>
                      <a:pt x="362" y="364"/>
                      <a:pt x="365" y="356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78" name="Freeform 10">
                <a:extLst>
                  <a:ext uri="{FF2B5EF4-FFF2-40B4-BE49-F238E27FC236}">
                    <a16:creationId xmlns:a16="http://schemas.microsoft.com/office/drawing/2014/main" id="{6D8565B8-9128-421D-AE29-A55F0EAD59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6192" y="4758338"/>
                <a:ext cx="154089" cy="151764"/>
              </a:xfrm>
              <a:custGeom>
                <a:avLst/>
                <a:gdLst>
                  <a:gd name="T0" fmla="*/ 475 w 499"/>
                  <a:gd name="T1" fmla="*/ 479 h 493"/>
                  <a:gd name="T2" fmla="*/ 484 w 499"/>
                  <a:gd name="T3" fmla="*/ 469 h 493"/>
                  <a:gd name="T4" fmla="*/ 480 w 499"/>
                  <a:gd name="T5" fmla="*/ 435 h 493"/>
                  <a:gd name="T6" fmla="*/ 58 w 499"/>
                  <a:gd name="T7" fmla="*/ 12 h 493"/>
                  <a:gd name="T8" fmla="*/ 33 w 499"/>
                  <a:gd name="T9" fmla="*/ 5 h 493"/>
                  <a:gd name="T10" fmla="*/ 9 w 499"/>
                  <a:gd name="T11" fmla="*/ 28 h 493"/>
                  <a:gd name="T12" fmla="*/ 13 w 499"/>
                  <a:gd name="T13" fmla="*/ 55 h 493"/>
                  <a:gd name="T14" fmla="*/ 438 w 499"/>
                  <a:gd name="T15" fmla="*/ 480 h 493"/>
                  <a:gd name="T16" fmla="*/ 475 w 499"/>
                  <a:gd name="T17" fmla="*/ 479 h 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9" h="493">
                    <a:moveTo>
                      <a:pt x="475" y="479"/>
                    </a:moveTo>
                    <a:cubicBezTo>
                      <a:pt x="478" y="476"/>
                      <a:pt x="481" y="472"/>
                      <a:pt x="484" y="469"/>
                    </a:cubicBezTo>
                    <a:cubicBezTo>
                      <a:pt x="499" y="452"/>
                      <a:pt x="490" y="445"/>
                      <a:pt x="480" y="435"/>
                    </a:cubicBezTo>
                    <a:cubicBezTo>
                      <a:pt x="480" y="435"/>
                      <a:pt x="71" y="24"/>
                      <a:pt x="58" y="12"/>
                    </a:cubicBezTo>
                    <a:cubicBezTo>
                      <a:pt x="45" y="0"/>
                      <a:pt x="36" y="2"/>
                      <a:pt x="33" y="5"/>
                    </a:cubicBezTo>
                    <a:cubicBezTo>
                      <a:pt x="25" y="13"/>
                      <a:pt x="17" y="20"/>
                      <a:pt x="9" y="28"/>
                    </a:cubicBezTo>
                    <a:cubicBezTo>
                      <a:pt x="5" y="32"/>
                      <a:pt x="0" y="41"/>
                      <a:pt x="13" y="55"/>
                    </a:cubicBezTo>
                    <a:cubicBezTo>
                      <a:pt x="26" y="69"/>
                      <a:pt x="438" y="480"/>
                      <a:pt x="438" y="480"/>
                    </a:cubicBezTo>
                    <a:cubicBezTo>
                      <a:pt x="446" y="488"/>
                      <a:pt x="462" y="493"/>
                      <a:pt x="475" y="479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0912518C-0FF8-4774-ADF4-146193941F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3163" y="4831021"/>
                <a:ext cx="123272" cy="121528"/>
              </a:xfrm>
              <a:custGeom>
                <a:avLst/>
                <a:gdLst>
                  <a:gd name="T0" fmla="*/ 355 w 401"/>
                  <a:gd name="T1" fmla="*/ 393 h 395"/>
                  <a:gd name="T2" fmla="*/ 383 w 401"/>
                  <a:gd name="T3" fmla="*/ 383 h 395"/>
                  <a:gd name="T4" fmla="*/ 384 w 401"/>
                  <a:gd name="T5" fmla="*/ 356 h 395"/>
                  <a:gd name="T6" fmla="*/ 40 w 401"/>
                  <a:gd name="T7" fmla="*/ 12 h 395"/>
                  <a:gd name="T8" fmla="*/ 13 w 401"/>
                  <a:gd name="T9" fmla="*/ 12 h 395"/>
                  <a:gd name="T10" fmla="*/ 2 w 401"/>
                  <a:gd name="T11" fmla="*/ 40 h 395"/>
                  <a:gd name="T12" fmla="*/ 11 w 401"/>
                  <a:gd name="T13" fmla="*/ 71 h 395"/>
                  <a:gd name="T14" fmla="*/ 318 w 401"/>
                  <a:gd name="T15" fmla="*/ 378 h 395"/>
                  <a:gd name="T16" fmla="*/ 355 w 401"/>
                  <a:gd name="T17" fmla="*/ 393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1" h="395">
                    <a:moveTo>
                      <a:pt x="355" y="393"/>
                    </a:moveTo>
                    <a:cubicBezTo>
                      <a:pt x="365" y="390"/>
                      <a:pt x="374" y="387"/>
                      <a:pt x="383" y="383"/>
                    </a:cubicBezTo>
                    <a:cubicBezTo>
                      <a:pt x="390" y="381"/>
                      <a:pt x="401" y="373"/>
                      <a:pt x="384" y="356"/>
                    </a:cubicBezTo>
                    <a:cubicBezTo>
                      <a:pt x="367" y="339"/>
                      <a:pt x="40" y="12"/>
                      <a:pt x="40" y="12"/>
                    </a:cubicBezTo>
                    <a:cubicBezTo>
                      <a:pt x="31" y="3"/>
                      <a:pt x="17" y="0"/>
                      <a:pt x="13" y="12"/>
                    </a:cubicBezTo>
                    <a:cubicBezTo>
                      <a:pt x="9" y="21"/>
                      <a:pt x="6" y="31"/>
                      <a:pt x="2" y="40"/>
                    </a:cubicBezTo>
                    <a:cubicBezTo>
                      <a:pt x="1" y="46"/>
                      <a:pt x="0" y="59"/>
                      <a:pt x="11" y="71"/>
                    </a:cubicBezTo>
                    <a:cubicBezTo>
                      <a:pt x="20" y="82"/>
                      <a:pt x="248" y="309"/>
                      <a:pt x="318" y="378"/>
                    </a:cubicBezTo>
                    <a:cubicBezTo>
                      <a:pt x="331" y="391"/>
                      <a:pt x="349" y="395"/>
                      <a:pt x="355" y="393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D1F46F00-082D-4108-8DE2-3AAE0BF8F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0071" y="4475743"/>
                <a:ext cx="109898" cy="109316"/>
              </a:xfrm>
              <a:custGeom>
                <a:avLst/>
                <a:gdLst>
                  <a:gd name="T0" fmla="*/ 356 w 356"/>
                  <a:gd name="T1" fmla="*/ 318 h 356"/>
                  <a:gd name="T2" fmla="*/ 38 w 356"/>
                  <a:gd name="T3" fmla="*/ 0 h 356"/>
                  <a:gd name="T4" fmla="*/ 0 w 356"/>
                  <a:gd name="T5" fmla="*/ 50 h 356"/>
                  <a:gd name="T6" fmla="*/ 306 w 356"/>
                  <a:gd name="T7" fmla="*/ 356 h 356"/>
                  <a:gd name="T8" fmla="*/ 356 w 356"/>
                  <a:gd name="T9" fmla="*/ 318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6" h="356">
                    <a:moveTo>
                      <a:pt x="356" y="318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24" y="16"/>
                      <a:pt x="12" y="33"/>
                      <a:pt x="0" y="50"/>
                    </a:cubicBezTo>
                    <a:cubicBezTo>
                      <a:pt x="306" y="356"/>
                      <a:pt x="306" y="356"/>
                      <a:pt x="306" y="356"/>
                    </a:cubicBezTo>
                    <a:cubicBezTo>
                      <a:pt x="323" y="345"/>
                      <a:pt x="340" y="332"/>
                      <a:pt x="356" y="318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0043BABF-0BD2-427A-8970-CD718C59F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2857" y="4554823"/>
                <a:ext cx="68032" cy="68032"/>
              </a:xfrm>
              <a:custGeom>
                <a:avLst/>
                <a:gdLst>
                  <a:gd name="T0" fmla="*/ 221 w 221"/>
                  <a:gd name="T1" fmla="*/ 201 h 221"/>
                  <a:gd name="T2" fmla="*/ 20 w 221"/>
                  <a:gd name="T3" fmla="*/ 0 h 221"/>
                  <a:gd name="T4" fmla="*/ 0 w 221"/>
                  <a:gd name="T5" fmla="*/ 68 h 221"/>
                  <a:gd name="T6" fmla="*/ 152 w 221"/>
                  <a:gd name="T7" fmla="*/ 221 h 221"/>
                  <a:gd name="T8" fmla="*/ 221 w 221"/>
                  <a:gd name="T9" fmla="*/ 20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1" h="221">
                    <a:moveTo>
                      <a:pt x="221" y="201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13" y="22"/>
                      <a:pt x="6" y="45"/>
                      <a:pt x="0" y="68"/>
                    </a:cubicBezTo>
                    <a:cubicBezTo>
                      <a:pt x="152" y="221"/>
                      <a:pt x="152" y="221"/>
                      <a:pt x="152" y="221"/>
                    </a:cubicBezTo>
                    <a:cubicBezTo>
                      <a:pt x="176" y="214"/>
                      <a:pt x="199" y="208"/>
                      <a:pt x="221" y="201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2BB4A3E0-2FE1-4FAF-9FB2-19F3DA9EA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7910" y="5051399"/>
                <a:ext cx="59891" cy="59892"/>
              </a:xfrm>
              <a:custGeom>
                <a:avLst/>
                <a:gdLst>
                  <a:gd name="T0" fmla="*/ 181 w 195"/>
                  <a:gd name="T1" fmla="*/ 175 h 195"/>
                  <a:gd name="T2" fmla="*/ 189 w 195"/>
                  <a:gd name="T3" fmla="*/ 145 h 195"/>
                  <a:gd name="T4" fmla="*/ 180 w 195"/>
                  <a:gd name="T5" fmla="*/ 113 h 195"/>
                  <a:gd name="T6" fmla="*/ 82 w 195"/>
                  <a:gd name="T7" fmla="*/ 15 h 195"/>
                  <a:gd name="T8" fmla="*/ 50 w 195"/>
                  <a:gd name="T9" fmla="*/ 2 h 195"/>
                  <a:gd name="T10" fmla="*/ 12 w 195"/>
                  <a:gd name="T11" fmla="*/ 12 h 195"/>
                  <a:gd name="T12" fmla="*/ 10 w 195"/>
                  <a:gd name="T13" fmla="*/ 31 h 195"/>
                  <a:gd name="T14" fmla="*/ 159 w 195"/>
                  <a:gd name="T15" fmla="*/ 180 h 195"/>
                  <a:gd name="T16" fmla="*/ 181 w 195"/>
                  <a:gd name="T17" fmla="*/ 17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5" h="195">
                    <a:moveTo>
                      <a:pt x="181" y="175"/>
                    </a:moveTo>
                    <a:cubicBezTo>
                      <a:pt x="184" y="165"/>
                      <a:pt x="187" y="155"/>
                      <a:pt x="189" y="145"/>
                    </a:cubicBezTo>
                    <a:cubicBezTo>
                      <a:pt x="191" y="139"/>
                      <a:pt x="195" y="129"/>
                      <a:pt x="180" y="113"/>
                    </a:cubicBezTo>
                    <a:cubicBezTo>
                      <a:pt x="170" y="102"/>
                      <a:pt x="111" y="44"/>
                      <a:pt x="82" y="15"/>
                    </a:cubicBezTo>
                    <a:cubicBezTo>
                      <a:pt x="70" y="3"/>
                      <a:pt x="61" y="0"/>
                      <a:pt x="50" y="2"/>
                    </a:cubicBezTo>
                    <a:cubicBezTo>
                      <a:pt x="37" y="5"/>
                      <a:pt x="24" y="9"/>
                      <a:pt x="12" y="12"/>
                    </a:cubicBezTo>
                    <a:cubicBezTo>
                      <a:pt x="0" y="16"/>
                      <a:pt x="2" y="23"/>
                      <a:pt x="10" y="31"/>
                    </a:cubicBezTo>
                    <a:cubicBezTo>
                      <a:pt x="48" y="68"/>
                      <a:pt x="148" y="167"/>
                      <a:pt x="159" y="180"/>
                    </a:cubicBezTo>
                    <a:cubicBezTo>
                      <a:pt x="172" y="195"/>
                      <a:pt x="179" y="182"/>
                      <a:pt x="181" y="175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8F930EC0-9C5E-4788-AB3A-B903BB5BF2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5923" y="5086868"/>
                <a:ext cx="105828" cy="105828"/>
              </a:xfrm>
              <a:custGeom>
                <a:avLst/>
                <a:gdLst>
                  <a:gd name="T0" fmla="*/ 324 w 344"/>
                  <a:gd name="T1" fmla="*/ 335 h 344"/>
                  <a:gd name="T2" fmla="*/ 339 w 344"/>
                  <a:gd name="T3" fmla="*/ 313 h 344"/>
                  <a:gd name="T4" fmla="*/ 335 w 344"/>
                  <a:gd name="T5" fmla="*/ 282 h 344"/>
                  <a:gd name="T6" fmla="*/ 65 w 344"/>
                  <a:gd name="T7" fmla="*/ 12 h 344"/>
                  <a:gd name="T8" fmla="*/ 36 w 344"/>
                  <a:gd name="T9" fmla="*/ 4 h 344"/>
                  <a:gd name="T10" fmla="*/ 12 w 344"/>
                  <a:gd name="T11" fmla="*/ 21 h 344"/>
                  <a:gd name="T12" fmla="*/ 11 w 344"/>
                  <a:gd name="T13" fmla="*/ 46 h 344"/>
                  <a:gd name="T14" fmla="*/ 300 w 344"/>
                  <a:gd name="T15" fmla="*/ 335 h 344"/>
                  <a:gd name="T16" fmla="*/ 324 w 344"/>
                  <a:gd name="T17" fmla="*/ 335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4" h="344">
                    <a:moveTo>
                      <a:pt x="324" y="335"/>
                    </a:moveTo>
                    <a:cubicBezTo>
                      <a:pt x="329" y="327"/>
                      <a:pt x="334" y="320"/>
                      <a:pt x="339" y="313"/>
                    </a:cubicBezTo>
                    <a:cubicBezTo>
                      <a:pt x="342" y="307"/>
                      <a:pt x="344" y="291"/>
                      <a:pt x="335" y="282"/>
                    </a:cubicBezTo>
                    <a:cubicBezTo>
                      <a:pt x="279" y="226"/>
                      <a:pt x="77" y="23"/>
                      <a:pt x="65" y="12"/>
                    </a:cubicBezTo>
                    <a:cubicBezTo>
                      <a:pt x="52" y="0"/>
                      <a:pt x="40" y="1"/>
                      <a:pt x="36" y="4"/>
                    </a:cubicBezTo>
                    <a:cubicBezTo>
                      <a:pt x="28" y="10"/>
                      <a:pt x="20" y="15"/>
                      <a:pt x="12" y="21"/>
                    </a:cubicBezTo>
                    <a:cubicBezTo>
                      <a:pt x="7" y="25"/>
                      <a:pt x="0" y="34"/>
                      <a:pt x="11" y="46"/>
                    </a:cubicBezTo>
                    <a:cubicBezTo>
                      <a:pt x="21" y="57"/>
                      <a:pt x="242" y="277"/>
                      <a:pt x="300" y="335"/>
                    </a:cubicBezTo>
                    <a:cubicBezTo>
                      <a:pt x="309" y="344"/>
                      <a:pt x="321" y="339"/>
                      <a:pt x="324" y="335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F60B6526-E660-4192-8365-701F5F0FD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553" y="4572849"/>
                <a:ext cx="201770" cy="97687"/>
              </a:xfrm>
              <a:custGeom>
                <a:avLst/>
                <a:gdLst>
                  <a:gd name="T0" fmla="*/ 644 w 655"/>
                  <a:gd name="T1" fmla="*/ 12 h 317"/>
                  <a:gd name="T2" fmla="*/ 602 w 655"/>
                  <a:gd name="T3" fmla="*/ 12 h 317"/>
                  <a:gd name="T4" fmla="*/ 34 w 655"/>
                  <a:gd name="T5" fmla="*/ 253 h 317"/>
                  <a:gd name="T6" fmla="*/ 4 w 655"/>
                  <a:gd name="T7" fmla="*/ 276 h 317"/>
                  <a:gd name="T8" fmla="*/ 2 w 655"/>
                  <a:gd name="T9" fmla="*/ 293 h 317"/>
                  <a:gd name="T10" fmla="*/ 27 w 655"/>
                  <a:gd name="T11" fmla="*/ 314 h 317"/>
                  <a:gd name="T12" fmla="*/ 644 w 655"/>
                  <a:gd name="T13" fmla="*/ 54 h 317"/>
                  <a:gd name="T14" fmla="*/ 644 w 655"/>
                  <a:gd name="T15" fmla="*/ 12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5" h="317">
                    <a:moveTo>
                      <a:pt x="644" y="12"/>
                    </a:moveTo>
                    <a:cubicBezTo>
                      <a:pt x="632" y="0"/>
                      <a:pt x="613" y="0"/>
                      <a:pt x="602" y="12"/>
                    </a:cubicBezTo>
                    <a:cubicBezTo>
                      <a:pt x="454" y="160"/>
                      <a:pt x="258" y="220"/>
                      <a:pt x="34" y="253"/>
                    </a:cubicBezTo>
                    <a:cubicBezTo>
                      <a:pt x="11" y="256"/>
                      <a:pt x="6" y="260"/>
                      <a:pt x="4" y="276"/>
                    </a:cubicBezTo>
                    <a:cubicBezTo>
                      <a:pt x="4" y="282"/>
                      <a:pt x="3" y="288"/>
                      <a:pt x="2" y="293"/>
                    </a:cubicBezTo>
                    <a:cubicBezTo>
                      <a:pt x="0" y="310"/>
                      <a:pt x="8" y="317"/>
                      <a:pt x="27" y="314"/>
                    </a:cubicBezTo>
                    <a:cubicBezTo>
                      <a:pt x="252" y="283"/>
                      <a:pt x="471" y="225"/>
                      <a:pt x="644" y="54"/>
                    </a:cubicBezTo>
                    <a:cubicBezTo>
                      <a:pt x="655" y="42"/>
                      <a:pt x="655" y="23"/>
                      <a:pt x="644" y="12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A4C29F04-4A24-450F-ADF1-994D5B9275DD}"/>
              </a:ext>
            </a:extLst>
          </p:cNvPr>
          <p:cNvGrpSpPr>
            <a:grpSpLocks noChangeAspect="1"/>
          </p:cNvGrpSpPr>
          <p:nvPr/>
        </p:nvGrpSpPr>
        <p:grpSpPr>
          <a:xfrm>
            <a:off x="9893254" y="1935208"/>
            <a:ext cx="900000" cy="900000"/>
            <a:chOff x="9802145" y="1861709"/>
            <a:chExt cx="108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6" name="Oval 2422">
              <a:extLst>
                <a:ext uri="{FF2B5EF4-FFF2-40B4-BE49-F238E27FC236}">
                  <a16:creationId xmlns:a16="http://schemas.microsoft.com/office/drawing/2014/main" id="{84E5F130-6925-4F5F-B371-FDAEF3897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2145" y="1861709"/>
              <a:ext cx="1080000" cy="108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A5E0EEC9-C980-4EDA-9B26-FF65458B8758}"/>
                </a:ext>
              </a:extLst>
            </p:cNvPr>
            <p:cNvGrpSpPr/>
            <p:nvPr/>
          </p:nvGrpSpPr>
          <p:grpSpPr>
            <a:xfrm>
              <a:off x="9839943" y="2104708"/>
              <a:ext cx="1009805" cy="648000"/>
              <a:chOff x="5600539" y="5707181"/>
              <a:chExt cx="1009805" cy="648000"/>
            </a:xfrm>
          </p:grpSpPr>
          <p:sp>
            <p:nvSpPr>
              <p:cNvPr id="88" name="Freeform 2472">
                <a:extLst>
                  <a:ext uri="{FF2B5EF4-FFF2-40B4-BE49-F238E27FC236}">
                    <a16:creationId xmlns:a16="http://schemas.microsoft.com/office/drawing/2014/main" id="{B9F59103-41EF-47AC-9643-E44972F9EF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00539" y="5712583"/>
                <a:ext cx="361801" cy="388800"/>
              </a:xfrm>
              <a:custGeom>
                <a:avLst/>
                <a:gdLst>
                  <a:gd name="T0" fmla="*/ 0 w 61"/>
                  <a:gd name="T1" fmla="*/ 50 h 66"/>
                  <a:gd name="T2" fmla="*/ 18 w 61"/>
                  <a:gd name="T3" fmla="*/ 66 h 66"/>
                  <a:gd name="T4" fmla="*/ 61 w 61"/>
                  <a:gd name="T5" fmla="*/ 16 h 66"/>
                  <a:gd name="T6" fmla="*/ 43 w 61"/>
                  <a:gd name="T7" fmla="*/ 0 h 66"/>
                  <a:gd name="T8" fmla="*/ 0 w 61"/>
                  <a:gd name="T9" fmla="*/ 50 h 66"/>
                  <a:gd name="T10" fmla="*/ 20 w 61"/>
                  <a:gd name="T11" fmla="*/ 53 h 66"/>
                  <a:gd name="T12" fmla="*/ 13 w 61"/>
                  <a:gd name="T13" fmla="*/ 52 h 66"/>
                  <a:gd name="T14" fmla="*/ 14 w 61"/>
                  <a:gd name="T15" fmla="*/ 45 h 66"/>
                  <a:gd name="T16" fmla="*/ 21 w 61"/>
                  <a:gd name="T17" fmla="*/ 46 h 66"/>
                  <a:gd name="T18" fmla="*/ 20 w 61"/>
                  <a:gd name="T19" fmla="*/ 5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" h="66">
                    <a:moveTo>
                      <a:pt x="0" y="50"/>
                    </a:moveTo>
                    <a:cubicBezTo>
                      <a:pt x="18" y="66"/>
                      <a:pt x="18" y="66"/>
                      <a:pt x="18" y="66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43" y="0"/>
                      <a:pt x="43" y="0"/>
                      <a:pt x="43" y="0"/>
                    </a:cubicBezTo>
                    <a:lnTo>
                      <a:pt x="0" y="50"/>
                    </a:lnTo>
                    <a:close/>
                    <a:moveTo>
                      <a:pt x="20" y="53"/>
                    </a:moveTo>
                    <a:cubicBezTo>
                      <a:pt x="18" y="55"/>
                      <a:pt x="15" y="55"/>
                      <a:pt x="13" y="52"/>
                    </a:cubicBezTo>
                    <a:cubicBezTo>
                      <a:pt x="11" y="50"/>
                      <a:pt x="12" y="47"/>
                      <a:pt x="14" y="45"/>
                    </a:cubicBezTo>
                    <a:cubicBezTo>
                      <a:pt x="16" y="44"/>
                      <a:pt x="19" y="44"/>
                      <a:pt x="21" y="46"/>
                    </a:cubicBezTo>
                    <a:cubicBezTo>
                      <a:pt x="23" y="48"/>
                      <a:pt x="22" y="52"/>
                      <a:pt x="20" y="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89" name="Freeform 2473">
                <a:extLst>
                  <a:ext uri="{FF2B5EF4-FFF2-40B4-BE49-F238E27FC236}">
                    <a16:creationId xmlns:a16="http://schemas.microsoft.com/office/drawing/2014/main" id="{E191FC5D-ACC5-4866-9962-576A26E39A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43142" y="5707181"/>
                <a:ext cx="367202" cy="388800"/>
              </a:xfrm>
              <a:custGeom>
                <a:avLst/>
                <a:gdLst>
                  <a:gd name="T0" fmla="*/ 0 w 62"/>
                  <a:gd name="T1" fmla="*/ 15 h 66"/>
                  <a:gd name="T2" fmla="*/ 44 w 62"/>
                  <a:gd name="T3" fmla="*/ 66 h 66"/>
                  <a:gd name="T4" fmla="*/ 62 w 62"/>
                  <a:gd name="T5" fmla="*/ 50 h 66"/>
                  <a:gd name="T6" fmla="*/ 18 w 62"/>
                  <a:gd name="T7" fmla="*/ 0 h 66"/>
                  <a:gd name="T8" fmla="*/ 0 w 62"/>
                  <a:gd name="T9" fmla="*/ 15 h 66"/>
                  <a:gd name="T10" fmla="*/ 41 w 62"/>
                  <a:gd name="T11" fmla="*/ 45 h 66"/>
                  <a:gd name="T12" fmla="*/ 48 w 62"/>
                  <a:gd name="T13" fmla="*/ 46 h 66"/>
                  <a:gd name="T14" fmla="*/ 47 w 62"/>
                  <a:gd name="T15" fmla="*/ 53 h 66"/>
                  <a:gd name="T16" fmla="*/ 40 w 62"/>
                  <a:gd name="T17" fmla="*/ 52 h 66"/>
                  <a:gd name="T18" fmla="*/ 41 w 62"/>
                  <a:gd name="T19" fmla="*/ 4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2" h="66">
                    <a:moveTo>
                      <a:pt x="0" y="15"/>
                    </a:moveTo>
                    <a:cubicBezTo>
                      <a:pt x="44" y="66"/>
                      <a:pt x="44" y="66"/>
                      <a:pt x="44" y="66"/>
                    </a:cubicBezTo>
                    <a:cubicBezTo>
                      <a:pt x="62" y="50"/>
                      <a:pt x="62" y="50"/>
                      <a:pt x="62" y="50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0" y="15"/>
                    </a:lnTo>
                    <a:close/>
                    <a:moveTo>
                      <a:pt x="41" y="45"/>
                    </a:moveTo>
                    <a:cubicBezTo>
                      <a:pt x="43" y="43"/>
                      <a:pt x="47" y="43"/>
                      <a:pt x="48" y="46"/>
                    </a:cubicBezTo>
                    <a:cubicBezTo>
                      <a:pt x="50" y="48"/>
                      <a:pt x="50" y="51"/>
                      <a:pt x="47" y="53"/>
                    </a:cubicBezTo>
                    <a:cubicBezTo>
                      <a:pt x="45" y="54"/>
                      <a:pt x="42" y="54"/>
                      <a:pt x="40" y="52"/>
                    </a:cubicBezTo>
                    <a:cubicBezTo>
                      <a:pt x="39" y="50"/>
                      <a:pt x="39" y="46"/>
                      <a:pt x="41" y="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90" name="Freeform 2474">
                <a:extLst>
                  <a:ext uri="{FF2B5EF4-FFF2-40B4-BE49-F238E27FC236}">
                    <a16:creationId xmlns:a16="http://schemas.microsoft.com/office/drawing/2014/main" id="{95661735-769B-4760-9145-F639960FC2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16539" y="5836781"/>
                <a:ext cx="599398" cy="518400"/>
              </a:xfrm>
              <a:custGeom>
                <a:avLst/>
                <a:gdLst>
                  <a:gd name="T0" fmla="*/ 71 w 102"/>
                  <a:gd name="T1" fmla="*/ 1 h 88"/>
                  <a:gd name="T2" fmla="*/ 65 w 102"/>
                  <a:gd name="T3" fmla="*/ 5 h 88"/>
                  <a:gd name="T4" fmla="*/ 63 w 102"/>
                  <a:gd name="T5" fmla="*/ 3 h 88"/>
                  <a:gd name="T6" fmla="*/ 52 w 102"/>
                  <a:gd name="T7" fmla="*/ 0 h 88"/>
                  <a:gd name="T8" fmla="*/ 34 w 102"/>
                  <a:gd name="T9" fmla="*/ 2 h 88"/>
                  <a:gd name="T10" fmla="*/ 29 w 102"/>
                  <a:gd name="T11" fmla="*/ 1 h 88"/>
                  <a:gd name="T12" fmla="*/ 0 w 102"/>
                  <a:gd name="T13" fmla="*/ 35 h 88"/>
                  <a:gd name="T14" fmla="*/ 9 w 102"/>
                  <a:gd name="T15" fmla="*/ 50 h 88"/>
                  <a:gd name="T16" fmla="*/ 16 w 102"/>
                  <a:gd name="T17" fmla="*/ 71 h 88"/>
                  <a:gd name="T18" fmla="*/ 37 w 102"/>
                  <a:gd name="T19" fmla="*/ 86 h 88"/>
                  <a:gd name="T20" fmla="*/ 42 w 102"/>
                  <a:gd name="T21" fmla="*/ 88 h 88"/>
                  <a:gd name="T22" fmla="*/ 48 w 102"/>
                  <a:gd name="T23" fmla="*/ 86 h 88"/>
                  <a:gd name="T24" fmla="*/ 49 w 102"/>
                  <a:gd name="T25" fmla="*/ 83 h 88"/>
                  <a:gd name="T26" fmla="*/ 62 w 102"/>
                  <a:gd name="T27" fmla="*/ 80 h 88"/>
                  <a:gd name="T28" fmla="*/ 82 w 102"/>
                  <a:gd name="T29" fmla="*/ 62 h 88"/>
                  <a:gd name="T30" fmla="*/ 82 w 102"/>
                  <a:gd name="T31" fmla="*/ 57 h 88"/>
                  <a:gd name="T32" fmla="*/ 102 w 102"/>
                  <a:gd name="T33" fmla="*/ 37 h 88"/>
                  <a:gd name="T34" fmla="*/ 71 w 102"/>
                  <a:gd name="T35" fmla="*/ 1 h 88"/>
                  <a:gd name="T36" fmla="*/ 45 w 102"/>
                  <a:gd name="T37" fmla="*/ 83 h 88"/>
                  <a:gd name="T38" fmla="*/ 45 w 102"/>
                  <a:gd name="T39" fmla="*/ 83 h 88"/>
                  <a:gd name="T40" fmla="*/ 38 w 102"/>
                  <a:gd name="T41" fmla="*/ 83 h 88"/>
                  <a:gd name="T42" fmla="*/ 19 w 102"/>
                  <a:gd name="T43" fmla="*/ 68 h 88"/>
                  <a:gd name="T44" fmla="*/ 12 w 102"/>
                  <a:gd name="T45" fmla="*/ 56 h 88"/>
                  <a:gd name="T46" fmla="*/ 12 w 102"/>
                  <a:gd name="T47" fmla="*/ 54 h 88"/>
                  <a:gd name="T48" fmla="*/ 12 w 102"/>
                  <a:gd name="T49" fmla="*/ 52 h 88"/>
                  <a:gd name="T50" fmla="*/ 12 w 102"/>
                  <a:gd name="T51" fmla="*/ 52 h 88"/>
                  <a:gd name="T52" fmla="*/ 14 w 102"/>
                  <a:gd name="T53" fmla="*/ 51 h 88"/>
                  <a:gd name="T54" fmla="*/ 14 w 102"/>
                  <a:gd name="T55" fmla="*/ 51 h 88"/>
                  <a:gd name="T56" fmla="*/ 16 w 102"/>
                  <a:gd name="T57" fmla="*/ 51 h 88"/>
                  <a:gd name="T58" fmla="*/ 18 w 102"/>
                  <a:gd name="T59" fmla="*/ 52 h 88"/>
                  <a:gd name="T60" fmla="*/ 19 w 102"/>
                  <a:gd name="T61" fmla="*/ 54 h 88"/>
                  <a:gd name="T62" fmla="*/ 26 w 102"/>
                  <a:gd name="T63" fmla="*/ 61 h 88"/>
                  <a:gd name="T64" fmla="*/ 36 w 102"/>
                  <a:gd name="T65" fmla="*/ 72 h 88"/>
                  <a:gd name="T66" fmla="*/ 41 w 102"/>
                  <a:gd name="T67" fmla="*/ 76 h 88"/>
                  <a:gd name="T68" fmla="*/ 45 w 102"/>
                  <a:gd name="T69" fmla="*/ 83 h 88"/>
                  <a:gd name="T70" fmla="*/ 80 w 102"/>
                  <a:gd name="T71" fmla="*/ 53 h 88"/>
                  <a:gd name="T72" fmla="*/ 80 w 102"/>
                  <a:gd name="T73" fmla="*/ 52 h 88"/>
                  <a:gd name="T74" fmla="*/ 65 w 102"/>
                  <a:gd name="T75" fmla="*/ 33 h 88"/>
                  <a:gd name="T76" fmla="*/ 53 w 102"/>
                  <a:gd name="T77" fmla="*/ 25 h 88"/>
                  <a:gd name="T78" fmla="*/ 37 w 102"/>
                  <a:gd name="T79" fmla="*/ 35 h 88"/>
                  <a:gd name="T80" fmla="*/ 28 w 102"/>
                  <a:gd name="T81" fmla="*/ 41 h 88"/>
                  <a:gd name="T82" fmla="*/ 25 w 102"/>
                  <a:gd name="T83" fmla="*/ 33 h 88"/>
                  <a:gd name="T84" fmla="*/ 31 w 102"/>
                  <a:gd name="T85" fmla="*/ 25 h 88"/>
                  <a:gd name="T86" fmla="*/ 38 w 102"/>
                  <a:gd name="T87" fmla="*/ 17 h 88"/>
                  <a:gd name="T88" fmla="*/ 51 w 102"/>
                  <a:gd name="T89" fmla="*/ 10 h 88"/>
                  <a:gd name="T90" fmla="*/ 62 w 102"/>
                  <a:gd name="T91" fmla="*/ 13 h 88"/>
                  <a:gd name="T92" fmla="*/ 65 w 102"/>
                  <a:gd name="T93" fmla="*/ 9 h 88"/>
                  <a:gd name="T94" fmla="*/ 70 w 102"/>
                  <a:gd name="T95" fmla="*/ 5 h 88"/>
                  <a:gd name="T96" fmla="*/ 97 w 102"/>
                  <a:gd name="T97" fmla="*/ 37 h 88"/>
                  <a:gd name="T98" fmla="*/ 80 w 102"/>
                  <a:gd name="T99" fmla="*/ 53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2" h="88">
                    <a:moveTo>
                      <a:pt x="71" y="1"/>
                    </a:moveTo>
                    <a:cubicBezTo>
                      <a:pt x="65" y="5"/>
                      <a:pt x="65" y="5"/>
                      <a:pt x="65" y="5"/>
                    </a:cubicBezTo>
                    <a:cubicBezTo>
                      <a:pt x="64" y="4"/>
                      <a:pt x="64" y="4"/>
                      <a:pt x="63" y="3"/>
                    </a:cubicBezTo>
                    <a:cubicBezTo>
                      <a:pt x="60" y="1"/>
                      <a:pt x="56" y="0"/>
                      <a:pt x="52" y="0"/>
                    </a:cubicBezTo>
                    <a:cubicBezTo>
                      <a:pt x="48" y="0"/>
                      <a:pt x="36" y="2"/>
                      <a:pt x="34" y="2"/>
                    </a:cubicBezTo>
                    <a:cubicBezTo>
                      <a:pt x="31" y="2"/>
                      <a:pt x="29" y="1"/>
                      <a:pt x="29" y="1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5"/>
                      <a:pt x="4" y="42"/>
                      <a:pt x="9" y="50"/>
                    </a:cubicBezTo>
                    <a:cubicBezTo>
                      <a:pt x="6" y="54"/>
                      <a:pt x="11" y="64"/>
                      <a:pt x="16" y="71"/>
                    </a:cubicBezTo>
                    <a:cubicBezTo>
                      <a:pt x="22" y="78"/>
                      <a:pt x="33" y="84"/>
                      <a:pt x="37" y="86"/>
                    </a:cubicBezTo>
                    <a:cubicBezTo>
                      <a:pt x="38" y="87"/>
                      <a:pt x="40" y="88"/>
                      <a:pt x="42" y="88"/>
                    </a:cubicBezTo>
                    <a:cubicBezTo>
                      <a:pt x="45" y="88"/>
                      <a:pt x="47" y="87"/>
                      <a:pt x="48" y="86"/>
                    </a:cubicBezTo>
                    <a:cubicBezTo>
                      <a:pt x="49" y="85"/>
                      <a:pt x="49" y="84"/>
                      <a:pt x="49" y="83"/>
                    </a:cubicBezTo>
                    <a:cubicBezTo>
                      <a:pt x="54" y="82"/>
                      <a:pt x="59" y="81"/>
                      <a:pt x="62" y="80"/>
                    </a:cubicBezTo>
                    <a:cubicBezTo>
                      <a:pt x="68" y="77"/>
                      <a:pt x="81" y="64"/>
                      <a:pt x="82" y="62"/>
                    </a:cubicBezTo>
                    <a:cubicBezTo>
                      <a:pt x="82" y="60"/>
                      <a:pt x="82" y="59"/>
                      <a:pt x="82" y="57"/>
                    </a:cubicBezTo>
                    <a:cubicBezTo>
                      <a:pt x="102" y="37"/>
                      <a:pt x="102" y="37"/>
                      <a:pt x="102" y="37"/>
                    </a:cubicBezTo>
                    <a:lnTo>
                      <a:pt x="71" y="1"/>
                    </a:lnTo>
                    <a:close/>
                    <a:moveTo>
                      <a:pt x="45" y="83"/>
                    </a:moveTo>
                    <a:cubicBezTo>
                      <a:pt x="45" y="83"/>
                      <a:pt x="45" y="83"/>
                      <a:pt x="45" y="83"/>
                    </a:cubicBezTo>
                    <a:cubicBezTo>
                      <a:pt x="44" y="85"/>
                      <a:pt x="41" y="85"/>
                      <a:pt x="38" y="83"/>
                    </a:cubicBezTo>
                    <a:cubicBezTo>
                      <a:pt x="29" y="78"/>
                      <a:pt x="22" y="73"/>
                      <a:pt x="19" y="68"/>
                    </a:cubicBezTo>
                    <a:cubicBezTo>
                      <a:pt x="16" y="64"/>
                      <a:pt x="13" y="60"/>
                      <a:pt x="12" y="56"/>
                    </a:cubicBezTo>
                    <a:cubicBezTo>
                      <a:pt x="12" y="56"/>
                      <a:pt x="12" y="55"/>
                      <a:pt x="12" y="54"/>
                    </a:cubicBezTo>
                    <a:cubicBezTo>
                      <a:pt x="11" y="53"/>
                      <a:pt x="11" y="52"/>
                      <a:pt x="12" y="52"/>
                    </a:cubicBezTo>
                    <a:cubicBezTo>
                      <a:pt x="12" y="52"/>
                      <a:pt x="12" y="52"/>
                      <a:pt x="12" y="52"/>
                    </a:cubicBezTo>
                    <a:cubicBezTo>
                      <a:pt x="13" y="51"/>
                      <a:pt x="13" y="51"/>
                      <a:pt x="14" y="51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5" y="51"/>
                      <a:pt x="15" y="51"/>
                      <a:pt x="16" y="51"/>
                    </a:cubicBezTo>
                    <a:cubicBezTo>
                      <a:pt x="17" y="51"/>
                      <a:pt x="17" y="52"/>
                      <a:pt x="18" y="52"/>
                    </a:cubicBezTo>
                    <a:cubicBezTo>
                      <a:pt x="18" y="53"/>
                      <a:pt x="19" y="53"/>
                      <a:pt x="19" y="54"/>
                    </a:cubicBezTo>
                    <a:cubicBezTo>
                      <a:pt x="21" y="55"/>
                      <a:pt x="23" y="57"/>
                      <a:pt x="26" y="61"/>
                    </a:cubicBezTo>
                    <a:cubicBezTo>
                      <a:pt x="29" y="66"/>
                      <a:pt x="33" y="69"/>
                      <a:pt x="36" y="72"/>
                    </a:cubicBezTo>
                    <a:cubicBezTo>
                      <a:pt x="38" y="73"/>
                      <a:pt x="39" y="74"/>
                      <a:pt x="41" y="76"/>
                    </a:cubicBezTo>
                    <a:cubicBezTo>
                      <a:pt x="45" y="80"/>
                      <a:pt x="46" y="82"/>
                      <a:pt x="45" y="83"/>
                    </a:cubicBezTo>
                    <a:close/>
                    <a:moveTo>
                      <a:pt x="80" y="53"/>
                    </a:moveTo>
                    <a:cubicBezTo>
                      <a:pt x="80" y="53"/>
                      <a:pt x="80" y="52"/>
                      <a:pt x="80" y="52"/>
                    </a:cubicBezTo>
                    <a:cubicBezTo>
                      <a:pt x="78" y="47"/>
                      <a:pt x="68" y="37"/>
                      <a:pt x="65" y="33"/>
                    </a:cubicBezTo>
                    <a:cubicBezTo>
                      <a:pt x="61" y="29"/>
                      <a:pt x="59" y="28"/>
                      <a:pt x="53" y="25"/>
                    </a:cubicBezTo>
                    <a:cubicBezTo>
                      <a:pt x="46" y="25"/>
                      <a:pt x="39" y="33"/>
                      <a:pt x="37" y="35"/>
                    </a:cubicBezTo>
                    <a:cubicBezTo>
                      <a:pt x="35" y="36"/>
                      <a:pt x="33" y="42"/>
                      <a:pt x="28" y="41"/>
                    </a:cubicBezTo>
                    <a:cubicBezTo>
                      <a:pt x="23" y="40"/>
                      <a:pt x="25" y="33"/>
                      <a:pt x="25" y="33"/>
                    </a:cubicBezTo>
                    <a:cubicBezTo>
                      <a:pt x="25" y="33"/>
                      <a:pt x="27" y="29"/>
                      <a:pt x="31" y="25"/>
                    </a:cubicBezTo>
                    <a:cubicBezTo>
                      <a:pt x="34" y="20"/>
                      <a:pt x="36" y="20"/>
                      <a:pt x="38" y="17"/>
                    </a:cubicBezTo>
                    <a:cubicBezTo>
                      <a:pt x="40" y="15"/>
                      <a:pt x="47" y="10"/>
                      <a:pt x="51" y="10"/>
                    </a:cubicBezTo>
                    <a:cubicBezTo>
                      <a:pt x="54" y="10"/>
                      <a:pt x="60" y="13"/>
                      <a:pt x="62" y="13"/>
                    </a:cubicBezTo>
                    <a:cubicBezTo>
                      <a:pt x="63" y="13"/>
                      <a:pt x="65" y="11"/>
                      <a:pt x="65" y="9"/>
                    </a:cubicBezTo>
                    <a:cubicBezTo>
                      <a:pt x="70" y="5"/>
                      <a:pt x="70" y="5"/>
                      <a:pt x="70" y="5"/>
                    </a:cubicBezTo>
                    <a:cubicBezTo>
                      <a:pt x="97" y="37"/>
                      <a:pt x="97" y="37"/>
                      <a:pt x="97" y="37"/>
                    </a:cubicBezTo>
                    <a:lnTo>
                      <a:pt x="80" y="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C6727448-D3E7-4C17-B245-5D71ABA0340C}"/>
              </a:ext>
            </a:extLst>
          </p:cNvPr>
          <p:cNvGrpSpPr>
            <a:grpSpLocks noChangeAspect="1"/>
          </p:cNvGrpSpPr>
          <p:nvPr/>
        </p:nvGrpSpPr>
        <p:grpSpPr>
          <a:xfrm>
            <a:off x="7781338" y="1938190"/>
            <a:ext cx="900000" cy="900000"/>
            <a:chOff x="7684320" y="1835133"/>
            <a:chExt cx="108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5D036925-B6BA-4EBA-ACEE-AAD1AAE30FA2}"/>
                </a:ext>
              </a:extLst>
            </p:cNvPr>
            <p:cNvSpPr/>
            <p:nvPr/>
          </p:nvSpPr>
          <p:spPr>
            <a:xfrm>
              <a:off x="7684320" y="1835133"/>
              <a:ext cx="1080000" cy="108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Freeform 307">
              <a:extLst>
                <a:ext uri="{FF2B5EF4-FFF2-40B4-BE49-F238E27FC236}">
                  <a16:creationId xmlns:a16="http://schemas.microsoft.com/office/drawing/2014/main" id="{17D004B0-40C6-4F94-96F5-5EFF3BC5FD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38796" y="1989611"/>
              <a:ext cx="771048" cy="771044"/>
            </a:xfrm>
            <a:custGeom>
              <a:avLst/>
              <a:gdLst>
                <a:gd name="T0" fmla="*/ 198 w 202"/>
                <a:gd name="T1" fmla="*/ 97 h 202"/>
                <a:gd name="T2" fmla="*/ 175 w 202"/>
                <a:gd name="T3" fmla="*/ 97 h 202"/>
                <a:gd name="T4" fmla="*/ 105 w 202"/>
                <a:gd name="T5" fmla="*/ 27 h 202"/>
                <a:gd name="T6" fmla="*/ 105 w 202"/>
                <a:gd name="T7" fmla="*/ 4 h 202"/>
                <a:gd name="T8" fmla="*/ 101 w 202"/>
                <a:gd name="T9" fmla="*/ 0 h 202"/>
                <a:gd name="T10" fmla="*/ 97 w 202"/>
                <a:gd name="T11" fmla="*/ 4 h 202"/>
                <a:gd name="T12" fmla="*/ 97 w 202"/>
                <a:gd name="T13" fmla="*/ 27 h 202"/>
                <a:gd name="T14" fmla="*/ 28 w 202"/>
                <a:gd name="T15" fmla="*/ 97 h 202"/>
                <a:gd name="T16" fmla="*/ 4 w 202"/>
                <a:gd name="T17" fmla="*/ 97 h 202"/>
                <a:gd name="T18" fmla="*/ 0 w 202"/>
                <a:gd name="T19" fmla="*/ 101 h 202"/>
                <a:gd name="T20" fmla="*/ 4 w 202"/>
                <a:gd name="T21" fmla="*/ 105 h 202"/>
                <a:gd name="T22" fmla="*/ 28 w 202"/>
                <a:gd name="T23" fmla="*/ 105 h 202"/>
                <a:gd name="T24" fmla="*/ 97 w 202"/>
                <a:gd name="T25" fmla="*/ 174 h 202"/>
                <a:gd name="T26" fmla="*/ 97 w 202"/>
                <a:gd name="T27" fmla="*/ 198 h 202"/>
                <a:gd name="T28" fmla="*/ 101 w 202"/>
                <a:gd name="T29" fmla="*/ 202 h 202"/>
                <a:gd name="T30" fmla="*/ 105 w 202"/>
                <a:gd name="T31" fmla="*/ 198 h 202"/>
                <a:gd name="T32" fmla="*/ 105 w 202"/>
                <a:gd name="T33" fmla="*/ 174 h 202"/>
                <a:gd name="T34" fmla="*/ 175 w 202"/>
                <a:gd name="T35" fmla="*/ 105 h 202"/>
                <a:gd name="T36" fmla="*/ 198 w 202"/>
                <a:gd name="T37" fmla="*/ 105 h 202"/>
                <a:gd name="T38" fmla="*/ 202 w 202"/>
                <a:gd name="T39" fmla="*/ 101 h 202"/>
                <a:gd name="T40" fmla="*/ 198 w 202"/>
                <a:gd name="T41" fmla="*/ 97 h 202"/>
                <a:gd name="T42" fmla="*/ 105 w 202"/>
                <a:gd name="T43" fmla="*/ 166 h 202"/>
                <a:gd name="T44" fmla="*/ 105 w 202"/>
                <a:gd name="T45" fmla="*/ 141 h 202"/>
                <a:gd name="T46" fmla="*/ 101 w 202"/>
                <a:gd name="T47" fmla="*/ 137 h 202"/>
                <a:gd name="T48" fmla="*/ 97 w 202"/>
                <a:gd name="T49" fmla="*/ 141 h 202"/>
                <a:gd name="T50" fmla="*/ 97 w 202"/>
                <a:gd name="T51" fmla="*/ 166 h 202"/>
                <a:gd name="T52" fmla="*/ 36 w 202"/>
                <a:gd name="T53" fmla="*/ 105 h 202"/>
                <a:gd name="T54" fmla="*/ 61 w 202"/>
                <a:gd name="T55" fmla="*/ 105 h 202"/>
                <a:gd name="T56" fmla="*/ 65 w 202"/>
                <a:gd name="T57" fmla="*/ 101 h 202"/>
                <a:gd name="T58" fmla="*/ 61 w 202"/>
                <a:gd name="T59" fmla="*/ 97 h 202"/>
                <a:gd name="T60" fmla="*/ 36 w 202"/>
                <a:gd name="T61" fmla="*/ 97 h 202"/>
                <a:gd name="T62" fmla="*/ 97 w 202"/>
                <a:gd name="T63" fmla="*/ 35 h 202"/>
                <a:gd name="T64" fmla="*/ 97 w 202"/>
                <a:gd name="T65" fmla="*/ 61 h 202"/>
                <a:gd name="T66" fmla="*/ 101 w 202"/>
                <a:gd name="T67" fmla="*/ 65 h 202"/>
                <a:gd name="T68" fmla="*/ 105 w 202"/>
                <a:gd name="T69" fmla="*/ 61 h 202"/>
                <a:gd name="T70" fmla="*/ 105 w 202"/>
                <a:gd name="T71" fmla="*/ 35 h 202"/>
                <a:gd name="T72" fmla="*/ 167 w 202"/>
                <a:gd name="T73" fmla="*/ 97 h 202"/>
                <a:gd name="T74" fmla="*/ 141 w 202"/>
                <a:gd name="T75" fmla="*/ 97 h 202"/>
                <a:gd name="T76" fmla="*/ 137 w 202"/>
                <a:gd name="T77" fmla="*/ 101 h 202"/>
                <a:gd name="T78" fmla="*/ 141 w 202"/>
                <a:gd name="T79" fmla="*/ 105 h 202"/>
                <a:gd name="T80" fmla="*/ 167 w 202"/>
                <a:gd name="T81" fmla="*/ 105 h 202"/>
                <a:gd name="T82" fmla="*/ 105 w 202"/>
                <a:gd name="T83" fmla="*/ 16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2" h="202">
                  <a:moveTo>
                    <a:pt x="198" y="97"/>
                  </a:moveTo>
                  <a:cubicBezTo>
                    <a:pt x="175" y="97"/>
                    <a:pt x="175" y="97"/>
                    <a:pt x="175" y="97"/>
                  </a:cubicBezTo>
                  <a:cubicBezTo>
                    <a:pt x="173" y="59"/>
                    <a:pt x="143" y="29"/>
                    <a:pt x="105" y="27"/>
                  </a:cubicBezTo>
                  <a:cubicBezTo>
                    <a:pt x="105" y="4"/>
                    <a:pt x="105" y="4"/>
                    <a:pt x="105" y="4"/>
                  </a:cubicBezTo>
                  <a:cubicBezTo>
                    <a:pt x="105" y="1"/>
                    <a:pt x="103" y="0"/>
                    <a:pt x="101" y="0"/>
                  </a:cubicBezTo>
                  <a:cubicBezTo>
                    <a:pt x="99" y="0"/>
                    <a:pt x="97" y="1"/>
                    <a:pt x="97" y="4"/>
                  </a:cubicBezTo>
                  <a:cubicBezTo>
                    <a:pt x="97" y="27"/>
                    <a:pt x="97" y="27"/>
                    <a:pt x="97" y="27"/>
                  </a:cubicBezTo>
                  <a:cubicBezTo>
                    <a:pt x="60" y="29"/>
                    <a:pt x="30" y="59"/>
                    <a:pt x="28" y="97"/>
                  </a:cubicBezTo>
                  <a:cubicBezTo>
                    <a:pt x="4" y="97"/>
                    <a:pt x="4" y="97"/>
                    <a:pt x="4" y="97"/>
                  </a:cubicBezTo>
                  <a:cubicBezTo>
                    <a:pt x="2" y="97"/>
                    <a:pt x="0" y="98"/>
                    <a:pt x="0" y="101"/>
                  </a:cubicBezTo>
                  <a:cubicBezTo>
                    <a:pt x="0" y="103"/>
                    <a:pt x="2" y="105"/>
                    <a:pt x="4" y="105"/>
                  </a:cubicBezTo>
                  <a:cubicBezTo>
                    <a:pt x="28" y="105"/>
                    <a:pt x="28" y="105"/>
                    <a:pt x="28" y="105"/>
                  </a:cubicBezTo>
                  <a:cubicBezTo>
                    <a:pt x="30" y="142"/>
                    <a:pt x="60" y="172"/>
                    <a:pt x="97" y="174"/>
                  </a:cubicBezTo>
                  <a:cubicBezTo>
                    <a:pt x="97" y="198"/>
                    <a:pt x="97" y="198"/>
                    <a:pt x="97" y="198"/>
                  </a:cubicBezTo>
                  <a:cubicBezTo>
                    <a:pt x="97" y="200"/>
                    <a:pt x="99" y="202"/>
                    <a:pt x="101" y="202"/>
                  </a:cubicBezTo>
                  <a:cubicBezTo>
                    <a:pt x="103" y="202"/>
                    <a:pt x="105" y="200"/>
                    <a:pt x="105" y="198"/>
                  </a:cubicBezTo>
                  <a:cubicBezTo>
                    <a:pt x="105" y="174"/>
                    <a:pt x="105" y="174"/>
                    <a:pt x="105" y="174"/>
                  </a:cubicBezTo>
                  <a:cubicBezTo>
                    <a:pt x="143" y="172"/>
                    <a:pt x="173" y="142"/>
                    <a:pt x="175" y="105"/>
                  </a:cubicBezTo>
                  <a:cubicBezTo>
                    <a:pt x="198" y="105"/>
                    <a:pt x="198" y="105"/>
                    <a:pt x="198" y="105"/>
                  </a:cubicBezTo>
                  <a:cubicBezTo>
                    <a:pt x="201" y="105"/>
                    <a:pt x="202" y="103"/>
                    <a:pt x="202" y="101"/>
                  </a:cubicBezTo>
                  <a:cubicBezTo>
                    <a:pt x="202" y="98"/>
                    <a:pt x="201" y="97"/>
                    <a:pt x="198" y="97"/>
                  </a:cubicBezTo>
                  <a:close/>
                  <a:moveTo>
                    <a:pt x="105" y="166"/>
                  </a:moveTo>
                  <a:cubicBezTo>
                    <a:pt x="105" y="141"/>
                    <a:pt x="105" y="141"/>
                    <a:pt x="105" y="141"/>
                  </a:cubicBezTo>
                  <a:cubicBezTo>
                    <a:pt x="105" y="139"/>
                    <a:pt x="103" y="137"/>
                    <a:pt x="101" y="137"/>
                  </a:cubicBezTo>
                  <a:cubicBezTo>
                    <a:pt x="99" y="137"/>
                    <a:pt x="97" y="139"/>
                    <a:pt x="97" y="141"/>
                  </a:cubicBezTo>
                  <a:cubicBezTo>
                    <a:pt x="97" y="166"/>
                    <a:pt x="97" y="166"/>
                    <a:pt x="97" y="166"/>
                  </a:cubicBezTo>
                  <a:cubicBezTo>
                    <a:pt x="64" y="164"/>
                    <a:pt x="38" y="138"/>
                    <a:pt x="36" y="105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3" y="105"/>
                    <a:pt x="65" y="103"/>
                    <a:pt x="65" y="101"/>
                  </a:cubicBezTo>
                  <a:cubicBezTo>
                    <a:pt x="65" y="98"/>
                    <a:pt x="63" y="97"/>
                    <a:pt x="61" y="9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8" y="64"/>
                    <a:pt x="64" y="37"/>
                    <a:pt x="97" y="35"/>
                  </a:cubicBezTo>
                  <a:cubicBezTo>
                    <a:pt x="97" y="61"/>
                    <a:pt x="97" y="61"/>
                    <a:pt x="97" y="61"/>
                  </a:cubicBezTo>
                  <a:cubicBezTo>
                    <a:pt x="97" y="63"/>
                    <a:pt x="99" y="65"/>
                    <a:pt x="101" y="65"/>
                  </a:cubicBezTo>
                  <a:cubicBezTo>
                    <a:pt x="103" y="65"/>
                    <a:pt x="105" y="63"/>
                    <a:pt x="105" y="61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38" y="37"/>
                    <a:pt x="165" y="64"/>
                    <a:pt x="167" y="97"/>
                  </a:cubicBezTo>
                  <a:cubicBezTo>
                    <a:pt x="141" y="97"/>
                    <a:pt x="141" y="97"/>
                    <a:pt x="141" y="97"/>
                  </a:cubicBezTo>
                  <a:cubicBezTo>
                    <a:pt x="139" y="97"/>
                    <a:pt x="137" y="98"/>
                    <a:pt x="137" y="101"/>
                  </a:cubicBezTo>
                  <a:cubicBezTo>
                    <a:pt x="137" y="103"/>
                    <a:pt x="139" y="105"/>
                    <a:pt x="141" y="105"/>
                  </a:cubicBezTo>
                  <a:cubicBezTo>
                    <a:pt x="167" y="105"/>
                    <a:pt x="167" y="105"/>
                    <a:pt x="167" y="105"/>
                  </a:cubicBezTo>
                  <a:cubicBezTo>
                    <a:pt x="165" y="138"/>
                    <a:pt x="138" y="164"/>
                    <a:pt x="105" y="166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11C47040-FFDB-4D4F-AD53-E867C3F4EE68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5A453F93-8DB2-4098-B7C7-3C380A6E7B22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FCCFD7F1-72B1-4406-A550-B583596B73CF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3BCB8FC2-A284-4E22-ADF6-F7D84E326B02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C93A4DCB-DC1B-4BC2-AA0B-9E11ECCEE8FC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82011CC4-D803-42F0-A885-FFF2367F49AF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FD673272-010C-4443-917B-20B1C5483F7C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75368FD1-AC46-493D-8E35-FECAECC6D12C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0091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232322-9E82-40D1-8F98-CF0F28F96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DE1DAED-68C2-45FE-8336-02001D857114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0DAE70-D5CE-4B37-A3B6-DEBC35439B17}"/>
              </a:ext>
            </a:extLst>
          </p:cNvPr>
          <p:cNvGrpSpPr/>
          <p:nvPr/>
        </p:nvGrpSpPr>
        <p:grpSpPr>
          <a:xfrm>
            <a:off x="3416320" y="2042128"/>
            <a:ext cx="5365352" cy="2974098"/>
            <a:chOff x="3416320" y="2042128"/>
            <a:chExt cx="5365352" cy="297409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2E606534-09B5-4933-8B85-58BB7D6D4FBA}"/>
                </a:ext>
              </a:extLst>
            </p:cNvPr>
            <p:cNvSpPr/>
            <p:nvPr/>
          </p:nvSpPr>
          <p:spPr bwMode="auto">
            <a:xfrm>
              <a:off x="4898711" y="3528511"/>
              <a:ext cx="1482391" cy="1487715"/>
            </a:xfrm>
            <a:custGeom>
              <a:avLst/>
              <a:gdLst>
                <a:gd name="T0" fmla="*/ 218 w 218"/>
                <a:gd name="T1" fmla="*/ 0 h 218"/>
                <a:gd name="T2" fmla="*/ 135 w 218"/>
                <a:gd name="T3" fmla="*/ 0 h 218"/>
                <a:gd name="T4" fmla="*/ 0 w 218"/>
                <a:gd name="T5" fmla="*/ 136 h 218"/>
                <a:gd name="T6" fmla="*/ 0 w 218"/>
                <a:gd name="T7" fmla="*/ 218 h 218"/>
                <a:gd name="T8" fmla="*/ 218 w 218"/>
                <a:gd name="T9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218">
                  <a:moveTo>
                    <a:pt x="218" y="0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75"/>
                    <a:pt x="74" y="136"/>
                    <a:pt x="0" y="136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120" y="218"/>
                    <a:pt x="218" y="120"/>
                    <a:pt x="2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3DD55175-452D-4321-B92A-D76107FD7BEE}"/>
                </a:ext>
              </a:extLst>
            </p:cNvPr>
            <p:cNvSpPr/>
            <p:nvPr/>
          </p:nvSpPr>
          <p:spPr bwMode="auto">
            <a:xfrm>
              <a:off x="5816889" y="2042128"/>
              <a:ext cx="1482391" cy="1486384"/>
            </a:xfrm>
            <a:custGeom>
              <a:avLst/>
              <a:gdLst>
                <a:gd name="T0" fmla="*/ 218 w 218"/>
                <a:gd name="T1" fmla="*/ 0 h 218"/>
                <a:gd name="T2" fmla="*/ 0 w 218"/>
                <a:gd name="T3" fmla="*/ 218 h 218"/>
                <a:gd name="T4" fmla="*/ 83 w 218"/>
                <a:gd name="T5" fmla="*/ 218 h 218"/>
                <a:gd name="T6" fmla="*/ 218 w 218"/>
                <a:gd name="T7" fmla="*/ 83 h 218"/>
                <a:gd name="T8" fmla="*/ 218 w 218"/>
                <a:gd name="T9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218">
                  <a:moveTo>
                    <a:pt x="218" y="0"/>
                  </a:moveTo>
                  <a:cubicBezTo>
                    <a:pt x="98" y="0"/>
                    <a:pt x="0" y="98"/>
                    <a:pt x="0" y="218"/>
                  </a:cubicBezTo>
                  <a:cubicBezTo>
                    <a:pt x="83" y="218"/>
                    <a:pt x="83" y="218"/>
                    <a:pt x="83" y="218"/>
                  </a:cubicBezTo>
                  <a:cubicBezTo>
                    <a:pt x="83" y="143"/>
                    <a:pt x="144" y="83"/>
                    <a:pt x="218" y="83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5D837EFA-6CBA-4FE4-AAFA-65BD5971F68D}"/>
                </a:ext>
              </a:extLst>
            </p:cNvPr>
            <p:cNvSpPr/>
            <p:nvPr/>
          </p:nvSpPr>
          <p:spPr bwMode="auto">
            <a:xfrm>
              <a:off x="5816889" y="3528511"/>
              <a:ext cx="1482391" cy="1487715"/>
            </a:xfrm>
            <a:custGeom>
              <a:avLst/>
              <a:gdLst>
                <a:gd name="T0" fmla="*/ 0 w 218"/>
                <a:gd name="T1" fmla="*/ 0 h 218"/>
                <a:gd name="T2" fmla="*/ 83 w 218"/>
                <a:gd name="T3" fmla="*/ 0 h 218"/>
                <a:gd name="T4" fmla="*/ 218 w 218"/>
                <a:gd name="T5" fmla="*/ 136 h 218"/>
                <a:gd name="T6" fmla="*/ 218 w 218"/>
                <a:gd name="T7" fmla="*/ 218 h 218"/>
                <a:gd name="T8" fmla="*/ 0 w 218"/>
                <a:gd name="T9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218">
                  <a:moveTo>
                    <a:pt x="0" y="0"/>
                  </a:moveTo>
                  <a:cubicBezTo>
                    <a:pt x="83" y="0"/>
                    <a:pt x="83" y="0"/>
                    <a:pt x="83" y="0"/>
                  </a:cubicBezTo>
                  <a:cubicBezTo>
                    <a:pt x="83" y="75"/>
                    <a:pt x="144" y="136"/>
                    <a:pt x="218" y="136"/>
                  </a:cubicBezTo>
                  <a:cubicBezTo>
                    <a:pt x="218" y="218"/>
                    <a:pt x="218" y="218"/>
                    <a:pt x="218" y="218"/>
                  </a:cubicBezTo>
                  <a:cubicBezTo>
                    <a:pt x="98" y="218"/>
                    <a:pt x="0" y="12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A1151159-65FB-4053-8C4F-0832E9CC4EE7}"/>
                </a:ext>
              </a:extLst>
            </p:cNvPr>
            <p:cNvSpPr/>
            <p:nvPr/>
          </p:nvSpPr>
          <p:spPr bwMode="auto">
            <a:xfrm>
              <a:off x="7299281" y="2042128"/>
              <a:ext cx="1482391" cy="1486384"/>
            </a:xfrm>
            <a:custGeom>
              <a:avLst/>
              <a:gdLst>
                <a:gd name="T0" fmla="*/ 0 w 218"/>
                <a:gd name="T1" fmla="*/ 0 h 218"/>
                <a:gd name="T2" fmla="*/ 218 w 218"/>
                <a:gd name="T3" fmla="*/ 218 h 218"/>
                <a:gd name="T4" fmla="*/ 136 w 218"/>
                <a:gd name="T5" fmla="*/ 218 h 218"/>
                <a:gd name="T6" fmla="*/ 0 w 218"/>
                <a:gd name="T7" fmla="*/ 83 h 218"/>
                <a:gd name="T8" fmla="*/ 0 w 218"/>
                <a:gd name="T9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218">
                  <a:moveTo>
                    <a:pt x="0" y="0"/>
                  </a:moveTo>
                  <a:cubicBezTo>
                    <a:pt x="121" y="0"/>
                    <a:pt x="218" y="98"/>
                    <a:pt x="218" y="218"/>
                  </a:cubicBezTo>
                  <a:cubicBezTo>
                    <a:pt x="136" y="218"/>
                    <a:pt x="136" y="218"/>
                    <a:pt x="136" y="218"/>
                  </a:cubicBezTo>
                  <a:cubicBezTo>
                    <a:pt x="136" y="143"/>
                    <a:pt x="75" y="83"/>
                    <a:pt x="0" y="8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5AA32828-5A47-4FA1-B67F-F82D21E12044}"/>
                </a:ext>
              </a:extLst>
            </p:cNvPr>
            <p:cNvSpPr/>
            <p:nvPr/>
          </p:nvSpPr>
          <p:spPr bwMode="auto">
            <a:xfrm>
              <a:off x="7299281" y="3528511"/>
              <a:ext cx="1482391" cy="1487715"/>
            </a:xfrm>
            <a:custGeom>
              <a:avLst/>
              <a:gdLst>
                <a:gd name="T0" fmla="*/ 218 w 218"/>
                <a:gd name="T1" fmla="*/ 0 h 218"/>
                <a:gd name="T2" fmla="*/ 136 w 218"/>
                <a:gd name="T3" fmla="*/ 0 h 218"/>
                <a:gd name="T4" fmla="*/ 0 w 218"/>
                <a:gd name="T5" fmla="*/ 136 h 218"/>
                <a:gd name="T6" fmla="*/ 0 w 218"/>
                <a:gd name="T7" fmla="*/ 218 h 218"/>
                <a:gd name="T8" fmla="*/ 218 w 218"/>
                <a:gd name="T9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218">
                  <a:moveTo>
                    <a:pt x="218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136" y="75"/>
                    <a:pt x="75" y="136"/>
                    <a:pt x="0" y="136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121" y="218"/>
                    <a:pt x="218" y="12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5E5F986F-1911-4ECE-916A-0C7BBC4528A2}"/>
                </a:ext>
              </a:extLst>
            </p:cNvPr>
            <p:cNvSpPr/>
            <p:nvPr/>
          </p:nvSpPr>
          <p:spPr bwMode="auto">
            <a:xfrm>
              <a:off x="3416320" y="3528511"/>
              <a:ext cx="1482391" cy="1487715"/>
            </a:xfrm>
            <a:custGeom>
              <a:avLst/>
              <a:gdLst>
                <a:gd name="T0" fmla="*/ 0 w 218"/>
                <a:gd name="T1" fmla="*/ 0 h 218"/>
                <a:gd name="T2" fmla="*/ 82 w 218"/>
                <a:gd name="T3" fmla="*/ 0 h 218"/>
                <a:gd name="T4" fmla="*/ 218 w 218"/>
                <a:gd name="T5" fmla="*/ 136 h 218"/>
                <a:gd name="T6" fmla="*/ 218 w 218"/>
                <a:gd name="T7" fmla="*/ 218 h 218"/>
                <a:gd name="T8" fmla="*/ 0 w 218"/>
                <a:gd name="T9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218">
                  <a:moveTo>
                    <a:pt x="0" y="0"/>
                  </a:moveTo>
                  <a:cubicBezTo>
                    <a:pt x="82" y="0"/>
                    <a:pt x="82" y="0"/>
                    <a:pt x="82" y="0"/>
                  </a:cubicBezTo>
                  <a:cubicBezTo>
                    <a:pt x="82" y="75"/>
                    <a:pt x="143" y="136"/>
                    <a:pt x="218" y="136"/>
                  </a:cubicBezTo>
                  <a:cubicBezTo>
                    <a:pt x="218" y="218"/>
                    <a:pt x="218" y="218"/>
                    <a:pt x="218" y="218"/>
                  </a:cubicBezTo>
                  <a:cubicBezTo>
                    <a:pt x="97" y="218"/>
                    <a:pt x="0" y="12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969DB80F-F418-40C1-BC6C-A5FF610FE7FF}"/>
                </a:ext>
              </a:extLst>
            </p:cNvPr>
            <p:cNvSpPr/>
            <p:nvPr/>
          </p:nvSpPr>
          <p:spPr bwMode="auto">
            <a:xfrm>
              <a:off x="4898711" y="2042128"/>
              <a:ext cx="1482391" cy="1486384"/>
            </a:xfrm>
            <a:custGeom>
              <a:avLst/>
              <a:gdLst>
                <a:gd name="T0" fmla="*/ 0 w 218"/>
                <a:gd name="T1" fmla="*/ 0 h 218"/>
                <a:gd name="T2" fmla="*/ 218 w 218"/>
                <a:gd name="T3" fmla="*/ 218 h 218"/>
                <a:gd name="T4" fmla="*/ 135 w 218"/>
                <a:gd name="T5" fmla="*/ 218 h 218"/>
                <a:gd name="T6" fmla="*/ 0 w 218"/>
                <a:gd name="T7" fmla="*/ 83 h 218"/>
                <a:gd name="T8" fmla="*/ 0 w 218"/>
                <a:gd name="T9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218">
                  <a:moveTo>
                    <a:pt x="0" y="0"/>
                  </a:moveTo>
                  <a:cubicBezTo>
                    <a:pt x="120" y="0"/>
                    <a:pt x="218" y="98"/>
                    <a:pt x="218" y="218"/>
                  </a:cubicBezTo>
                  <a:cubicBezTo>
                    <a:pt x="135" y="218"/>
                    <a:pt x="135" y="218"/>
                    <a:pt x="135" y="218"/>
                  </a:cubicBezTo>
                  <a:cubicBezTo>
                    <a:pt x="135" y="143"/>
                    <a:pt x="74" y="83"/>
                    <a:pt x="0" y="8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BE77608B-ED1B-4BA9-AFE1-A43D31442B4B}"/>
                </a:ext>
              </a:extLst>
            </p:cNvPr>
            <p:cNvSpPr/>
            <p:nvPr/>
          </p:nvSpPr>
          <p:spPr bwMode="auto">
            <a:xfrm>
              <a:off x="3416320" y="2042128"/>
              <a:ext cx="1482391" cy="1486384"/>
            </a:xfrm>
            <a:custGeom>
              <a:avLst/>
              <a:gdLst>
                <a:gd name="T0" fmla="*/ 218 w 218"/>
                <a:gd name="T1" fmla="*/ 0 h 218"/>
                <a:gd name="T2" fmla="*/ 0 w 218"/>
                <a:gd name="T3" fmla="*/ 218 h 218"/>
                <a:gd name="T4" fmla="*/ 82 w 218"/>
                <a:gd name="T5" fmla="*/ 218 h 218"/>
                <a:gd name="T6" fmla="*/ 218 w 218"/>
                <a:gd name="T7" fmla="*/ 83 h 218"/>
                <a:gd name="T8" fmla="*/ 218 w 218"/>
                <a:gd name="T9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218">
                  <a:moveTo>
                    <a:pt x="218" y="0"/>
                  </a:moveTo>
                  <a:cubicBezTo>
                    <a:pt x="97" y="0"/>
                    <a:pt x="0" y="98"/>
                    <a:pt x="0" y="218"/>
                  </a:cubicBezTo>
                  <a:cubicBezTo>
                    <a:pt x="82" y="218"/>
                    <a:pt x="82" y="218"/>
                    <a:pt x="82" y="218"/>
                  </a:cubicBezTo>
                  <a:cubicBezTo>
                    <a:pt x="82" y="143"/>
                    <a:pt x="143" y="83"/>
                    <a:pt x="218" y="83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cxnSp>
        <p:nvCxnSpPr>
          <p:cNvPr id="17" name="Elbow Connector 4">
            <a:extLst>
              <a:ext uri="{FF2B5EF4-FFF2-40B4-BE49-F238E27FC236}">
                <a16:creationId xmlns:a16="http://schemas.microsoft.com/office/drawing/2014/main" id="{F6E8F5BA-8249-495C-9DAA-1B08B99A9315}"/>
              </a:ext>
            </a:extLst>
          </p:cNvPr>
          <p:cNvCxnSpPr/>
          <p:nvPr/>
        </p:nvCxnSpPr>
        <p:spPr>
          <a:xfrm rot="10800000">
            <a:off x="3049082" y="1913316"/>
            <a:ext cx="699048" cy="579949"/>
          </a:xfrm>
          <a:prstGeom prst="bentConnector3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23">
            <a:extLst>
              <a:ext uri="{FF2B5EF4-FFF2-40B4-BE49-F238E27FC236}">
                <a16:creationId xmlns:a16="http://schemas.microsoft.com/office/drawing/2014/main" id="{14F9A392-D1C2-4481-9D22-5AD517ECE401}"/>
              </a:ext>
            </a:extLst>
          </p:cNvPr>
          <p:cNvCxnSpPr/>
          <p:nvPr/>
        </p:nvCxnSpPr>
        <p:spPr>
          <a:xfrm rot="10800000" flipH="1">
            <a:off x="8391688" y="1913316"/>
            <a:ext cx="699048" cy="579949"/>
          </a:xfrm>
          <a:prstGeom prst="bentConnector3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24">
            <a:extLst>
              <a:ext uri="{FF2B5EF4-FFF2-40B4-BE49-F238E27FC236}">
                <a16:creationId xmlns:a16="http://schemas.microsoft.com/office/drawing/2014/main" id="{E0EA31ED-16D7-48D2-9C38-B0273A83A172}"/>
              </a:ext>
            </a:extLst>
          </p:cNvPr>
          <p:cNvCxnSpPr/>
          <p:nvPr/>
        </p:nvCxnSpPr>
        <p:spPr>
          <a:xfrm rot="10800000">
            <a:off x="8391688" y="4581169"/>
            <a:ext cx="699048" cy="579949"/>
          </a:xfrm>
          <a:prstGeom prst="bentConnector3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26">
            <a:extLst>
              <a:ext uri="{FF2B5EF4-FFF2-40B4-BE49-F238E27FC236}">
                <a16:creationId xmlns:a16="http://schemas.microsoft.com/office/drawing/2014/main" id="{115ADE43-CCAB-4A63-A8F0-438A0AFD9588}"/>
              </a:ext>
            </a:extLst>
          </p:cNvPr>
          <p:cNvCxnSpPr/>
          <p:nvPr/>
        </p:nvCxnSpPr>
        <p:spPr>
          <a:xfrm rot="10800000" flipV="1">
            <a:off x="3049082" y="4581170"/>
            <a:ext cx="699048" cy="579949"/>
          </a:xfrm>
          <a:prstGeom prst="bentConnector3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0">
            <a:extLst>
              <a:ext uri="{FF2B5EF4-FFF2-40B4-BE49-F238E27FC236}">
                <a16:creationId xmlns:a16="http://schemas.microsoft.com/office/drawing/2014/main" id="{501DA63B-1AA3-401B-9893-546708676A40}"/>
              </a:ext>
            </a:extLst>
          </p:cNvPr>
          <p:cNvCxnSpPr/>
          <p:nvPr/>
        </p:nvCxnSpPr>
        <p:spPr>
          <a:xfrm flipV="1">
            <a:off x="4898711" y="1261364"/>
            <a:ext cx="0" cy="74266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1">
            <a:extLst>
              <a:ext uri="{FF2B5EF4-FFF2-40B4-BE49-F238E27FC236}">
                <a16:creationId xmlns:a16="http://schemas.microsoft.com/office/drawing/2014/main" id="{EA3143F0-458D-4CC7-B0B2-7950D97884A5}"/>
              </a:ext>
            </a:extLst>
          </p:cNvPr>
          <p:cNvCxnSpPr/>
          <p:nvPr/>
        </p:nvCxnSpPr>
        <p:spPr>
          <a:xfrm flipV="1">
            <a:off x="7311980" y="5059518"/>
            <a:ext cx="0" cy="69764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nhaltsplatzhalter 4">
            <a:extLst>
              <a:ext uri="{FF2B5EF4-FFF2-40B4-BE49-F238E27FC236}">
                <a16:creationId xmlns:a16="http://schemas.microsoft.com/office/drawing/2014/main" id="{C4B76F30-4F27-4FE9-B3C8-2140CAA8C5DB}"/>
              </a:ext>
            </a:extLst>
          </p:cNvPr>
          <p:cNvSpPr txBox="1"/>
          <p:nvPr/>
        </p:nvSpPr>
        <p:spPr>
          <a:xfrm>
            <a:off x="1013458" y="1477431"/>
            <a:ext cx="19437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+mj-lt"/>
              </a:rPr>
              <a:t>小标题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0" name="Inhaltsplatzhalter 4">
            <a:extLst>
              <a:ext uri="{FF2B5EF4-FFF2-40B4-BE49-F238E27FC236}">
                <a16:creationId xmlns:a16="http://schemas.microsoft.com/office/drawing/2014/main" id="{C204333C-734E-4BA4-B73D-25E1F147B014}"/>
              </a:ext>
            </a:extLst>
          </p:cNvPr>
          <p:cNvSpPr txBox="1"/>
          <p:nvPr/>
        </p:nvSpPr>
        <p:spPr>
          <a:xfrm>
            <a:off x="1013458" y="1774621"/>
            <a:ext cx="1943773" cy="4567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" name="Inhaltsplatzhalter 4">
            <a:extLst>
              <a:ext uri="{FF2B5EF4-FFF2-40B4-BE49-F238E27FC236}">
                <a16:creationId xmlns:a16="http://schemas.microsoft.com/office/drawing/2014/main" id="{14FD36D7-35B4-4C1C-B4D4-7B01DE7A3D01}"/>
              </a:ext>
            </a:extLst>
          </p:cNvPr>
          <p:cNvSpPr txBox="1"/>
          <p:nvPr/>
        </p:nvSpPr>
        <p:spPr>
          <a:xfrm>
            <a:off x="982952" y="4753349"/>
            <a:ext cx="19437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6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42" name="Inhaltsplatzhalter 4">
            <a:extLst>
              <a:ext uri="{FF2B5EF4-FFF2-40B4-BE49-F238E27FC236}">
                <a16:creationId xmlns:a16="http://schemas.microsoft.com/office/drawing/2014/main" id="{741A9A67-2935-48EB-A88D-E596E3580B5A}"/>
              </a:ext>
            </a:extLst>
          </p:cNvPr>
          <p:cNvSpPr txBox="1"/>
          <p:nvPr/>
        </p:nvSpPr>
        <p:spPr>
          <a:xfrm>
            <a:off x="982952" y="5050539"/>
            <a:ext cx="1943773" cy="4567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5" name="Inhaltsplatzhalter 4">
            <a:extLst>
              <a:ext uri="{FF2B5EF4-FFF2-40B4-BE49-F238E27FC236}">
                <a16:creationId xmlns:a16="http://schemas.microsoft.com/office/drawing/2014/main" id="{B3F232AD-3C52-4284-9355-9A18D08388C6}"/>
              </a:ext>
            </a:extLst>
          </p:cNvPr>
          <p:cNvSpPr txBox="1"/>
          <p:nvPr/>
        </p:nvSpPr>
        <p:spPr>
          <a:xfrm>
            <a:off x="5248255" y="5120298"/>
            <a:ext cx="19437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3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46" name="Inhaltsplatzhalter 4">
            <a:extLst>
              <a:ext uri="{FF2B5EF4-FFF2-40B4-BE49-F238E27FC236}">
                <a16:creationId xmlns:a16="http://schemas.microsoft.com/office/drawing/2014/main" id="{07C30CA3-427A-4A4E-8DD2-A4644035361A}"/>
              </a:ext>
            </a:extLst>
          </p:cNvPr>
          <p:cNvSpPr txBox="1"/>
          <p:nvPr/>
        </p:nvSpPr>
        <p:spPr>
          <a:xfrm>
            <a:off x="5248255" y="5417488"/>
            <a:ext cx="1943773" cy="4567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8" name="Inhaltsplatzhalter 4">
            <a:extLst>
              <a:ext uri="{FF2B5EF4-FFF2-40B4-BE49-F238E27FC236}">
                <a16:creationId xmlns:a16="http://schemas.microsoft.com/office/drawing/2014/main" id="{A5656330-EC56-44DB-8E2E-009FA9104610}"/>
              </a:ext>
            </a:extLst>
          </p:cNvPr>
          <p:cNvSpPr txBox="1"/>
          <p:nvPr/>
        </p:nvSpPr>
        <p:spPr>
          <a:xfrm>
            <a:off x="5019232" y="1137985"/>
            <a:ext cx="19437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49" name="Inhaltsplatzhalter 4">
            <a:extLst>
              <a:ext uri="{FF2B5EF4-FFF2-40B4-BE49-F238E27FC236}">
                <a16:creationId xmlns:a16="http://schemas.microsoft.com/office/drawing/2014/main" id="{35B9CFF2-695E-474A-981B-83245486AAC1}"/>
              </a:ext>
            </a:extLst>
          </p:cNvPr>
          <p:cNvSpPr txBox="1"/>
          <p:nvPr/>
        </p:nvSpPr>
        <p:spPr>
          <a:xfrm>
            <a:off x="5019232" y="1435175"/>
            <a:ext cx="1943773" cy="4567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4" name="Inhaltsplatzhalter 4">
            <a:extLst>
              <a:ext uri="{FF2B5EF4-FFF2-40B4-BE49-F238E27FC236}">
                <a16:creationId xmlns:a16="http://schemas.microsoft.com/office/drawing/2014/main" id="{DDC8E531-3EBD-4A89-8CA4-52B53A3C37EE}"/>
              </a:ext>
            </a:extLst>
          </p:cNvPr>
          <p:cNvSpPr txBox="1"/>
          <p:nvPr/>
        </p:nvSpPr>
        <p:spPr>
          <a:xfrm>
            <a:off x="9157548" y="1477431"/>
            <a:ext cx="19437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6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9" name="Inhaltsplatzhalter 4">
            <a:extLst>
              <a:ext uri="{FF2B5EF4-FFF2-40B4-BE49-F238E27FC236}">
                <a16:creationId xmlns:a16="http://schemas.microsoft.com/office/drawing/2014/main" id="{3678E85E-4703-4D2E-B805-5C9F1DB0AD0B}"/>
              </a:ext>
            </a:extLst>
          </p:cNvPr>
          <p:cNvSpPr txBox="1"/>
          <p:nvPr/>
        </p:nvSpPr>
        <p:spPr>
          <a:xfrm>
            <a:off x="9157548" y="1774621"/>
            <a:ext cx="1943773" cy="4567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1" name="Inhaltsplatzhalter 4">
            <a:extLst>
              <a:ext uri="{FF2B5EF4-FFF2-40B4-BE49-F238E27FC236}">
                <a16:creationId xmlns:a16="http://schemas.microsoft.com/office/drawing/2014/main" id="{CA979BF0-4FE9-4301-9440-E7440AAD5027}"/>
              </a:ext>
            </a:extLst>
          </p:cNvPr>
          <p:cNvSpPr txBox="1"/>
          <p:nvPr/>
        </p:nvSpPr>
        <p:spPr>
          <a:xfrm>
            <a:off x="9157548" y="4753349"/>
            <a:ext cx="19437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4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62" name="Inhaltsplatzhalter 4">
            <a:extLst>
              <a:ext uri="{FF2B5EF4-FFF2-40B4-BE49-F238E27FC236}">
                <a16:creationId xmlns:a16="http://schemas.microsoft.com/office/drawing/2014/main" id="{6B49AD50-3048-41A7-8562-FB674462A740}"/>
              </a:ext>
            </a:extLst>
          </p:cNvPr>
          <p:cNvSpPr txBox="1"/>
          <p:nvPr/>
        </p:nvSpPr>
        <p:spPr>
          <a:xfrm>
            <a:off x="9157548" y="5050539"/>
            <a:ext cx="1943773" cy="4567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3B36827-9498-4CFB-8368-74722AC7EB79}"/>
              </a:ext>
            </a:extLst>
          </p:cNvPr>
          <p:cNvGrpSpPr/>
          <p:nvPr/>
        </p:nvGrpSpPr>
        <p:grpSpPr>
          <a:xfrm>
            <a:off x="4356039" y="2994796"/>
            <a:ext cx="1080000" cy="1080000"/>
            <a:chOff x="1309855" y="1853611"/>
            <a:chExt cx="1080000" cy="1080000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77F4A469-33ED-475A-9E63-BD71C230C890}"/>
                </a:ext>
              </a:extLst>
            </p:cNvPr>
            <p:cNvSpPr/>
            <p:nvPr/>
          </p:nvSpPr>
          <p:spPr>
            <a:xfrm>
              <a:off x="1309855" y="1853611"/>
              <a:ext cx="1080000" cy="10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" name="Group 58">
              <a:extLst>
                <a:ext uri="{FF2B5EF4-FFF2-40B4-BE49-F238E27FC236}">
                  <a16:creationId xmlns:a16="http://schemas.microsoft.com/office/drawing/2014/main" id="{33EC6B74-BB07-4A74-8396-C6601F5E0210}"/>
                </a:ext>
              </a:extLst>
            </p:cNvPr>
            <p:cNvGrpSpPr/>
            <p:nvPr/>
          </p:nvGrpSpPr>
          <p:grpSpPr>
            <a:xfrm>
              <a:off x="1518965" y="2062721"/>
              <a:ext cx="661781" cy="661781"/>
              <a:chOff x="837205" y="3542332"/>
              <a:chExt cx="400024" cy="400024"/>
            </a:xfrm>
            <a:solidFill>
              <a:schemeClr val="bg1"/>
            </a:solidFill>
          </p:grpSpPr>
          <p:sp>
            <p:nvSpPr>
              <p:cNvPr id="66" name="Freeform 85">
                <a:extLst>
                  <a:ext uri="{FF2B5EF4-FFF2-40B4-BE49-F238E27FC236}">
                    <a16:creationId xmlns:a16="http://schemas.microsoft.com/office/drawing/2014/main" id="{761FDD62-8A57-41C7-A1EB-1CB773D17E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37205" y="3542332"/>
                <a:ext cx="400024" cy="400024"/>
              </a:xfrm>
              <a:custGeom>
                <a:avLst/>
                <a:gdLst>
                  <a:gd name="T0" fmla="*/ 116 w 128"/>
                  <a:gd name="T1" fmla="*/ 0 h 128"/>
                  <a:gd name="T2" fmla="*/ 28 w 128"/>
                  <a:gd name="T3" fmla="*/ 0 h 128"/>
                  <a:gd name="T4" fmla="*/ 16 w 128"/>
                  <a:gd name="T5" fmla="*/ 12 h 128"/>
                  <a:gd name="T6" fmla="*/ 16 w 128"/>
                  <a:gd name="T7" fmla="*/ 20 h 128"/>
                  <a:gd name="T8" fmla="*/ 12 w 128"/>
                  <a:gd name="T9" fmla="*/ 20 h 128"/>
                  <a:gd name="T10" fmla="*/ 0 w 128"/>
                  <a:gd name="T11" fmla="*/ 32 h 128"/>
                  <a:gd name="T12" fmla="*/ 0 w 128"/>
                  <a:gd name="T13" fmla="*/ 112 h 128"/>
                  <a:gd name="T14" fmla="*/ 16 w 128"/>
                  <a:gd name="T15" fmla="*/ 128 h 128"/>
                  <a:gd name="T16" fmla="*/ 112 w 128"/>
                  <a:gd name="T17" fmla="*/ 128 h 128"/>
                  <a:gd name="T18" fmla="*/ 128 w 128"/>
                  <a:gd name="T19" fmla="*/ 112 h 128"/>
                  <a:gd name="T20" fmla="*/ 128 w 128"/>
                  <a:gd name="T21" fmla="*/ 12 h 128"/>
                  <a:gd name="T22" fmla="*/ 116 w 128"/>
                  <a:gd name="T23" fmla="*/ 0 h 128"/>
                  <a:gd name="T24" fmla="*/ 120 w 128"/>
                  <a:gd name="T25" fmla="*/ 112 h 128"/>
                  <a:gd name="T26" fmla="*/ 112 w 128"/>
                  <a:gd name="T27" fmla="*/ 120 h 128"/>
                  <a:gd name="T28" fmla="*/ 16 w 128"/>
                  <a:gd name="T29" fmla="*/ 120 h 128"/>
                  <a:gd name="T30" fmla="*/ 8 w 128"/>
                  <a:gd name="T31" fmla="*/ 112 h 128"/>
                  <a:gd name="T32" fmla="*/ 8 w 128"/>
                  <a:gd name="T33" fmla="*/ 32 h 128"/>
                  <a:gd name="T34" fmla="*/ 12 w 128"/>
                  <a:gd name="T35" fmla="*/ 28 h 128"/>
                  <a:gd name="T36" fmla="*/ 16 w 128"/>
                  <a:gd name="T37" fmla="*/ 28 h 128"/>
                  <a:gd name="T38" fmla="*/ 16 w 128"/>
                  <a:gd name="T39" fmla="*/ 108 h 128"/>
                  <a:gd name="T40" fmla="*/ 20 w 128"/>
                  <a:gd name="T41" fmla="*/ 112 h 128"/>
                  <a:gd name="T42" fmla="*/ 24 w 128"/>
                  <a:gd name="T43" fmla="*/ 108 h 128"/>
                  <a:gd name="T44" fmla="*/ 24 w 128"/>
                  <a:gd name="T45" fmla="*/ 12 h 128"/>
                  <a:gd name="T46" fmla="*/ 28 w 128"/>
                  <a:gd name="T47" fmla="*/ 8 h 128"/>
                  <a:gd name="T48" fmla="*/ 116 w 128"/>
                  <a:gd name="T49" fmla="*/ 8 h 128"/>
                  <a:gd name="T50" fmla="*/ 120 w 128"/>
                  <a:gd name="T51" fmla="*/ 12 h 128"/>
                  <a:gd name="T52" fmla="*/ 120 w 128"/>
                  <a:gd name="T53" fmla="*/ 112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8" h="128">
                    <a:moveTo>
                      <a:pt x="116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21" y="0"/>
                      <a:pt x="16" y="5"/>
                      <a:pt x="16" y="12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5" y="20"/>
                      <a:pt x="0" y="25"/>
                      <a:pt x="0" y="32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21"/>
                      <a:pt x="7" y="128"/>
                      <a:pt x="16" y="128"/>
                    </a:cubicBezTo>
                    <a:cubicBezTo>
                      <a:pt x="112" y="128"/>
                      <a:pt x="112" y="128"/>
                      <a:pt x="112" y="128"/>
                    </a:cubicBezTo>
                    <a:cubicBezTo>
                      <a:pt x="121" y="128"/>
                      <a:pt x="128" y="121"/>
                      <a:pt x="128" y="112"/>
                    </a:cubicBezTo>
                    <a:cubicBezTo>
                      <a:pt x="128" y="12"/>
                      <a:pt x="128" y="12"/>
                      <a:pt x="128" y="12"/>
                    </a:cubicBezTo>
                    <a:cubicBezTo>
                      <a:pt x="128" y="5"/>
                      <a:pt x="123" y="0"/>
                      <a:pt x="116" y="0"/>
                    </a:cubicBezTo>
                    <a:close/>
                    <a:moveTo>
                      <a:pt x="120" y="112"/>
                    </a:moveTo>
                    <a:cubicBezTo>
                      <a:pt x="120" y="116"/>
                      <a:pt x="116" y="120"/>
                      <a:pt x="112" y="120"/>
                    </a:cubicBezTo>
                    <a:cubicBezTo>
                      <a:pt x="16" y="120"/>
                      <a:pt x="16" y="120"/>
                      <a:pt x="16" y="120"/>
                    </a:cubicBezTo>
                    <a:cubicBezTo>
                      <a:pt x="12" y="120"/>
                      <a:pt x="8" y="116"/>
                      <a:pt x="8" y="11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30"/>
                      <a:pt x="10" y="28"/>
                      <a:pt x="12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108"/>
                      <a:pt x="16" y="108"/>
                      <a:pt x="16" y="108"/>
                    </a:cubicBezTo>
                    <a:cubicBezTo>
                      <a:pt x="16" y="110"/>
                      <a:pt x="18" y="112"/>
                      <a:pt x="20" y="112"/>
                    </a:cubicBezTo>
                    <a:cubicBezTo>
                      <a:pt x="22" y="112"/>
                      <a:pt x="24" y="110"/>
                      <a:pt x="24" y="10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0"/>
                      <a:pt x="26" y="8"/>
                      <a:pt x="28" y="8"/>
                    </a:cubicBezTo>
                    <a:cubicBezTo>
                      <a:pt x="116" y="8"/>
                      <a:pt x="116" y="8"/>
                      <a:pt x="116" y="8"/>
                    </a:cubicBezTo>
                    <a:cubicBezTo>
                      <a:pt x="118" y="8"/>
                      <a:pt x="120" y="10"/>
                      <a:pt x="120" y="12"/>
                    </a:cubicBezTo>
                    <a:lnTo>
                      <a:pt x="120" y="1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67" name="Freeform 86">
                <a:extLst>
                  <a:ext uri="{FF2B5EF4-FFF2-40B4-BE49-F238E27FC236}">
                    <a16:creationId xmlns:a16="http://schemas.microsoft.com/office/drawing/2014/main" id="{81BA8EB2-A06D-41C6-AC48-FFACA74DC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4843" y="3692836"/>
                <a:ext cx="112218" cy="11882"/>
              </a:xfrm>
              <a:custGeom>
                <a:avLst/>
                <a:gdLst>
                  <a:gd name="T0" fmla="*/ 2 w 36"/>
                  <a:gd name="T1" fmla="*/ 4 h 4"/>
                  <a:gd name="T2" fmla="*/ 34 w 36"/>
                  <a:gd name="T3" fmla="*/ 4 h 4"/>
                  <a:gd name="T4" fmla="*/ 36 w 36"/>
                  <a:gd name="T5" fmla="*/ 2 h 4"/>
                  <a:gd name="T6" fmla="*/ 34 w 36"/>
                  <a:gd name="T7" fmla="*/ 0 h 4"/>
                  <a:gd name="T8" fmla="*/ 2 w 36"/>
                  <a:gd name="T9" fmla="*/ 0 h 4"/>
                  <a:gd name="T10" fmla="*/ 0 w 36"/>
                  <a:gd name="T11" fmla="*/ 2 h 4"/>
                  <a:gd name="T12" fmla="*/ 2 w 36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2" y="4"/>
                    </a:move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68" name="Freeform 87">
                <a:extLst>
                  <a:ext uri="{FF2B5EF4-FFF2-40B4-BE49-F238E27FC236}">
                    <a16:creationId xmlns:a16="http://schemas.microsoft.com/office/drawing/2014/main" id="{D2858485-650C-4FB5-A03B-20C31BCD37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4843" y="3655870"/>
                <a:ext cx="112218" cy="11882"/>
              </a:xfrm>
              <a:custGeom>
                <a:avLst/>
                <a:gdLst>
                  <a:gd name="T0" fmla="*/ 2 w 36"/>
                  <a:gd name="T1" fmla="*/ 4 h 4"/>
                  <a:gd name="T2" fmla="*/ 34 w 36"/>
                  <a:gd name="T3" fmla="*/ 4 h 4"/>
                  <a:gd name="T4" fmla="*/ 36 w 36"/>
                  <a:gd name="T5" fmla="*/ 2 h 4"/>
                  <a:gd name="T6" fmla="*/ 34 w 36"/>
                  <a:gd name="T7" fmla="*/ 0 h 4"/>
                  <a:gd name="T8" fmla="*/ 2 w 36"/>
                  <a:gd name="T9" fmla="*/ 0 h 4"/>
                  <a:gd name="T10" fmla="*/ 0 w 36"/>
                  <a:gd name="T11" fmla="*/ 2 h 4"/>
                  <a:gd name="T12" fmla="*/ 2 w 36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2" y="4"/>
                    </a:move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69" name="Freeform 88">
                <a:extLst>
                  <a:ext uri="{FF2B5EF4-FFF2-40B4-BE49-F238E27FC236}">
                    <a16:creationId xmlns:a16="http://schemas.microsoft.com/office/drawing/2014/main" id="{575C799E-4BF8-4BBD-BD02-FA72A424B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4843" y="3617583"/>
                <a:ext cx="112218" cy="13202"/>
              </a:xfrm>
              <a:custGeom>
                <a:avLst/>
                <a:gdLst>
                  <a:gd name="T0" fmla="*/ 2 w 36"/>
                  <a:gd name="T1" fmla="*/ 4 h 4"/>
                  <a:gd name="T2" fmla="*/ 34 w 36"/>
                  <a:gd name="T3" fmla="*/ 4 h 4"/>
                  <a:gd name="T4" fmla="*/ 36 w 36"/>
                  <a:gd name="T5" fmla="*/ 2 h 4"/>
                  <a:gd name="T6" fmla="*/ 34 w 36"/>
                  <a:gd name="T7" fmla="*/ 0 h 4"/>
                  <a:gd name="T8" fmla="*/ 2 w 36"/>
                  <a:gd name="T9" fmla="*/ 0 h 4"/>
                  <a:gd name="T10" fmla="*/ 0 w 36"/>
                  <a:gd name="T11" fmla="*/ 2 h 4"/>
                  <a:gd name="T12" fmla="*/ 2 w 36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2" y="4"/>
                    </a:move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0" name="Freeform 89">
                <a:extLst>
                  <a:ext uri="{FF2B5EF4-FFF2-40B4-BE49-F238E27FC236}">
                    <a16:creationId xmlns:a16="http://schemas.microsoft.com/office/drawing/2014/main" id="{4B8A6FF8-70DA-4E5F-A7D0-B02E08312D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541" y="3880306"/>
                <a:ext cx="112218" cy="11882"/>
              </a:xfrm>
              <a:custGeom>
                <a:avLst/>
                <a:gdLst>
                  <a:gd name="T0" fmla="*/ 34 w 36"/>
                  <a:gd name="T1" fmla="*/ 0 h 4"/>
                  <a:gd name="T2" fmla="*/ 2 w 36"/>
                  <a:gd name="T3" fmla="*/ 0 h 4"/>
                  <a:gd name="T4" fmla="*/ 0 w 36"/>
                  <a:gd name="T5" fmla="*/ 2 h 4"/>
                  <a:gd name="T6" fmla="*/ 2 w 36"/>
                  <a:gd name="T7" fmla="*/ 4 h 4"/>
                  <a:gd name="T8" fmla="*/ 34 w 36"/>
                  <a:gd name="T9" fmla="*/ 4 h 4"/>
                  <a:gd name="T10" fmla="*/ 36 w 36"/>
                  <a:gd name="T11" fmla="*/ 2 h 4"/>
                  <a:gd name="T12" fmla="*/ 34 w 3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3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1" name="Freeform 90">
                <a:extLst>
                  <a:ext uri="{FF2B5EF4-FFF2-40B4-BE49-F238E27FC236}">
                    <a16:creationId xmlns:a16="http://schemas.microsoft.com/office/drawing/2014/main" id="{D6AF4E9B-27FC-4BF7-9346-7411DFFDB0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541" y="3843340"/>
                <a:ext cx="112218" cy="11882"/>
              </a:xfrm>
              <a:custGeom>
                <a:avLst/>
                <a:gdLst>
                  <a:gd name="T0" fmla="*/ 34 w 36"/>
                  <a:gd name="T1" fmla="*/ 0 h 4"/>
                  <a:gd name="T2" fmla="*/ 2 w 36"/>
                  <a:gd name="T3" fmla="*/ 0 h 4"/>
                  <a:gd name="T4" fmla="*/ 0 w 36"/>
                  <a:gd name="T5" fmla="*/ 2 h 4"/>
                  <a:gd name="T6" fmla="*/ 2 w 36"/>
                  <a:gd name="T7" fmla="*/ 4 h 4"/>
                  <a:gd name="T8" fmla="*/ 34 w 36"/>
                  <a:gd name="T9" fmla="*/ 4 h 4"/>
                  <a:gd name="T10" fmla="*/ 36 w 36"/>
                  <a:gd name="T11" fmla="*/ 2 h 4"/>
                  <a:gd name="T12" fmla="*/ 34 w 3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3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2" name="Freeform 91">
                <a:extLst>
                  <a:ext uri="{FF2B5EF4-FFF2-40B4-BE49-F238E27FC236}">
                    <a16:creationId xmlns:a16="http://schemas.microsoft.com/office/drawing/2014/main" id="{8825764E-94DC-4EB9-BC3B-B65416438F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541" y="3805053"/>
                <a:ext cx="112218" cy="13202"/>
              </a:xfrm>
              <a:custGeom>
                <a:avLst/>
                <a:gdLst>
                  <a:gd name="T0" fmla="*/ 34 w 36"/>
                  <a:gd name="T1" fmla="*/ 0 h 4"/>
                  <a:gd name="T2" fmla="*/ 2 w 36"/>
                  <a:gd name="T3" fmla="*/ 0 h 4"/>
                  <a:gd name="T4" fmla="*/ 0 w 36"/>
                  <a:gd name="T5" fmla="*/ 2 h 4"/>
                  <a:gd name="T6" fmla="*/ 2 w 36"/>
                  <a:gd name="T7" fmla="*/ 4 h 4"/>
                  <a:gd name="T8" fmla="*/ 34 w 36"/>
                  <a:gd name="T9" fmla="*/ 4 h 4"/>
                  <a:gd name="T10" fmla="*/ 36 w 36"/>
                  <a:gd name="T11" fmla="*/ 2 h 4"/>
                  <a:gd name="T12" fmla="*/ 34 w 3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3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3" name="Freeform 92">
                <a:extLst>
                  <a:ext uri="{FF2B5EF4-FFF2-40B4-BE49-F238E27FC236}">
                    <a16:creationId xmlns:a16="http://schemas.microsoft.com/office/drawing/2014/main" id="{0060D318-007A-4F3E-8BB0-1151FA4B3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4843" y="3880306"/>
                <a:ext cx="112218" cy="11882"/>
              </a:xfrm>
              <a:custGeom>
                <a:avLst/>
                <a:gdLst>
                  <a:gd name="T0" fmla="*/ 34 w 36"/>
                  <a:gd name="T1" fmla="*/ 0 h 4"/>
                  <a:gd name="T2" fmla="*/ 2 w 36"/>
                  <a:gd name="T3" fmla="*/ 0 h 4"/>
                  <a:gd name="T4" fmla="*/ 0 w 36"/>
                  <a:gd name="T5" fmla="*/ 2 h 4"/>
                  <a:gd name="T6" fmla="*/ 2 w 36"/>
                  <a:gd name="T7" fmla="*/ 4 h 4"/>
                  <a:gd name="T8" fmla="*/ 34 w 36"/>
                  <a:gd name="T9" fmla="*/ 4 h 4"/>
                  <a:gd name="T10" fmla="*/ 36 w 36"/>
                  <a:gd name="T11" fmla="*/ 2 h 4"/>
                  <a:gd name="T12" fmla="*/ 34 w 3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3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4" name="Freeform 93">
                <a:extLst>
                  <a:ext uri="{FF2B5EF4-FFF2-40B4-BE49-F238E27FC236}">
                    <a16:creationId xmlns:a16="http://schemas.microsoft.com/office/drawing/2014/main" id="{C1717355-59B2-4C07-98C6-AD9107506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4843" y="3843340"/>
                <a:ext cx="112218" cy="11882"/>
              </a:xfrm>
              <a:custGeom>
                <a:avLst/>
                <a:gdLst>
                  <a:gd name="T0" fmla="*/ 34 w 36"/>
                  <a:gd name="T1" fmla="*/ 0 h 4"/>
                  <a:gd name="T2" fmla="*/ 2 w 36"/>
                  <a:gd name="T3" fmla="*/ 0 h 4"/>
                  <a:gd name="T4" fmla="*/ 0 w 36"/>
                  <a:gd name="T5" fmla="*/ 2 h 4"/>
                  <a:gd name="T6" fmla="*/ 2 w 36"/>
                  <a:gd name="T7" fmla="*/ 4 h 4"/>
                  <a:gd name="T8" fmla="*/ 34 w 36"/>
                  <a:gd name="T9" fmla="*/ 4 h 4"/>
                  <a:gd name="T10" fmla="*/ 36 w 36"/>
                  <a:gd name="T11" fmla="*/ 2 h 4"/>
                  <a:gd name="T12" fmla="*/ 34 w 3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3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5" name="Freeform 94">
                <a:extLst>
                  <a:ext uri="{FF2B5EF4-FFF2-40B4-BE49-F238E27FC236}">
                    <a16:creationId xmlns:a16="http://schemas.microsoft.com/office/drawing/2014/main" id="{0ACD3A56-3E41-4F06-851F-59F9BCA8C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4843" y="3805053"/>
                <a:ext cx="112218" cy="13202"/>
              </a:xfrm>
              <a:custGeom>
                <a:avLst/>
                <a:gdLst>
                  <a:gd name="T0" fmla="*/ 34 w 36"/>
                  <a:gd name="T1" fmla="*/ 0 h 4"/>
                  <a:gd name="T2" fmla="*/ 2 w 36"/>
                  <a:gd name="T3" fmla="*/ 0 h 4"/>
                  <a:gd name="T4" fmla="*/ 0 w 36"/>
                  <a:gd name="T5" fmla="*/ 2 h 4"/>
                  <a:gd name="T6" fmla="*/ 2 w 36"/>
                  <a:gd name="T7" fmla="*/ 4 h 4"/>
                  <a:gd name="T8" fmla="*/ 34 w 36"/>
                  <a:gd name="T9" fmla="*/ 4 h 4"/>
                  <a:gd name="T10" fmla="*/ 36 w 36"/>
                  <a:gd name="T11" fmla="*/ 2 h 4"/>
                  <a:gd name="T12" fmla="*/ 34 w 3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4">
                    <a:moveTo>
                      <a:pt x="3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6" y="3"/>
                      <a:pt x="36" y="2"/>
                    </a:cubicBezTo>
                    <a:cubicBezTo>
                      <a:pt x="36" y="1"/>
                      <a:pt x="3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6" name="Freeform 95">
                <a:extLst>
                  <a:ext uri="{FF2B5EF4-FFF2-40B4-BE49-F238E27FC236}">
                    <a16:creationId xmlns:a16="http://schemas.microsoft.com/office/drawing/2014/main" id="{EFA5666E-FA35-47AD-B7BA-600215546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541" y="3729802"/>
                <a:ext cx="249520" cy="13202"/>
              </a:xfrm>
              <a:custGeom>
                <a:avLst/>
                <a:gdLst>
                  <a:gd name="T0" fmla="*/ 78 w 80"/>
                  <a:gd name="T1" fmla="*/ 0 h 4"/>
                  <a:gd name="T2" fmla="*/ 2 w 80"/>
                  <a:gd name="T3" fmla="*/ 0 h 4"/>
                  <a:gd name="T4" fmla="*/ 0 w 80"/>
                  <a:gd name="T5" fmla="*/ 2 h 4"/>
                  <a:gd name="T6" fmla="*/ 2 w 80"/>
                  <a:gd name="T7" fmla="*/ 4 h 4"/>
                  <a:gd name="T8" fmla="*/ 78 w 80"/>
                  <a:gd name="T9" fmla="*/ 4 h 4"/>
                  <a:gd name="T10" fmla="*/ 80 w 80"/>
                  <a:gd name="T11" fmla="*/ 2 h 4"/>
                  <a:gd name="T12" fmla="*/ 78 w 80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4">
                    <a:moveTo>
                      <a:pt x="7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78" y="4"/>
                      <a:pt x="78" y="4"/>
                      <a:pt x="78" y="4"/>
                    </a:cubicBezTo>
                    <a:cubicBezTo>
                      <a:pt x="79" y="4"/>
                      <a:pt x="80" y="3"/>
                      <a:pt x="80" y="2"/>
                    </a:cubicBezTo>
                    <a:cubicBezTo>
                      <a:pt x="80" y="1"/>
                      <a:pt x="79" y="0"/>
                      <a:pt x="7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7" name="Freeform 96">
                <a:extLst>
                  <a:ext uri="{FF2B5EF4-FFF2-40B4-BE49-F238E27FC236}">
                    <a16:creationId xmlns:a16="http://schemas.microsoft.com/office/drawing/2014/main" id="{C2A6C36B-3110-4933-8EB3-A493F6371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541" y="3768087"/>
                <a:ext cx="249520" cy="11882"/>
              </a:xfrm>
              <a:custGeom>
                <a:avLst/>
                <a:gdLst>
                  <a:gd name="T0" fmla="*/ 78 w 80"/>
                  <a:gd name="T1" fmla="*/ 0 h 4"/>
                  <a:gd name="T2" fmla="*/ 2 w 80"/>
                  <a:gd name="T3" fmla="*/ 0 h 4"/>
                  <a:gd name="T4" fmla="*/ 0 w 80"/>
                  <a:gd name="T5" fmla="*/ 2 h 4"/>
                  <a:gd name="T6" fmla="*/ 2 w 80"/>
                  <a:gd name="T7" fmla="*/ 4 h 4"/>
                  <a:gd name="T8" fmla="*/ 78 w 80"/>
                  <a:gd name="T9" fmla="*/ 4 h 4"/>
                  <a:gd name="T10" fmla="*/ 80 w 80"/>
                  <a:gd name="T11" fmla="*/ 2 h 4"/>
                  <a:gd name="T12" fmla="*/ 78 w 80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4">
                    <a:moveTo>
                      <a:pt x="7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78" y="4"/>
                      <a:pt x="78" y="4"/>
                      <a:pt x="78" y="4"/>
                    </a:cubicBezTo>
                    <a:cubicBezTo>
                      <a:pt x="79" y="4"/>
                      <a:pt x="80" y="3"/>
                      <a:pt x="80" y="2"/>
                    </a:cubicBezTo>
                    <a:cubicBezTo>
                      <a:pt x="80" y="1"/>
                      <a:pt x="79" y="0"/>
                      <a:pt x="7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8" name="Freeform 97">
                <a:extLst>
                  <a:ext uri="{FF2B5EF4-FFF2-40B4-BE49-F238E27FC236}">
                    <a16:creationId xmlns:a16="http://schemas.microsoft.com/office/drawing/2014/main" id="{F55CFB22-4311-431C-A1ED-9074E570E4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7541" y="3592500"/>
                <a:ext cx="112218" cy="112218"/>
              </a:xfrm>
              <a:custGeom>
                <a:avLst/>
                <a:gdLst>
                  <a:gd name="T0" fmla="*/ 4 w 36"/>
                  <a:gd name="T1" fmla="*/ 36 h 36"/>
                  <a:gd name="T2" fmla="*/ 32 w 36"/>
                  <a:gd name="T3" fmla="*/ 36 h 36"/>
                  <a:gd name="T4" fmla="*/ 36 w 36"/>
                  <a:gd name="T5" fmla="*/ 32 h 36"/>
                  <a:gd name="T6" fmla="*/ 36 w 36"/>
                  <a:gd name="T7" fmla="*/ 4 h 36"/>
                  <a:gd name="T8" fmla="*/ 32 w 36"/>
                  <a:gd name="T9" fmla="*/ 0 h 36"/>
                  <a:gd name="T10" fmla="*/ 4 w 36"/>
                  <a:gd name="T11" fmla="*/ 0 h 36"/>
                  <a:gd name="T12" fmla="*/ 0 w 36"/>
                  <a:gd name="T13" fmla="*/ 4 h 36"/>
                  <a:gd name="T14" fmla="*/ 0 w 36"/>
                  <a:gd name="T15" fmla="*/ 32 h 36"/>
                  <a:gd name="T16" fmla="*/ 4 w 36"/>
                  <a:gd name="T17" fmla="*/ 36 h 36"/>
                  <a:gd name="T18" fmla="*/ 8 w 36"/>
                  <a:gd name="T19" fmla="*/ 8 h 36"/>
                  <a:gd name="T20" fmla="*/ 28 w 36"/>
                  <a:gd name="T21" fmla="*/ 8 h 36"/>
                  <a:gd name="T22" fmla="*/ 28 w 36"/>
                  <a:gd name="T23" fmla="*/ 28 h 36"/>
                  <a:gd name="T24" fmla="*/ 8 w 36"/>
                  <a:gd name="T25" fmla="*/ 28 h 36"/>
                  <a:gd name="T26" fmla="*/ 8 w 36"/>
                  <a:gd name="T27" fmla="*/ 8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6" h="36">
                    <a:moveTo>
                      <a:pt x="4" y="36"/>
                    </a:moveTo>
                    <a:cubicBezTo>
                      <a:pt x="32" y="36"/>
                      <a:pt x="32" y="36"/>
                      <a:pt x="32" y="36"/>
                    </a:cubicBezTo>
                    <a:cubicBezTo>
                      <a:pt x="34" y="36"/>
                      <a:pt x="36" y="34"/>
                      <a:pt x="36" y="32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2"/>
                      <a:pt x="34" y="0"/>
                      <a:pt x="3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4"/>
                      <a:pt x="2" y="36"/>
                      <a:pt x="4" y="36"/>
                    </a:cubicBezTo>
                    <a:close/>
                    <a:moveTo>
                      <a:pt x="8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8" y="28"/>
                      <a:pt x="8" y="28"/>
                      <a:pt x="8" y="28"/>
                    </a:cubicBezTo>
                    <a:lnTo>
                      <a:pt x="8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CE7F0B1-32E4-4E55-8B56-06931D2D9971}"/>
              </a:ext>
            </a:extLst>
          </p:cNvPr>
          <p:cNvGrpSpPr/>
          <p:nvPr/>
        </p:nvGrpSpPr>
        <p:grpSpPr>
          <a:xfrm>
            <a:off x="6771980" y="2987426"/>
            <a:ext cx="1080000" cy="1080000"/>
            <a:chOff x="5561787" y="1870695"/>
            <a:chExt cx="1080000" cy="1080000"/>
          </a:xfrm>
        </p:grpSpPr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769362B1-D25C-4D72-92A8-83E4A24D8DB9}"/>
                </a:ext>
              </a:extLst>
            </p:cNvPr>
            <p:cNvSpPr/>
            <p:nvPr/>
          </p:nvSpPr>
          <p:spPr>
            <a:xfrm>
              <a:off x="5561787" y="1870695"/>
              <a:ext cx="1080000" cy="108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3547DE3D-2630-477C-982B-BEAFF868269B}"/>
                </a:ext>
              </a:extLst>
            </p:cNvPr>
            <p:cNvGrpSpPr/>
            <p:nvPr/>
          </p:nvGrpSpPr>
          <p:grpSpPr>
            <a:xfrm>
              <a:off x="5757165" y="2074243"/>
              <a:ext cx="692560" cy="692561"/>
              <a:chOff x="4446032" y="4426318"/>
              <a:chExt cx="819291" cy="819292"/>
            </a:xfrm>
          </p:grpSpPr>
          <p:sp>
            <p:nvSpPr>
              <p:cNvPr id="82" name="Freeform 5">
                <a:extLst>
                  <a:ext uri="{FF2B5EF4-FFF2-40B4-BE49-F238E27FC236}">
                    <a16:creationId xmlns:a16="http://schemas.microsoft.com/office/drawing/2014/main" id="{388F98F4-EDA9-4C98-B3B6-C70A6C0C7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6032" y="4999648"/>
                <a:ext cx="219214" cy="99432"/>
              </a:xfrm>
              <a:custGeom>
                <a:avLst/>
                <a:gdLst>
                  <a:gd name="T0" fmla="*/ 708 w 713"/>
                  <a:gd name="T1" fmla="*/ 45 h 323"/>
                  <a:gd name="T2" fmla="*/ 711 w 713"/>
                  <a:gd name="T3" fmla="*/ 12 h 323"/>
                  <a:gd name="T4" fmla="*/ 697 w 713"/>
                  <a:gd name="T5" fmla="*/ 1 h 323"/>
                  <a:gd name="T6" fmla="*/ 11 w 713"/>
                  <a:gd name="T7" fmla="*/ 270 h 323"/>
                  <a:gd name="T8" fmla="*/ 11 w 713"/>
                  <a:gd name="T9" fmla="*/ 312 h 323"/>
                  <a:gd name="T10" fmla="*/ 53 w 713"/>
                  <a:gd name="T11" fmla="*/ 312 h 323"/>
                  <a:gd name="T12" fmla="*/ 693 w 713"/>
                  <a:gd name="T13" fmla="*/ 61 h 323"/>
                  <a:gd name="T14" fmla="*/ 708 w 713"/>
                  <a:gd name="T15" fmla="*/ 45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3" h="323">
                    <a:moveTo>
                      <a:pt x="708" y="45"/>
                    </a:moveTo>
                    <a:cubicBezTo>
                      <a:pt x="709" y="34"/>
                      <a:pt x="710" y="23"/>
                      <a:pt x="711" y="12"/>
                    </a:cubicBezTo>
                    <a:cubicBezTo>
                      <a:pt x="713" y="0"/>
                      <a:pt x="703" y="0"/>
                      <a:pt x="697" y="1"/>
                    </a:cubicBezTo>
                    <a:cubicBezTo>
                      <a:pt x="448" y="29"/>
                      <a:pt x="202" y="80"/>
                      <a:pt x="11" y="270"/>
                    </a:cubicBezTo>
                    <a:cubicBezTo>
                      <a:pt x="0" y="281"/>
                      <a:pt x="0" y="300"/>
                      <a:pt x="11" y="312"/>
                    </a:cubicBezTo>
                    <a:cubicBezTo>
                      <a:pt x="23" y="323"/>
                      <a:pt x="42" y="323"/>
                      <a:pt x="53" y="312"/>
                    </a:cubicBezTo>
                    <a:cubicBezTo>
                      <a:pt x="216" y="148"/>
                      <a:pt x="438" y="92"/>
                      <a:pt x="693" y="61"/>
                    </a:cubicBezTo>
                    <a:cubicBezTo>
                      <a:pt x="704" y="60"/>
                      <a:pt x="707" y="53"/>
                      <a:pt x="708" y="45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3" name="Freeform 6">
                <a:extLst>
                  <a:ext uri="{FF2B5EF4-FFF2-40B4-BE49-F238E27FC236}">
                    <a16:creationId xmlns:a16="http://schemas.microsoft.com/office/drawing/2014/main" id="{4EF8906F-A532-4DB1-9FCA-E16D99DC09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997" y="4426318"/>
                <a:ext cx="401796" cy="586122"/>
              </a:xfrm>
              <a:custGeom>
                <a:avLst/>
                <a:gdLst>
                  <a:gd name="T0" fmla="*/ 1294 w 1306"/>
                  <a:gd name="T1" fmla="*/ 11 h 1904"/>
                  <a:gd name="T2" fmla="*/ 1252 w 1306"/>
                  <a:gd name="T3" fmla="*/ 11 h 1904"/>
                  <a:gd name="T4" fmla="*/ 968 w 1306"/>
                  <a:gd name="T5" fmla="*/ 841 h 1904"/>
                  <a:gd name="T6" fmla="*/ 728 w 1306"/>
                  <a:gd name="T7" fmla="*/ 1607 h 1904"/>
                  <a:gd name="T8" fmla="*/ 6 w 1306"/>
                  <a:gd name="T9" fmla="*/ 1843 h 1904"/>
                  <a:gd name="T10" fmla="*/ 0 w 1306"/>
                  <a:gd name="T11" fmla="*/ 1904 h 1904"/>
                  <a:gd name="T12" fmla="*/ 10 w 1306"/>
                  <a:gd name="T13" fmla="*/ 1903 h 1904"/>
                  <a:gd name="T14" fmla="*/ 770 w 1306"/>
                  <a:gd name="T15" fmla="*/ 1650 h 1904"/>
                  <a:gd name="T16" fmla="*/ 1023 w 1306"/>
                  <a:gd name="T17" fmla="*/ 890 h 1904"/>
                  <a:gd name="T18" fmla="*/ 1027 w 1306"/>
                  <a:gd name="T19" fmla="*/ 847 h 1904"/>
                  <a:gd name="T20" fmla="*/ 1294 w 1306"/>
                  <a:gd name="T21" fmla="*/ 53 h 1904"/>
                  <a:gd name="T22" fmla="*/ 1294 w 1306"/>
                  <a:gd name="T23" fmla="*/ 11 h 19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06" h="1904">
                    <a:moveTo>
                      <a:pt x="1294" y="11"/>
                    </a:moveTo>
                    <a:cubicBezTo>
                      <a:pt x="1282" y="0"/>
                      <a:pt x="1264" y="0"/>
                      <a:pt x="1252" y="11"/>
                    </a:cubicBezTo>
                    <a:cubicBezTo>
                      <a:pt x="1027" y="238"/>
                      <a:pt x="997" y="543"/>
                      <a:pt x="968" y="841"/>
                    </a:cubicBezTo>
                    <a:cubicBezTo>
                      <a:pt x="942" y="1127"/>
                      <a:pt x="914" y="1424"/>
                      <a:pt x="728" y="1607"/>
                    </a:cubicBezTo>
                    <a:cubicBezTo>
                      <a:pt x="554" y="1784"/>
                      <a:pt x="279" y="1818"/>
                      <a:pt x="6" y="1843"/>
                    </a:cubicBezTo>
                    <a:cubicBezTo>
                      <a:pt x="4" y="1863"/>
                      <a:pt x="2" y="1883"/>
                      <a:pt x="0" y="1904"/>
                    </a:cubicBezTo>
                    <a:cubicBezTo>
                      <a:pt x="10" y="1903"/>
                      <a:pt x="10" y="1903"/>
                      <a:pt x="10" y="1903"/>
                    </a:cubicBezTo>
                    <a:cubicBezTo>
                      <a:pt x="285" y="1876"/>
                      <a:pt x="569" y="1848"/>
                      <a:pt x="770" y="1650"/>
                    </a:cubicBezTo>
                    <a:cubicBezTo>
                      <a:pt x="968" y="1449"/>
                      <a:pt x="996" y="1165"/>
                      <a:pt x="1023" y="890"/>
                    </a:cubicBezTo>
                    <a:cubicBezTo>
                      <a:pt x="1027" y="847"/>
                      <a:pt x="1027" y="847"/>
                      <a:pt x="1027" y="847"/>
                    </a:cubicBezTo>
                    <a:cubicBezTo>
                      <a:pt x="1057" y="528"/>
                      <a:pt x="1097" y="248"/>
                      <a:pt x="1294" y="53"/>
                    </a:cubicBezTo>
                    <a:cubicBezTo>
                      <a:pt x="1306" y="42"/>
                      <a:pt x="1306" y="23"/>
                      <a:pt x="1294" y="11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4" name="Freeform 7">
                <a:extLst>
                  <a:ext uri="{FF2B5EF4-FFF2-40B4-BE49-F238E27FC236}">
                    <a16:creationId xmlns:a16="http://schemas.microsoft.com/office/drawing/2014/main" id="{E47DB9F2-F717-4F7C-8C3A-F07DE5BC8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2562" y="4658325"/>
                <a:ext cx="412844" cy="587285"/>
              </a:xfrm>
              <a:custGeom>
                <a:avLst/>
                <a:gdLst>
                  <a:gd name="T0" fmla="*/ 257 w 1342"/>
                  <a:gd name="T1" fmla="*/ 1260 h 1909"/>
                  <a:gd name="T2" fmla="*/ 12 w 1342"/>
                  <a:gd name="T3" fmla="*/ 1855 h 1909"/>
                  <a:gd name="T4" fmla="*/ 12 w 1342"/>
                  <a:gd name="T5" fmla="*/ 1897 h 1909"/>
                  <a:gd name="T6" fmla="*/ 54 w 1342"/>
                  <a:gd name="T7" fmla="*/ 1897 h 1909"/>
                  <a:gd name="T8" fmla="*/ 318 w 1342"/>
                  <a:gd name="T9" fmla="*/ 1253 h 1909"/>
                  <a:gd name="T10" fmla="*/ 339 w 1342"/>
                  <a:gd name="T11" fmla="*/ 1059 h 1909"/>
                  <a:gd name="T12" fmla="*/ 578 w 1342"/>
                  <a:gd name="T13" fmla="*/ 301 h 1909"/>
                  <a:gd name="T14" fmla="*/ 1327 w 1342"/>
                  <a:gd name="T15" fmla="*/ 62 h 1909"/>
                  <a:gd name="T16" fmla="*/ 1338 w 1342"/>
                  <a:gd name="T17" fmla="*/ 50 h 1909"/>
                  <a:gd name="T18" fmla="*/ 1342 w 1342"/>
                  <a:gd name="T19" fmla="*/ 12 h 1909"/>
                  <a:gd name="T20" fmla="*/ 1333 w 1342"/>
                  <a:gd name="T21" fmla="*/ 2 h 1909"/>
                  <a:gd name="T22" fmla="*/ 1295 w 1342"/>
                  <a:gd name="T23" fmla="*/ 6 h 1909"/>
                  <a:gd name="T24" fmla="*/ 536 w 1342"/>
                  <a:gd name="T25" fmla="*/ 259 h 1909"/>
                  <a:gd name="T26" fmla="*/ 283 w 1342"/>
                  <a:gd name="T27" fmla="*/ 1018 h 1909"/>
                  <a:gd name="T28" fmla="*/ 257 w 1342"/>
                  <a:gd name="T29" fmla="*/ 1260 h 1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42" h="1909">
                    <a:moveTo>
                      <a:pt x="257" y="1260"/>
                    </a:moveTo>
                    <a:cubicBezTo>
                      <a:pt x="224" y="1496"/>
                      <a:pt x="166" y="1702"/>
                      <a:pt x="12" y="1855"/>
                    </a:cubicBezTo>
                    <a:cubicBezTo>
                      <a:pt x="0" y="1867"/>
                      <a:pt x="0" y="1886"/>
                      <a:pt x="12" y="1897"/>
                    </a:cubicBezTo>
                    <a:cubicBezTo>
                      <a:pt x="24" y="1909"/>
                      <a:pt x="42" y="1909"/>
                      <a:pt x="54" y="1897"/>
                    </a:cubicBezTo>
                    <a:cubicBezTo>
                      <a:pt x="232" y="1718"/>
                      <a:pt x="288" y="1489"/>
                      <a:pt x="318" y="1253"/>
                    </a:cubicBezTo>
                    <a:cubicBezTo>
                      <a:pt x="339" y="1059"/>
                      <a:pt x="339" y="1059"/>
                      <a:pt x="339" y="1059"/>
                    </a:cubicBezTo>
                    <a:cubicBezTo>
                      <a:pt x="365" y="775"/>
                      <a:pt x="394" y="483"/>
                      <a:pt x="578" y="301"/>
                    </a:cubicBezTo>
                    <a:cubicBezTo>
                      <a:pt x="758" y="119"/>
                      <a:pt x="1045" y="88"/>
                      <a:pt x="1327" y="62"/>
                    </a:cubicBezTo>
                    <a:cubicBezTo>
                      <a:pt x="1330" y="62"/>
                      <a:pt x="1337" y="54"/>
                      <a:pt x="1338" y="50"/>
                    </a:cubicBezTo>
                    <a:cubicBezTo>
                      <a:pt x="1339" y="38"/>
                      <a:pt x="1340" y="25"/>
                      <a:pt x="1342" y="12"/>
                    </a:cubicBezTo>
                    <a:cubicBezTo>
                      <a:pt x="1342" y="4"/>
                      <a:pt x="1338" y="0"/>
                      <a:pt x="1333" y="2"/>
                    </a:cubicBezTo>
                    <a:cubicBezTo>
                      <a:pt x="1295" y="6"/>
                      <a:pt x="1295" y="6"/>
                      <a:pt x="1295" y="6"/>
                    </a:cubicBezTo>
                    <a:cubicBezTo>
                      <a:pt x="1021" y="33"/>
                      <a:pt x="737" y="60"/>
                      <a:pt x="536" y="259"/>
                    </a:cubicBezTo>
                    <a:cubicBezTo>
                      <a:pt x="338" y="460"/>
                      <a:pt x="310" y="743"/>
                      <a:pt x="283" y="1018"/>
                    </a:cubicBezTo>
                    <a:lnTo>
                      <a:pt x="257" y="1260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5" name="Freeform 8">
                <a:extLst>
                  <a:ext uri="{FF2B5EF4-FFF2-40B4-BE49-F238E27FC236}">
                    <a16:creationId xmlns:a16="http://schemas.microsoft.com/office/drawing/2014/main" id="{A49FC5BC-03A6-441B-8E1D-9DB0821A83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1783" y="4717635"/>
                <a:ext cx="115712" cy="113968"/>
              </a:xfrm>
              <a:custGeom>
                <a:avLst/>
                <a:gdLst>
                  <a:gd name="T0" fmla="*/ 365 w 376"/>
                  <a:gd name="T1" fmla="*/ 356 h 371"/>
                  <a:gd name="T2" fmla="*/ 372 w 376"/>
                  <a:gd name="T3" fmla="*/ 331 h 371"/>
                  <a:gd name="T4" fmla="*/ 360 w 376"/>
                  <a:gd name="T5" fmla="*/ 294 h 371"/>
                  <a:gd name="T6" fmla="*/ 80 w 376"/>
                  <a:gd name="T7" fmla="*/ 14 h 371"/>
                  <a:gd name="T8" fmla="*/ 44 w 376"/>
                  <a:gd name="T9" fmla="*/ 3 h 371"/>
                  <a:gd name="T10" fmla="*/ 18 w 376"/>
                  <a:gd name="T11" fmla="*/ 11 h 371"/>
                  <a:gd name="T12" fmla="*/ 14 w 376"/>
                  <a:gd name="T13" fmla="*/ 36 h 371"/>
                  <a:gd name="T14" fmla="*/ 336 w 376"/>
                  <a:gd name="T15" fmla="*/ 358 h 371"/>
                  <a:gd name="T16" fmla="*/ 365 w 376"/>
                  <a:gd name="T17" fmla="*/ 356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6" h="371">
                    <a:moveTo>
                      <a:pt x="365" y="356"/>
                    </a:moveTo>
                    <a:cubicBezTo>
                      <a:pt x="367" y="348"/>
                      <a:pt x="370" y="339"/>
                      <a:pt x="372" y="331"/>
                    </a:cubicBezTo>
                    <a:cubicBezTo>
                      <a:pt x="376" y="318"/>
                      <a:pt x="375" y="309"/>
                      <a:pt x="360" y="294"/>
                    </a:cubicBezTo>
                    <a:cubicBezTo>
                      <a:pt x="298" y="232"/>
                      <a:pt x="93" y="27"/>
                      <a:pt x="80" y="14"/>
                    </a:cubicBezTo>
                    <a:cubicBezTo>
                      <a:pt x="65" y="0"/>
                      <a:pt x="51" y="1"/>
                      <a:pt x="44" y="3"/>
                    </a:cubicBezTo>
                    <a:cubicBezTo>
                      <a:pt x="35" y="6"/>
                      <a:pt x="26" y="8"/>
                      <a:pt x="18" y="11"/>
                    </a:cubicBezTo>
                    <a:cubicBezTo>
                      <a:pt x="11" y="14"/>
                      <a:pt x="0" y="23"/>
                      <a:pt x="14" y="36"/>
                    </a:cubicBezTo>
                    <a:cubicBezTo>
                      <a:pt x="26" y="48"/>
                      <a:pt x="263" y="285"/>
                      <a:pt x="336" y="358"/>
                    </a:cubicBezTo>
                    <a:cubicBezTo>
                      <a:pt x="349" y="371"/>
                      <a:pt x="362" y="364"/>
                      <a:pt x="365" y="356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6" name="Freeform 10">
                <a:extLst>
                  <a:ext uri="{FF2B5EF4-FFF2-40B4-BE49-F238E27FC236}">
                    <a16:creationId xmlns:a16="http://schemas.microsoft.com/office/drawing/2014/main" id="{9522DA13-45F0-4027-8A49-326F8BDA9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6192" y="4758338"/>
                <a:ext cx="154089" cy="151764"/>
              </a:xfrm>
              <a:custGeom>
                <a:avLst/>
                <a:gdLst>
                  <a:gd name="T0" fmla="*/ 475 w 499"/>
                  <a:gd name="T1" fmla="*/ 479 h 493"/>
                  <a:gd name="T2" fmla="*/ 484 w 499"/>
                  <a:gd name="T3" fmla="*/ 469 h 493"/>
                  <a:gd name="T4" fmla="*/ 480 w 499"/>
                  <a:gd name="T5" fmla="*/ 435 h 493"/>
                  <a:gd name="T6" fmla="*/ 58 w 499"/>
                  <a:gd name="T7" fmla="*/ 12 h 493"/>
                  <a:gd name="T8" fmla="*/ 33 w 499"/>
                  <a:gd name="T9" fmla="*/ 5 h 493"/>
                  <a:gd name="T10" fmla="*/ 9 w 499"/>
                  <a:gd name="T11" fmla="*/ 28 h 493"/>
                  <a:gd name="T12" fmla="*/ 13 w 499"/>
                  <a:gd name="T13" fmla="*/ 55 h 493"/>
                  <a:gd name="T14" fmla="*/ 438 w 499"/>
                  <a:gd name="T15" fmla="*/ 480 h 493"/>
                  <a:gd name="T16" fmla="*/ 475 w 499"/>
                  <a:gd name="T17" fmla="*/ 479 h 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9" h="493">
                    <a:moveTo>
                      <a:pt x="475" y="479"/>
                    </a:moveTo>
                    <a:cubicBezTo>
                      <a:pt x="478" y="476"/>
                      <a:pt x="481" y="472"/>
                      <a:pt x="484" y="469"/>
                    </a:cubicBezTo>
                    <a:cubicBezTo>
                      <a:pt x="499" y="452"/>
                      <a:pt x="490" y="445"/>
                      <a:pt x="480" y="435"/>
                    </a:cubicBezTo>
                    <a:cubicBezTo>
                      <a:pt x="480" y="435"/>
                      <a:pt x="71" y="24"/>
                      <a:pt x="58" y="12"/>
                    </a:cubicBezTo>
                    <a:cubicBezTo>
                      <a:pt x="45" y="0"/>
                      <a:pt x="36" y="2"/>
                      <a:pt x="33" y="5"/>
                    </a:cubicBezTo>
                    <a:cubicBezTo>
                      <a:pt x="25" y="13"/>
                      <a:pt x="17" y="20"/>
                      <a:pt x="9" y="28"/>
                    </a:cubicBezTo>
                    <a:cubicBezTo>
                      <a:pt x="5" y="32"/>
                      <a:pt x="0" y="41"/>
                      <a:pt x="13" y="55"/>
                    </a:cubicBezTo>
                    <a:cubicBezTo>
                      <a:pt x="26" y="69"/>
                      <a:pt x="438" y="480"/>
                      <a:pt x="438" y="480"/>
                    </a:cubicBezTo>
                    <a:cubicBezTo>
                      <a:pt x="446" y="488"/>
                      <a:pt x="462" y="493"/>
                      <a:pt x="475" y="479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7" name="Freeform 12">
                <a:extLst>
                  <a:ext uri="{FF2B5EF4-FFF2-40B4-BE49-F238E27FC236}">
                    <a16:creationId xmlns:a16="http://schemas.microsoft.com/office/drawing/2014/main" id="{D0BE2E75-5E67-4517-940C-97567E364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3163" y="4831021"/>
                <a:ext cx="123272" cy="121528"/>
              </a:xfrm>
              <a:custGeom>
                <a:avLst/>
                <a:gdLst>
                  <a:gd name="T0" fmla="*/ 355 w 401"/>
                  <a:gd name="T1" fmla="*/ 393 h 395"/>
                  <a:gd name="T2" fmla="*/ 383 w 401"/>
                  <a:gd name="T3" fmla="*/ 383 h 395"/>
                  <a:gd name="T4" fmla="*/ 384 w 401"/>
                  <a:gd name="T5" fmla="*/ 356 h 395"/>
                  <a:gd name="T6" fmla="*/ 40 w 401"/>
                  <a:gd name="T7" fmla="*/ 12 h 395"/>
                  <a:gd name="T8" fmla="*/ 13 w 401"/>
                  <a:gd name="T9" fmla="*/ 12 h 395"/>
                  <a:gd name="T10" fmla="*/ 2 w 401"/>
                  <a:gd name="T11" fmla="*/ 40 h 395"/>
                  <a:gd name="T12" fmla="*/ 11 w 401"/>
                  <a:gd name="T13" fmla="*/ 71 h 395"/>
                  <a:gd name="T14" fmla="*/ 318 w 401"/>
                  <a:gd name="T15" fmla="*/ 378 h 395"/>
                  <a:gd name="T16" fmla="*/ 355 w 401"/>
                  <a:gd name="T17" fmla="*/ 393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1" h="395">
                    <a:moveTo>
                      <a:pt x="355" y="393"/>
                    </a:moveTo>
                    <a:cubicBezTo>
                      <a:pt x="365" y="390"/>
                      <a:pt x="374" y="387"/>
                      <a:pt x="383" y="383"/>
                    </a:cubicBezTo>
                    <a:cubicBezTo>
                      <a:pt x="390" y="381"/>
                      <a:pt x="401" y="373"/>
                      <a:pt x="384" y="356"/>
                    </a:cubicBezTo>
                    <a:cubicBezTo>
                      <a:pt x="367" y="339"/>
                      <a:pt x="40" y="12"/>
                      <a:pt x="40" y="12"/>
                    </a:cubicBezTo>
                    <a:cubicBezTo>
                      <a:pt x="31" y="3"/>
                      <a:pt x="17" y="0"/>
                      <a:pt x="13" y="12"/>
                    </a:cubicBezTo>
                    <a:cubicBezTo>
                      <a:pt x="9" y="21"/>
                      <a:pt x="6" y="31"/>
                      <a:pt x="2" y="40"/>
                    </a:cubicBezTo>
                    <a:cubicBezTo>
                      <a:pt x="1" y="46"/>
                      <a:pt x="0" y="59"/>
                      <a:pt x="11" y="71"/>
                    </a:cubicBezTo>
                    <a:cubicBezTo>
                      <a:pt x="20" y="82"/>
                      <a:pt x="248" y="309"/>
                      <a:pt x="318" y="378"/>
                    </a:cubicBezTo>
                    <a:cubicBezTo>
                      <a:pt x="331" y="391"/>
                      <a:pt x="349" y="395"/>
                      <a:pt x="355" y="393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8" name="Freeform 13">
                <a:extLst>
                  <a:ext uri="{FF2B5EF4-FFF2-40B4-BE49-F238E27FC236}">
                    <a16:creationId xmlns:a16="http://schemas.microsoft.com/office/drawing/2014/main" id="{3CE56AF3-7C8C-45A0-BD52-E6C5C0AA4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0071" y="4475743"/>
                <a:ext cx="109898" cy="109316"/>
              </a:xfrm>
              <a:custGeom>
                <a:avLst/>
                <a:gdLst>
                  <a:gd name="T0" fmla="*/ 356 w 356"/>
                  <a:gd name="T1" fmla="*/ 318 h 356"/>
                  <a:gd name="T2" fmla="*/ 38 w 356"/>
                  <a:gd name="T3" fmla="*/ 0 h 356"/>
                  <a:gd name="T4" fmla="*/ 0 w 356"/>
                  <a:gd name="T5" fmla="*/ 50 h 356"/>
                  <a:gd name="T6" fmla="*/ 306 w 356"/>
                  <a:gd name="T7" fmla="*/ 356 h 356"/>
                  <a:gd name="T8" fmla="*/ 356 w 356"/>
                  <a:gd name="T9" fmla="*/ 318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6" h="356">
                    <a:moveTo>
                      <a:pt x="356" y="318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24" y="16"/>
                      <a:pt x="12" y="33"/>
                      <a:pt x="0" y="50"/>
                    </a:cubicBezTo>
                    <a:cubicBezTo>
                      <a:pt x="306" y="356"/>
                      <a:pt x="306" y="356"/>
                      <a:pt x="306" y="356"/>
                    </a:cubicBezTo>
                    <a:cubicBezTo>
                      <a:pt x="323" y="345"/>
                      <a:pt x="340" y="332"/>
                      <a:pt x="356" y="318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9" name="Freeform 14">
                <a:extLst>
                  <a:ext uri="{FF2B5EF4-FFF2-40B4-BE49-F238E27FC236}">
                    <a16:creationId xmlns:a16="http://schemas.microsoft.com/office/drawing/2014/main" id="{763FCBD1-5AEB-4728-A000-0220C6A1B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2857" y="4554823"/>
                <a:ext cx="68032" cy="68032"/>
              </a:xfrm>
              <a:custGeom>
                <a:avLst/>
                <a:gdLst>
                  <a:gd name="T0" fmla="*/ 221 w 221"/>
                  <a:gd name="T1" fmla="*/ 201 h 221"/>
                  <a:gd name="T2" fmla="*/ 20 w 221"/>
                  <a:gd name="T3" fmla="*/ 0 h 221"/>
                  <a:gd name="T4" fmla="*/ 0 w 221"/>
                  <a:gd name="T5" fmla="*/ 68 h 221"/>
                  <a:gd name="T6" fmla="*/ 152 w 221"/>
                  <a:gd name="T7" fmla="*/ 221 h 221"/>
                  <a:gd name="T8" fmla="*/ 221 w 221"/>
                  <a:gd name="T9" fmla="*/ 20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1" h="221">
                    <a:moveTo>
                      <a:pt x="221" y="201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13" y="22"/>
                      <a:pt x="6" y="45"/>
                      <a:pt x="0" y="68"/>
                    </a:cubicBezTo>
                    <a:cubicBezTo>
                      <a:pt x="152" y="221"/>
                      <a:pt x="152" y="221"/>
                      <a:pt x="152" y="221"/>
                    </a:cubicBezTo>
                    <a:cubicBezTo>
                      <a:pt x="176" y="214"/>
                      <a:pt x="199" y="208"/>
                      <a:pt x="221" y="201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90" name="Freeform 15">
                <a:extLst>
                  <a:ext uri="{FF2B5EF4-FFF2-40B4-BE49-F238E27FC236}">
                    <a16:creationId xmlns:a16="http://schemas.microsoft.com/office/drawing/2014/main" id="{5EA9A561-17B7-4A02-9645-5055A51AC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7910" y="5051399"/>
                <a:ext cx="59891" cy="59892"/>
              </a:xfrm>
              <a:custGeom>
                <a:avLst/>
                <a:gdLst>
                  <a:gd name="T0" fmla="*/ 181 w 195"/>
                  <a:gd name="T1" fmla="*/ 175 h 195"/>
                  <a:gd name="T2" fmla="*/ 189 w 195"/>
                  <a:gd name="T3" fmla="*/ 145 h 195"/>
                  <a:gd name="T4" fmla="*/ 180 w 195"/>
                  <a:gd name="T5" fmla="*/ 113 h 195"/>
                  <a:gd name="T6" fmla="*/ 82 w 195"/>
                  <a:gd name="T7" fmla="*/ 15 h 195"/>
                  <a:gd name="T8" fmla="*/ 50 w 195"/>
                  <a:gd name="T9" fmla="*/ 2 h 195"/>
                  <a:gd name="T10" fmla="*/ 12 w 195"/>
                  <a:gd name="T11" fmla="*/ 12 h 195"/>
                  <a:gd name="T12" fmla="*/ 10 w 195"/>
                  <a:gd name="T13" fmla="*/ 31 h 195"/>
                  <a:gd name="T14" fmla="*/ 159 w 195"/>
                  <a:gd name="T15" fmla="*/ 180 h 195"/>
                  <a:gd name="T16" fmla="*/ 181 w 195"/>
                  <a:gd name="T17" fmla="*/ 17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5" h="195">
                    <a:moveTo>
                      <a:pt x="181" y="175"/>
                    </a:moveTo>
                    <a:cubicBezTo>
                      <a:pt x="184" y="165"/>
                      <a:pt x="187" y="155"/>
                      <a:pt x="189" y="145"/>
                    </a:cubicBezTo>
                    <a:cubicBezTo>
                      <a:pt x="191" y="139"/>
                      <a:pt x="195" y="129"/>
                      <a:pt x="180" y="113"/>
                    </a:cubicBezTo>
                    <a:cubicBezTo>
                      <a:pt x="170" y="102"/>
                      <a:pt x="111" y="44"/>
                      <a:pt x="82" y="15"/>
                    </a:cubicBezTo>
                    <a:cubicBezTo>
                      <a:pt x="70" y="3"/>
                      <a:pt x="61" y="0"/>
                      <a:pt x="50" y="2"/>
                    </a:cubicBezTo>
                    <a:cubicBezTo>
                      <a:pt x="37" y="5"/>
                      <a:pt x="24" y="9"/>
                      <a:pt x="12" y="12"/>
                    </a:cubicBezTo>
                    <a:cubicBezTo>
                      <a:pt x="0" y="16"/>
                      <a:pt x="2" y="23"/>
                      <a:pt x="10" y="31"/>
                    </a:cubicBezTo>
                    <a:cubicBezTo>
                      <a:pt x="48" y="68"/>
                      <a:pt x="148" y="167"/>
                      <a:pt x="159" y="180"/>
                    </a:cubicBezTo>
                    <a:cubicBezTo>
                      <a:pt x="172" y="195"/>
                      <a:pt x="179" y="182"/>
                      <a:pt x="181" y="175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91" name="Freeform 16">
                <a:extLst>
                  <a:ext uri="{FF2B5EF4-FFF2-40B4-BE49-F238E27FC236}">
                    <a16:creationId xmlns:a16="http://schemas.microsoft.com/office/drawing/2014/main" id="{70C13E77-D5E7-4A0E-8882-3B0EFDBE8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5923" y="5086868"/>
                <a:ext cx="105828" cy="105828"/>
              </a:xfrm>
              <a:custGeom>
                <a:avLst/>
                <a:gdLst>
                  <a:gd name="T0" fmla="*/ 324 w 344"/>
                  <a:gd name="T1" fmla="*/ 335 h 344"/>
                  <a:gd name="T2" fmla="*/ 339 w 344"/>
                  <a:gd name="T3" fmla="*/ 313 h 344"/>
                  <a:gd name="T4" fmla="*/ 335 w 344"/>
                  <a:gd name="T5" fmla="*/ 282 h 344"/>
                  <a:gd name="T6" fmla="*/ 65 w 344"/>
                  <a:gd name="T7" fmla="*/ 12 h 344"/>
                  <a:gd name="T8" fmla="*/ 36 w 344"/>
                  <a:gd name="T9" fmla="*/ 4 h 344"/>
                  <a:gd name="T10" fmla="*/ 12 w 344"/>
                  <a:gd name="T11" fmla="*/ 21 h 344"/>
                  <a:gd name="T12" fmla="*/ 11 w 344"/>
                  <a:gd name="T13" fmla="*/ 46 h 344"/>
                  <a:gd name="T14" fmla="*/ 300 w 344"/>
                  <a:gd name="T15" fmla="*/ 335 h 344"/>
                  <a:gd name="T16" fmla="*/ 324 w 344"/>
                  <a:gd name="T17" fmla="*/ 335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4" h="344">
                    <a:moveTo>
                      <a:pt x="324" y="335"/>
                    </a:moveTo>
                    <a:cubicBezTo>
                      <a:pt x="329" y="327"/>
                      <a:pt x="334" y="320"/>
                      <a:pt x="339" y="313"/>
                    </a:cubicBezTo>
                    <a:cubicBezTo>
                      <a:pt x="342" y="307"/>
                      <a:pt x="344" y="291"/>
                      <a:pt x="335" y="282"/>
                    </a:cubicBezTo>
                    <a:cubicBezTo>
                      <a:pt x="279" y="226"/>
                      <a:pt x="77" y="23"/>
                      <a:pt x="65" y="12"/>
                    </a:cubicBezTo>
                    <a:cubicBezTo>
                      <a:pt x="52" y="0"/>
                      <a:pt x="40" y="1"/>
                      <a:pt x="36" y="4"/>
                    </a:cubicBezTo>
                    <a:cubicBezTo>
                      <a:pt x="28" y="10"/>
                      <a:pt x="20" y="15"/>
                      <a:pt x="12" y="21"/>
                    </a:cubicBezTo>
                    <a:cubicBezTo>
                      <a:pt x="7" y="25"/>
                      <a:pt x="0" y="34"/>
                      <a:pt x="11" y="46"/>
                    </a:cubicBezTo>
                    <a:cubicBezTo>
                      <a:pt x="21" y="57"/>
                      <a:pt x="242" y="277"/>
                      <a:pt x="300" y="335"/>
                    </a:cubicBezTo>
                    <a:cubicBezTo>
                      <a:pt x="309" y="344"/>
                      <a:pt x="321" y="339"/>
                      <a:pt x="324" y="335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92" name="Freeform 17">
                <a:extLst>
                  <a:ext uri="{FF2B5EF4-FFF2-40B4-BE49-F238E27FC236}">
                    <a16:creationId xmlns:a16="http://schemas.microsoft.com/office/drawing/2014/main" id="{D3307882-4419-41B6-BC3A-AB43CA8B4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3553" y="4572849"/>
                <a:ext cx="201770" cy="97687"/>
              </a:xfrm>
              <a:custGeom>
                <a:avLst/>
                <a:gdLst>
                  <a:gd name="T0" fmla="*/ 644 w 655"/>
                  <a:gd name="T1" fmla="*/ 12 h 317"/>
                  <a:gd name="T2" fmla="*/ 602 w 655"/>
                  <a:gd name="T3" fmla="*/ 12 h 317"/>
                  <a:gd name="T4" fmla="*/ 34 w 655"/>
                  <a:gd name="T5" fmla="*/ 253 h 317"/>
                  <a:gd name="T6" fmla="*/ 4 w 655"/>
                  <a:gd name="T7" fmla="*/ 276 h 317"/>
                  <a:gd name="T8" fmla="*/ 2 w 655"/>
                  <a:gd name="T9" fmla="*/ 293 h 317"/>
                  <a:gd name="T10" fmla="*/ 27 w 655"/>
                  <a:gd name="T11" fmla="*/ 314 h 317"/>
                  <a:gd name="T12" fmla="*/ 644 w 655"/>
                  <a:gd name="T13" fmla="*/ 54 h 317"/>
                  <a:gd name="T14" fmla="*/ 644 w 655"/>
                  <a:gd name="T15" fmla="*/ 12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5" h="317">
                    <a:moveTo>
                      <a:pt x="644" y="12"/>
                    </a:moveTo>
                    <a:cubicBezTo>
                      <a:pt x="632" y="0"/>
                      <a:pt x="613" y="0"/>
                      <a:pt x="602" y="12"/>
                    </a:cubicBezTo>
                    <a:cubicBezTo>
                      <a:pt x="454" y="160"/>
                      <a:pt x="258" y="220"/>
                      <a:pt x="34" y="253"/>
                    </a:cubicBezTo>
                    <a:cubicBezTo>
                      <a:pt x="11" y="256"/>
                      <a:pt x="6" y="260"/>
                      <a:pt x="4" y="276"/>
                    </a:cubicBezTo>
                    <a:cubicBezTo>
                      <a:pt x="4" y="282"/>
                      <a:pt x="3" y="288"/>
                      <a:pt x="2" y="293"/>
                    </a:cubicBezTo>
                    <a:cubicBezTo>
                      <a:pt x="0" y="310"/>
                      <a:pt x="8" y="317"/>
                      <a:pt x="27" y="314"/>
                    </a:cubicBezTo>
                    <a:cubicBezTo>
                      <a:pt x="252" y="283"/>
                      <a:pt x="471" y="225"/>
                      <a:pt x="644" y="54"/>
                    </a:cubicBezTo>
                    <a:cubicBezTo>
                      <a:pt x="655" y="42"/>
                      <a:pt x="655" y="23"/>
                      <a:pt x="644" y="12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3D85745D-4E47-4337-A288-80E10D9F3EFE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2A2046E3-E8AC-4BCD-9A88-73ADF697658C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D1F76768-E285-44C5-BDF5-E0954FDDB09E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090D877E-4270-4E7B-AD60-46BC5F51F389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210CC143-A3D1-46E8-A18B-208D4F219133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35E2A928-16D6-4A1C-ADC7-89C2284E7AF5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363A6C3A-C27C-4C7E-84C7-64DFDFCF7D40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CE06ED41-1477-4CC0-A857-2AA3C63AFA2A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927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 61">
            <a:extLst>
              <a:ext uri="{FF2B5EF4-FFF2-40B4-BE49-F238E27FC236}">
                <a16:creationId xmlns:a16="http://schemas.microsoft.com/office/drawing/2014/main" id="{D835A3EC-450A-418E-AED8-00EF9C4D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grpSp>
        <p:nvGrpSpPr>
          <p:cNvPr id="4" name="Group 59">
            <a:extLst>
              <a:ext uri="{FF2B5EF4-FFF2-40B4-BE49-F238E27FC236}">
                <a16:creationId xmlns:a16="http://schemas.microsoft.com/office/drawing/2014/main" id="{B2CCFA7B-BD38-4765-8639-89D784380B65}"/>
              </a:ext>
            </a:extLst>
          </p:cNvPr>
          <p:cNvGrpSpPr/>
          <p:nvPr/>
        </p:nvGrpSpPr>
        <p:grpSpPr>
          <a:xfrm rot="5400000">
            <a:off x="4101511" y="1359918"/>
            <a:ext cx="4005356" cy="4286573"/>
            <a:chOff x="4346678" y="2157124"/>
            <a:chExt cx="3686802" cy="3945653"/>
          </a:xfrm>
        </p:grpSpPr>
        <p:sp>
          <p:nvSpPr>
            <p:cNvPr id="55" name="Freeform 5">
              <a:extLst>
                <a:ext uri="{FF2B5EF4-FFF2-40B4-BE49-F238E27FC236}">
                  <a16:creationId xmlns:a16="http://schemas.microsoft.com/office/drawing/2014/main" id="{78B14583-D13A-4420-B697-EC1CA8AA51CF}"/>
                </a:ext>
              </a:extLst>
            </p:cNvPr>
            <p:cNvSpPr/>
            <p:nvPr/>
          </p:nvSpPr>
          <p:spPr bwMode="auto">
            <a:xfrm rot="5400000">
              <a:off x="4256776" y="2320793"/>
              <a:ext cx="3940374" cy="3613035"/>
            </a:xfrm>
            <a:custGeom>
              <a:avLst/>
              <a:gdLst>
                <a:gd name="T0" fmla="*/ 892 w 945"/>
                <a:gd name="T1" fmla="*/ 54 h 866"/>
                <a:gd name="T2" fmla="*/ 762 w 945"/>
                <a:gd name="T3" fmla="*/ 0 h 866"/>
                <a:gd name="T4" fmla="*/ 636 w 945"/>
                <a:gd name="T5" fmla="*/ 52 h 866"/>
                <a:gd name="T6" fmla="*/ 576 w 945"/>
                <a:gd name="T7" fmla="*/ 219 h 866"/>
                <a:gd name="T8" fmla="*/ 462 w 945"/>
                <a:gd name="T9" fmla="*/ 421 h 866"/>
                <a:gd name="T10" fmla="*/ 193 w 945"/>
                <a:gd name="T11" fmla="*/ 501 h 866"/>
                <a:gd name="T12" fmla="*/ 183 w 945"/>
                <a:gd name="T13" fmla="*/ 501 h 866"/>
                <a:gd name="T14" fmla="*/ 54 w 945"/>
                <a:gd name="T15" fmla="*/ 554 h 866"/>
                <a:gd name="T16" fmla="*/ 0 w 945"/>
                <a:gd name="T17" fmla="*/ 683 h 866"/>
                <a:gd name="T18" fmla="*/ 54 w 945"/>
                <a:gd name="T19" fmla="*/ 812 h 866"/>
                <a:gd name="T20" fmla="*/ 183 w 945"/>
                <a:gd name="T21" fmla="*/ 866 h 866"/>
                <a:gd name="T22" fmla="*/ 310 w 945"/>
                <a:gd name="T23" fmla="*/ 815 h 866"/>
                <a:gd name="T24" fmla="*/ 349 w 945"/>
                <a:gd name="T25" fmla="*/ 758 h 866"/>
                <a:gd name="T26" fmla="*/ 371 w 945"/>
                <a:gd name="T27" fmla="*/ 637 h 866"/>
                <a:gd name="T28" fmla="*/ 483 w 945"/>
                <a:gd name="T29" fmla="*/ 445 h 866"/>
                <a:gd name="T30" fmla="*/ 762 w 945"/>
                <a:gd name="T31" fmla="*/ 366 h 866"/>
                <a:gd name="T32" fmla="*/ 892 w 945"/>
                <a:gd name="T33" fmla="*/ 312 h 866"/>
                <a:gd name="T34" fmla="*/ 945 w 945"/>
                <a:gd name="T35" fmla="*/ 183 h 866"/>
                <a:gd name="T36" fmla="*/ 892 w 945"/>
                <a:gd name="T37" fmla="*/ 54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45" h="866">
                  <a:moveTo>
                    <a:pt x="892" y="54"/>
                  </a:moveTo>
                  <a:cubicBezTo>
                    <a:pt x="858" y="21"/>
                    <a:pt x="813" y="0"/>
                    <a:pt x="762" y="0"/>
                  </a:cubicBezTo>
                  <a:cubicBezTo>
                    <a:pt x="713" y="0"/>
                    <a:pt x="668" y="20"/>
                    <a:pt x="636" y="52"/>
                  </a:cubicBezTo>
                  <a:cubicBezTo>
                    <a:pt x="574" y="111"/>
                    <a:pt x="583" y="176"/>
                    <a:pt x="576" y="219"/>
                  </a:cubicBezTo>
                  <a:cubicBezTo>
                    <a:pt x="562" y="300"/>
                    <a:pt x="521" y="370"/>
                    <a:pt x="462" y="421"/>
                  </a:cubicBezTo>
                  <a:cubicBezTo>
                    <a:pt x="375" y="496"/>
                    <a:pt x="289" y="506"/>
                    <a:pt x="193" y="501"/>
                  </a:cubicBezTo>
                  <a:cubicBezTo>
                    <a:pt x="189" y="501"/>
                    <a:pt x="186" y="501"/>
                    <a:pt x="183" y="501"/>
                  </a:cubicBezTo>
                  <a:cubicBezTo>
                    <a:pt x="132" y="501"/>
                    <a:pt x="87" y="521"/>
                    <a:pt x="54" y="554"/>
                  </a:cubicBezTo>
                  <a:cubicBezTo>
                    <a:pt x="21" y="587"/>
                    <a:pt x="0" y="633"/>
                    <a:pt x="0" y="683"/>
                  </a:cubicBezTo>
                  <a:cubicBezTo>
                    <a:pt x="0" y="734"/>
                    <a:pt x="21" y="779"/>
                    <a:pt x="54" y="812"/>
                  </a:cubicBezTo>
                  <a:cubicBezTo>
                    <a:pt x="87" y="845"/>
                    <a:pt x="132" y="866"/>
                    <a:pt x="183" y="866"/>
                  </a:cubicBezTo>
                  <a:cubicBezTo>
                    <a:pt x="232" y="866"/>
                    <a:pt x="277" y="846"/>
                    <a:pt x="310" y="815"/>
                  </a:cubicBezTo>
                  <a:cubicBezTo>
                    <a:pt x="326" y="799"/>
                    <a:pt x="340" y="779"/>
                    <a:pt x="349" y="758"/>
                  </a:cubicBezTo>
                  <a:cubicBezTo>
                    <a:pt x="370" y="712"/>
                    <a:pt x="362" y="687"/>
                    <a:pt x="371" y="637"/>
                  </a:cubicBezTo>
                  <a:cubicBezTo>
                    <a:pt x="386" y="561"/>
                    <a:pt x="427" y="494"/>
                    <a:pt x="483" y="445"/>
                  </a:cubicBezTo>
                  <a:cubicBezTo>
                    <a:pt x="604" y="341"/>
                    <a:pt x="730" y="366"/>
                    <a:pt x="762" y="366"/>
                  </a:cubicBezTo>
                  <a:cubicBezTo>
                    <a:pt x="813" y="366"/>
                    <a:pt x="858" y="345"/>
                    <a:pt x="892" y="312"/>
                  </a:cubicBezTo>
                  <a:cubicBezTo>
                    <a:pt x="925" y="279"/>
                    <a:pt x="945" y="234"/>
                    <a:pt x="945" y="183"/>
                  </a:cubicBezTo>
                  <a:cubicBezTo>
                    <a:pt x="945" y="133"/>
                    <a:pt x="925" y="87"/>
                    <a:pt x="892" y="5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grpSp>
          <p:nvGrpSpPr>
            <p:cNvPr id="56" name="Group 63">
              <a:extLst>
                <a:ext uri="{FF2B5EF4-FFF2-40B4-BE49-F238E27FC236}">
                  <a16:creationId xmlns:a16="http://schemas.microsoft.com/office/drawing/2014/main" id="{18D74E69-1CB1-4260-A54B-4F3A7324CD42}"/>
                </a:ext>
              </a:extLst>
            </p:cNvPr>
            <p:cNvGrpSpPr/>
            <p:nvPr/>
          </p:nvGrpSpPr>
          <p:grpSpPr>
            <a:xfrm>
              <a:off x="4346678" y="2162403"/>
              <a:ext cx="3607756" cy="3940374"/>
              <a:chOff x="4346678" y="2162403"/>
              <a:chExt cx="3607756" cy="3940374"/>
            </a:xfrm>
          </p:grpSpPr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C84A5029-F015-462F-83BA-EF69C881A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432137" y="4580480"/>
                <a:ext cx="1522297" cy="15222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" name="Freeform 7">
                <a:extLst>
                  <a:ext uri="{FF2B5EF4-FFF2-40B4-BE49-F238E27FC236}">
                    <a16:creationId xmlns:a16="http://schemas.microsoft.com/office/drawing/2014/main" id="{90299967-1416-4CDA-B108-B96E10F1A36B}"/>
                  </a:ext>
                </a:extLst>
              </p:cNvPr>
              <p:cNvSpPr/>
              <p:nvPr/>
            </p:nvSpPr>
            <p:spPr bwMode="auto">
              <a:xfrm rot="5400000">
                <a:off x="5022472" y="3061702"/>
                <a:ext cx="2250888" cy="2145294"/>
              </a:xfrm>
              <a:custGeom>
                <a:avLst/>
                <a:gdLst>
                  <a:gd name="T0" fmla="*/ 540 w 540"/>
                  <a:gd name="T1" fmla="*/ 188 h 514"/>
                  <a:gd name="T2" fmla="*/ 163 w 540"/>
                  <a:gd name="T3" fmla="*/ 514 h 514"/>
                  <a:gd name="T4" fmla="*/ 0 w 540"/>
                  <a:gd name="T5" fmla="*/ 325 h 514"/>
                  <a:gd name="T6" fmla="*/ 377 w 540"/>
                  <a:gd name="T7" fmla="*/ 0 h 514"/>
                  <a:gd name="T8" fmla="*/ 540 w 540"/>
                  <a:gd name="T9" fmla="*/ 188 h 5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514">
                    <a:moveTo>
                      <a:pt x="540" y="188"/>
                    </a:moveTo>
                    <a:cubicBezTo>
                      <a:pt x="344" y="167"/>
                      <a:pt x="170" y="317"/>
                      <a:pt x="163" y="514"/>
                    </a:cubicBezTo>
                    <a:cubicBezTo>
                      <a:pt x="0" y="325"/>
                      <a:pt x="0" y="325"/>
                      <a:pt x="0" y="325"/>
                    </a:cubicBezTo>
                    <a:cubicBezTo>
                      <a:pt x="196" y="347"/>
                      <a:pt x="370" y="197"/>
                      <a:pt x="377" y="0"/>
                    </a:cubicBezTo>
                    <a:lnTo>
                      <a:pt x="540" y="188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" name="Oval 8">
                <a:extLst>
                  <a:ext uri="{FF2B5EF4-FFF2-40B4-BE49-F238E27FC236}">
                    <a16:creationId xmlns:a16="http://schemas.microsoft.com/office/drawing/2014/main" id="{1CE51FA0-7C1A-4FB8-9A46-751875556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344918" y="2164163"/>
                <a:ext cx="1525817" cy="15222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</p:grpSp>
      <p:sp>
        <p:nvSpPr>
          <p:cNvPr id="5" name="Oval 9">
            <a:extLst>
              <a:ext uri="{FF2B5EF4-FFF2-40B4-BE49-F238E27FC236}">
                <a16:creationId xmlns:a16="http://schemas.microsoft.com/office/drawing/2014/main" id="{21232193-3D85-42F9-8185-EE5D42374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5770" y="3919133"/>
            <a:ext cx="1340271" cy="134218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Oval 10">
            <a:extLst>
              <a:ext uri="{FF2B5EF4-FFF2-40B4-BE49-F238E27FC236}">
                <a16:creationId xmlns:a16="http://schemas.microsoft.com/office/drawing/2014/main" id="{BA3E53B3-4AE9-4F15-AAFF-DC7821A62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778" y="1653484"/>
            <a:ext cx="1340271" cy="134218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grpSp>
        <p:nvGrpSpPr>
          <p:cNvPr id="7" name="Group 77">
            <a:extLst>
              <a:ext uri="{FF2B5EF4-FFF2-40B4-BE49-F238E27FC236}">
                <a16:creationId xmlns:a16="http://schemas.microsoft.com/office/drawing/2014/main" id="{0EA2E5A4-1588-4EB2-A5C8-30FD07EBFEE6}"/>
              </a:ext>
            </a:extLst>
          </p:cNvPr>
          <p:cNvGrpSpPr/>
          <p:nvPr/>
        </p:nvGrpSpPr>
        <p:grpSpPr>
          <a:xfrm rot="5400000">
            <a:off x="3863784" y="1210599"/>
            <a:ext cx="2288225" cy="2448882"/>
            <a:chOff x="4346678" y="2157124"/>
            <a:chExt cx="3686802" cy="3945653"/>
          </a:xfrm>
        </p:grpSpPr>
        <p:sp>
          <p:nvSpPr>
            <p:cNvPr id="50" name="Freeform 5">
              <a:extLst>
                <a:ext uri="{FF2B5EF4-FFF2-40B4-BE49-F238E27FC236}">
                  <a16:creationId xmlns:a16="http://schemas.microsoft.com/office/drawing/2014/main" id="{C09B61E7-E7B9-4BCA-8B45-27AB38B7A4E1}"/>
                </a:ext>
              </a:extLst>
            </p:cNvPr>
            <p:cNvSpPr/>
            <p:nvPr/>
          </p:nvSpPr>
          <p:spPr bwMode="auto">
            <a:xfrm rot="5400000">
              <a:off x="4256776" y="2320793"/>
              <a:ext cx="3940374" cy="3613035"/>
            </a:xfrm>
            <a:custGeom>
              <a:avLst/>
              <a:gdLst>
                <a:gd name="T0" fmla="*/ 892 w 945"/>
                <a:gd name="T1" fmla="*/ 54 h 866"/>
                <a:gd name="T2" fmla="*/ 762 w 945"/>
                <a:gd name="T3" fmla="*/ 0 h 866"/>
                <a:gd name="T4" fmla="*/ 636 w 945"/>
                <a:gd name="T5" fmla="*/ 52 h 866"/>
                <a:gd name="T6" fmla="*/ 576 w 945"/>
                <a:gd name="T7" fmla="*/ 219 h 866"/>
                <a:gd name="T8" fmla="*/ 462 w 945"/>
                <a:gd name="T9" fmla="*/ 421 h 866"/>
                <a:gd name="T10" fmla="*/ 193 w 945"/>
                <a:gd name="T11" fmla="*/ 501 h 866"/>
                <a:gd name="T12" fmla="*/ 183 w 945"/>
                <a:gd name="T13" fmla="*/ 501 h 866"/>
                <a:gd name="T14" fmla="*/ 54 w 945"/>
                <a:gd name="T15" fmla="*/ 554 h 866"/>
                <a:gd name="T16" fmla="*/ 0 w 945"/>
                <a:gd name="T17" fmla="*/ 683 h 866"/>
                <a:gd name="T18" fmla="*/ 54 w 945"/>
                <a:gd name="T19" fmla="*/ 812 h 866"/>
                <a:gd name="T20" fmla="*/ 183 w 945"/>
                <a:gd name="T21" fmla="*/ 866 h 866"/>
                <a:gd name="T22" fmla="*/ 310 w 945"/>
                <a:gd name="T23" fmla="*/ 815 h 866"/>
                <a:gd name="T24" fmla="*/ 349 w 945"/>
                <a:gd name="T25" fmla="*/ 758 h 866"/>
                <a:gd name="T26" fmla="*/ 371 w 945"/>
                <a:gd name="T27" fmla="*/ 637 h 866"/>
                <a:gd name="T28" fmla="*/ 483 w 945"/>
                <a:gd name="T29" fmla="*/ 445 h 866"/>
                <a:gd name="T30" fmla="*/ 762 w 945"/>
                <a:gd name="T31" fmla="*/ 366 h 866"/>
                <a:gd name="T32" fmla="*/ 892 w 945"/>
                <a:gd name="T33" fmla="*/ 312 h 866"/>
                <a:gd name="T34" fmla="*/ 945 w 945"/>
                <a:gd name="T35" fmla="*/ 183 h 866"/>
                <a:gd name="T36" fmla="*/ 892 w 945"/>
                <a:gd name="T37" fmla="*/ 54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45" h="866">
                  <a:moveTo>
                    <a:pt x="892" y="54"/>
                  </a:moveTo>
                  <a:cubicBezTo>
                    <a:pt x="858" y="21"/>
                    <a:pt x="813" y="0"/>
                    <a:pt x="762" y="0"/>
                  </a:cubicBezTo>
                  <a:cubicBezTo>
                    <a:pt x="713" y="0"/>
                    <a:pt x="668" y="20"/>
                    <a:pt x="636" y="52"/>
                  </a:cubicBezTo>
                  <a:cubicBezTo>
                    <a:pt x="574" y="111"/>
                    <a:pt x="583" y="176"/>
                    <a:pt x="576" y="219"/>
                  </a:cubicBezTo>
                  <a:cubicBezTo>
                    <a:pt x="562" y="300"/>
                    <a:pt x="521" y="370"/>
                    <a:pt x="462" y="421"/>
                  </a:cubicBezTo>
                  <a:cubicBezTo>
                    <a:pt x="375" y="496"/>
                    <a:pt x="289" y="506"/>
                    <a:pt x="193" y="501"/>
                  </a:cubicBezTo>
                  <a:cubicBezTo>
                    <a:pt x="189" y="501"/>
                    <a:pt x="186" y="501"/>
                    <a:pt x="183" y="501"/>
                  </a:cubicBezTo>
                  <a:cubicBezTo>
                    <a:pt x="132" y="501"/>
                    <a:pt x="87" y="521"/>
                    <a:pt x="54" y="554"/>
                  </a:cubicBezTo>
                  <a:cubicBezTo>
                    <a:pt x="21" y="587"/>
                    <a:pt x="0" y="633"/>
                    <a:pt x="0" y="683"/>
                  </a:cubicBezTo>
                  <a:cubicBezTo>
                    <a:pt x="0" y="734"/>
                    <a:pt x="21" y="779"/>
                    <a:pt x="54" y="812"/>
                  </a:cubicBezTo>
                  <a:cubicBezTo>
                    <a:pt x="87" y="845"/>
                    <a:pt x="132" y="866"/>
                    <a:pt x="183" y="866"/>
                  </a:cubicBezTo>
                  <a:cubicBezTo>
                    <a:pt x="232" y="866"/>
                    <a:pt x="277" y="846"/>
                    <a:pt x="310" y="815"/>
                  </a:cubicBezTo>
                  <a:cubicBezTo>
                    <a:pt x="326" y="799"/>
                    <a:pt x="340" y="779"/>
                    <a:pt x="349" y="758"/>
                  </a:cubicBezTo>
                  <a:cubicBezTo>
                    <a:pt x="370" y="712"/>
                    <a:pt x="362" y="687"/>
                    <a:pt x="371" y="637"/>
                  </a:cubicBezTo>
                  <a:cubicBezTo>
                    <a:pt x="386" y="561"/>
                    <a:pt x="427" y="494"/>
                    <a:pt x="483" y="445"/>
                  </a:cubicBezTo>
                  <a:cubicBezTo>
                    <a:pt x="604" y="341"/>
                    <a:pt x="730" y="366"/>
                    <a:pt x="762" y="366"/>
                  </a:cubicBezTo>
                  <a:cubicBezTo>
                    <a:pt x="813" y="366"/>
                    <a:pt x="858" y="345"/>
                    <a:pt x="892" y="312"/>
                  </a:cubicBezTo>
                  <a:cubicBezTo>
                    <a:pt x="925" y="279"/>
                    <a:pt x="945" y="234"/>
                    <a:pt x="945" y="183"/>
                  </a:cubicBezTo>
                  <a:cubicBezTo>
                    <a:pt x="945" y="133"/>
                    <a:pt x="925" y="87"/>
                    <a:pt x="892" y="5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grpSp>
          <p:nvGrpSpPr>
            <p:cNvPr id="51" name="Group 81">
              <a:extLst>
                <a:ext uri="{FF2B5EF4-FFF2-40B4-BE49-F238E27FC236}">
                  <a16:creationId xmlns:a16="http://schemas.microsoft.com/office/drawing/2014/main" id="{D3F2430C-B282-4104-BCC0-FDDAC7247812}"/>
                </a:ext>
              </a:extLst>
            </p:cNvPr>
            <p:cNvGrpSpPr/>
            <p:nvPr/>
          </p:nvGrpSpPr>
          <p:grpSpPr>
            <a:xfrm>
              <a:off x="4346678" y="2162403"/>
              <a:ext cx="3607756" cy="3940374"/>
              <a:chOff x="4346678" y="2162403"/>
              <a:chExt cx="3607756" cy="3940374"/>
            </a:xfrm>
          </p:grpSpPr>
          <p:sp>
            <p:nvSpPr>
              <p:cNvPr id="52" name="Oval 6">
                <a:extLst>
                  <a:ext uri="{FF2B5EF4-FFF2-40B4-BE49-F238E27FC236}">
                    <a16:creationId xmlns:a16="http://schemas.microsoft.com/office/drawing/2014/main" id="{D8530CF6-9E45-4B4F-9296-033476A79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432137" y="4580480"/>
                <a:ext cx="1522297" cy="15222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3" name="Freeform 7">
                <a:extLst>
                  <a:ext uri="{FF2B5EF4-FFF2-40B4-BE49-F238E27FC236}">
                    <a16:creationId xmlns:a16="http://schemas.microsoft.com/office/drawing/2014/main" id="{550F0076-C352-4B4C-B929-DC1398AC0814}"/>
                  </a:ext>
                </a:extLst>
              </p:cNvPr>
              <p:cNvSpPr/>
              <p:nvPr/>
            </p:nvSpPr>
            <p:spPr bwMode="auto">
              <a:xfrm rot="5400000">
                <a:off x="5022472" y="3061702"/>
                <a:ext cx="2250888" cy="2145294"/>
              </a:xfrm>
              <a:custGeom>
                <a:avLst/>
                <a:gdLst>
                  <a:gd name="T0" fmla="*/ 540 w 540"/>
                  <a:gd name="T1" fmla="*/ 188 h 514"/>
                  <a:gd name="T2" fmla="*/ 163 w 540"/>
                  <a:gd name="T3" fmla="*/ 514 h 514"/>
                  <a:gd name="T4" fmla="*/ 0 w 540"/>
                  <a:gd name="T5" fmla="*/ 325 h 514"/>
                  <a:gd name="T6" fmla="*/ 377 w 540"/>
                  <a:gd name="T7" fmla="*/ 0 h 514"/>
                  <a:gd name="T8" fmla="*/ 540 w 540"/>
                  <a:gd name="T9" fmla="*/ 188 h 5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514">
                    <a:moveTo>
                      <a:pt x="540" y="188"/>
                    </a:moveTo>
                    <a:cubicBezTo>
                      <a:pt x="344" y="167"/>
                      <a:pt x="170" y="317"/>
                      <a:pt x="163" y="514"/>
                    </a:cubicBezTo>
                    <a:cubicBezTo>
                      <a:pt x="0" y="325"/>
                      <a:pt x="0" y="325"/>
                      <a:pt x="0" y="325"/>
                    </a:cubicBezTo>
                    <a:cubicBezTo>
                      <a:pt x="196" y="347"/>
                      <a:pt x="370" y="197"/>
                      <a:pt x="377" y="0"/>
                    </a:cubicBezTo>
                    <a:lnTo>
                      <a:pt x="540" y="188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4" name="Oval 8">
                <a:extLst>
                  <a:ext uri="{FF2B5EF4-FFF2-40B4-BE49-F238E27FC236}">
                    <a16:creationId xmlns:a16="http://schemas.microsoft.com/office/drawing/2014/main" id="{E6835103-9C32-404A-8CFF-192BCECB1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344918" y="2164163"/>
                <a:ext cx="1525817" cy="15222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</p:grpSp>
      <p:sp>
        <p:nvSpPr>
          <p:cNvPr id="8" name="Oval 9">
            <a:extLst>
              <a:ext uri="{FF2B5EF4-FFF2-40B4-BE49-F238E27FC236}">
                <a16:creationId xmlns:a16="http://schemas.microsoft.com/office/drawing/2014/main" id="{B443922D-504C-4413-BBFC-6C211579C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30" y="2672656"/>
            <a:ext cx="765685" cy="7667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911DCC3C-B7CE-48CB-B71C-4953FC743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717" y="1383498"/>
            <a:ext cx="765685" cy="7667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grpSp>
        <p:nvGrpSpPr>
          <p:cNvPr id="10" name="Group 86">
            <a:extLst>
              <a:ext uri="{FF2B5EF4-FFF2-40B4-BE49-F238E27FC236}">
                <a16:creationId xmlns:a16="http://schemas.microsoft.com/office/drawing/2014/main" id="{033CD633-77C2-47EC-B391-81203CDAA57C}"/>
              </a:ext>
            </a:extLst>
          </p:cNvPr>
          <p:cNvGrpSpPr/>
          <p:nvPr/>
        </p:nvGrpSpPr>
        <p:grpSpPr>
          <a:xfrm rot="5400000">
            <a:off x="5998310" y="3381285"/>
            <a:ext cx="2288225" cy="2448882"/>
            <a:chOff x="4346678" y="2157124"/>
            <a:chExt cx="3686802" cy="3945653"/>
          </a:xfrm>
        </p:grpSpPr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B4059025-9452-4E57-A89C-B7DED304FA0A}"/>
                </a:ext>
              </a:extLst>
            </p:cNvPr>
            <p:cNvSpPr/>
            <p:nvPr/>
          </p:nvSpPr>
          <p:spPr bwMode="auto">
            <a:xfrm rot="5400000">
              <a:off x="4256776" y="2320793"/>
              <a:ext cx="3940374" cy="3613035"/>
            </a:xfrm>
            <a:custGeom>
              <a:avLst/>
              <a:gdLst>
                <a:gd name="T0" fmla="*/ 892 w 945"/>
                <a:gd name="T1" fmla="*/ 54 h 866"/>
                <a:gd name="T2" fmla="*/ 762 w 945"/>
                <a:gd name="T3" fmla="*/ 0 h 866"/>
                <a:gd name="T4" fmla="*/ 636 w 945"/>
                <a:gd name="T5" fmla="*/ 52 h 866"/>
                <a:gd name="T6" fmla="*/ 576 w 945"/>
                <a:gd name="T7" fmla="*/ 219 h 866"/>
                <a:gd name="T8" fmla="*/ 462 w 945"/>
                <a:gd name="T9" fmla="*/ 421 h 866"/>
                <a:gd name="T10" fmla="*/ 193 w 945"/>
                <a:gd name="T11" fmla="*/ 501 h 866"/>
                <a:gd name="T12" fmla="*/ 183 w 945"/>
                <a:gd name="T13" fmla="*/ 501 h 866"/>
                <a:gd name="T14" fmla="*/ 54 w 945"/>
                <a:gd name="T15" fmla="*/ 554 h 866"/>
                <a:gd name="T16" fmla="*/ 0 w 945"/>
                <a:gd name="T17" fmla="*/ 683 h 866"/>
                <a:gd name="T18" fmla="*/ 54 w 945"/>
                <a:gd name="T19" fmla="*/ 812 h 866"/>
                <a:gd name="T20" fmla="*/ 183 w 945"/>
                <a:gd name="T21" fmla="*/ 866 h 866"/>
                <a:gd name="T22" fmla="*/ 310 w 945"/>
                <a:gd name="T23" fmla="*/ 815 h 866"/>
                <a:gd name="T24" fmla="*/ 349 w 945"/>
                <a:gd name="T25" fmla="*/ 758 h 866"/>
                <a:gd name="T26" fmla="*/ 371 w 945"/>
                <a:gd name="T27" fmla="*/ 637 h 866"/>
                <a:gd name="T28" fmla="*/ 483 w 945"/>
                <a:gd name="T29" fmla="*/ 445 h 866"/>
                <a:gd name="T30" fmla="*/ 762 w 945"/>
                <a:gd name="T31" fmla="*/ 366 h 866"/>
                <a:gd name="T32" fmla="*/ 892 w 945"/>
                <a:gd name="T33" fmla="*/ 312 h 866"/>
                <a:gd name="T34" fmla="*/ 945 w 945"/>
                <a:gd name="T35" fmla="*/ 183 h 866"/>
                <a:gd name="T36" fmla="*/ 892 w 945"/>
                <a:gd name="T37" fmla="*/ 54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45" h="866">
                  <a:moveTo>
                    <a:pt x="892" y="54"/>
                  </a:moveTo>
                  <a:cubicBezTo>
                    <a:pt x="858" y="21"/>
                    <a:pt x="813" y="0"/>
                    <a:pt x="762" y="0"/>
                  </a:cubicBezTo>
                  <a:cubicBezTo>
                    <a:pt x="713" y="0"/>
                    <a:pt x="668" y="20"/>
                    <a:pt x="636" y="52"/>
                  </a:cubicBezTo>
                  <a:cubicBezTo>
                    <a:pt x="574" y="111"/>
                    <a:pt x="583" y="176"/>
                    <a:pt x="576" y="219"/>
                  </a:cubicBezTo>
                  <a:cubicBezTo>
                    <a:pt x="562" y="300"/>
                    <a:pt x="521" y="370"/>
                    <a:pt x="462" y="421"/>
                  </a:cubicBezTo>
                  <a:cubicBezTo>
                    <a:pt x="375" y="496"/>
                    <a:pt x="289" y="506"/>
                    <a:pt x="193" y="501"/>
                  </a:cubicBezTo>
                  <a:cubicBezTo>
                    <a:pt x="189" y="501"/>
                    <a:pt x="186" y="501"/>
                    <a:pt x="183" y="501"/>
                  </a:cubicBezTo>
                  <a:cubicBezTo>
                    <a:pt x="132" y="501"/>
                    <a:pt x="87" y="521"/>
                    <a:pt x="54" y="554"/>
                  </a:cubicBezTo>
                  <a:cubicBezTo>
                    <a:pt x="21" y="587"/>
                    <a:pt x="0" y="633"/>
                    <a:pt x="0" y="683"/>
                  </a:cubicBezTo>
                  <a:cubicBezTo>
                    <a:pt x="0" y="734"/>
                    <a:pt x="21" y="779"/>
                    <a:pt x="54" y="812"/>
                  </a:cubicBezTo>
                  <a:cubicBezTo>
                    <a:pt x="87" y="845"/>
                    <a:pt x="132" y="866"/>
                    <a:pt x="183" y="866"/>
                  </a:cubicBezTo>
                  <a:cubicBezTo>
                    <a:pt x="232" y="866"/>
                    <a:pt x="277" y="846"/>
                    <a:pt x="310" y="815"/>
                  </a:cubicBezTo>
                  <a:cubicBezTo>
                    <a:pt x="326" y="799"/>
                    <a:pt x="340" y="779"/>
                    <a:pt x="349" y="758"/>
                  </a:cubicBezTo>
                  <a:cubicBezTo>
                    <a:pt x="370" y="712"/>
                    <a:pt x="362" y="687"/>
                    <a:pt x="371" y="637"/>
                  </a:cubicBezTo>
                  <a:cubicBezTo>
                    <a:pt x="386" y="561"/>
                    <a:pt x="427" y="494"/>
                    <a:pt x="483" y="445"/>
                  </a:cubicBezTo>
                  <a:cubicBezTo>
                    <a:pt x="604" y="341"/>
                    <a:pt x="730" y="366"/>
                    <a:pt x="762" y="366"/>
                  </a:cubicBezTo>
                  <a:cubicBezTo>
                    <a:pt x="813" y="366"/>
                    <a:pt x="858" y="345"/>
                    <a:pt x="892" y="312"/>
                  </a:cubicBezTo>
                  <a:cubicBezTo>
                    <a:pt x="925" y="279"/>
                    <a:pt x="945" y="234"/>
                    <a:pt x="945" y="183"/>
                  </a:cubicBezTo>
                  <a:cubicBezTo>
                    <a:pt x="945" y="133"/>
                    <a:pt x="925" y="87"/>
                    <a:pt x="892" y="5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grpSp>
          <p:nvGrpSpPr>
            <p:cNvPr id="46" name="Group 90">
              <a:extLst>
                <a:ext uri="{FF2B5EF4-FFF2-40B4-BE49-F238E27FC236}">
                  <a16:creationId xmlns:a16="http://schemas.microsoft.com/office/drawing/2014/main" id="{0FA05D97-42CF-4A5C-8978-F55960B1D74D}"/>
                </a:ext>
              </a:extLst>
            </p:cNvPr>
            <p:cNvGrpSpPr/>
            <p:nvPr/>
          </p:nvGrpSpPr>
          <p:grpSpPr>
            <a:xfrm>
              <a:off x="4346678" y="2162403"/>
              <a:ext cx="3607756" cy="3940374"/>
              <a:chOff x="4346678" y="2162403"/>
              <a:chExt cx="3607756" cy="3940374"/>
            </a:xfrm>
          </p:grpSpPr>
          <p:sp>
            <p:nvSpPr>
              <p:cNvPr id="47" name="Oval 6">
                <a:extLst>
                  <a:ext uri="{FF2B5EF4-FFF2-40B4-BE49-F238E27FC236}">
                    <a16:creationId xmlns:a16="http://schemas.microsoft.com/office/drawing/2014/main" id="{8295C831-7C2D-4E78-81BC-3B75D7278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432137" y="4580480"/>
                <a:ext cx="1522297" cy="15222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25C294FE-A487-497E-A021-205CE56570E7}"/>
                  </a:ext>
                </a:extLst>
              </p:cNvPr>
              <p:cNvSpPr/>
              <p:nvPr/>
            </p:nvSpPr>
            <p:spPr bwMode="auto">
              <a:xfrm rot="5400000">
                <a:off x="5022472" y="3061702"/>
                <a:ext cx="2250888" cy="2145294"/>
              </a:xfrm>
              <a:custGeom>
                <a:avLst/>
                <a:gdLst>
                  <a:gd name="T0" fmla="*/ 540 w 540"/>
                  <a:gd name="T1" fmla="*/ 188 h 514"/>
                  <a:gd name="T2" fmla="*/ 163 w 540"/>
                  <a:gd name="T3" fmla="*/ 514 h 514"/>
                  <a:gd name="T4" fmla="*/ 0 w 540"/>
                  <a:gd name="T5" fmla="*/ 325 h 514"/>
                  <a:gd name="T6" fmla="*/ 377 w 540"/>
                  <a:gd name="T7" fmla="*/ 0 h 514"/>
                  <a:gd name="T8" fmla="*/ 540 w 540"/>
                  <a:gd name="T9" fmla="*/ 188 h 5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514">
                    <a:moveTo>
                      <a:pt x="540" y="188"/>
                    </a:moveTo>
                    <a:cubicBezTo>
                      <a:pt x="344" y="167"/>
                      <a:pt x="170" y="317"/>
                      <a:pt x="163" y="514"/>
                    </a:cubicBezTo>
                    <a:cubicBezTo>
                      <a:pt x="0" y="325"/>
                      <a:pt x="0" y="325"/>
                      <a:pt x="0" y="325"/>
                    </a:cubicBezTo>
                    <a:cubicBezTo>
                      <a:pt x="196" y="347"/>
                      <a:pt x="370" y="197"/>
                      <a:pt x="377" y="0"/>
                    </a:cubicBezTo>
                    <a:lnTo>
                      <a:pt x="540" y="188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" name="Oval 8">
                <a:extLst>
                  <a:ext uri="{FF2B5EF4-FFF2-40B4-BE49-F238E27FC236}">
                    <a16:creationId xmlns:a16="http://schemas.microsoft.com/office/drawing/2014/main" id="{553AD665-E275-40DF-BE60-83B383B8F1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344918" y="2164163"/>
                <a:ext cx="1525817" cy="15222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</p:grpSp>
      <p:sp>
        <p:nvSpPr>
          <p:cNvPr id="11" name="Oval 9">
            <a:extLst>
              <a:ext uri="{FF2B5EF4-FFF2-40B4-BE49-F238E27FC236}">
                <a16:creationId xmlns:a16="http://schemas.microsoft.com/office/drawing/2014/main" id="{B9E43058-D739-4178-B94C-DE7BABA98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6456" y="4843342"/>
            <a:ext cx="765685" cy="76677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2D11114B-1315-4EA8-B694-049B19C79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7243" y="3543370"/>
            <a:ext cx="765685" cy="766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3" name="Inhaltsplatzhalter 4">
            <a:extLst>
              <a:ext uri="{FF2B5EF4-FFF2-40B4-BE49-F238E27FC236}">
                <a16:creationId xmlns:a16="http://schemas.microsoft.com/office/drawing/2014/main" id="{868EADEC-1C44-4F9E-86CD-A109E5BECA2B}"/>
              </a:ext>
            </a:extLst>
          </p:cNvPr>
          <p:cNvSpPr txBox="1"/>
          <p:nvPr/>
        </p:nvSpPr>
        <p:spPr>
          <a:xfrm>
            <a:off x="517091" y="2725447"/>
            <a:ext cx="3064667" cy="11149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accent1"/>
                </a:solidFill>
                <a:latin typeface="+mj-lt"/>
              </a:rPr>
            </a:b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</a:t>
            </a:r>
            <a:endParaRPr lang="en-US" sz="13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78F02094-6255-4C00-91C2-C62A34FB1B75}"/>
              </a:ext>
            </a:extLst>
          </p:cNvPr>
          <p:cNvSpPr txBox="1"/>
          <p:nvPr/>
        </p:nvSpPr>
        <p:spPr>
          <a:xfrm>
            <a:off x="8615722" y="1855216"/>
            <a:ext cx="3059186" cy="11149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4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accent1"/>
                </a:solidFill>
                <a:latin typeface="+mj-lt"/>
              </a:rPr>
            </a:b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</a:t>
            </a:r>
            <a:endParaRPr lang="en-US" sz="13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5" name="Inhaltsplatzhalter 4">
            <a:extLst>
              <a:ext uri="{FF2B5EF4-FFF2-40B4-BE49-F238E27FC236}">
                <a16:creationId xmlns:a16="http://schemas.microsoft.com/office/drawing/2014/main" id="{0D3F0560-0AE8-4267-A7EC-798D9E3101D5}"/>
              </a:ext>
            </a:extLst>
          </p:cNvPr>
          <p:cNvSpPr txBox="1"/>
          <p:nvPr/>
        </p:nvSpPr>
        <p:spPr>
          <a:xfrm>
            <a:off x="517091" y="1297527"/>
            <a:ext cx="3064667" cy="11149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accent2"/>
                </a:solidFill>
                <a:latin typeface="+mj-lt"/>
              </a:rPr>
            </a:b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</a:t>
            </a:r>
            <a:endParaRPr lang="en-US" sz="11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6" name="Inhaltsplatzhalter 4">
            <a:extLst>
              <a:ext uri="{FF2B5EF4-FFF2-40B4-BE49-F238E27FC236}">
                <a16:creationId xmlns:a16="http://schemas.microsoft.com/office/drawing/2014/main" id="{D852AC82-F7A2-4CCE-8690-55AE9BB539A2}"/>
              </a:ext>
            </a:extLst>
          </p:cNvPr>
          <p:cNvSpPr txBox="1"/>
          <p:nvPr/>
        </p:nvSpPr>
        <p:spPr>
          <a:xfrm>
            <a:off x="517091" y="4153367"/>
            <a:ext cx="3064667" cy="11149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3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accent3"/>
                </a:solidFill>
                <a:latin typeface="+mj-lt"/>
              </a:rPr>
            </a:b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</a:t>
            </a:r>
            <a:endParaRPr lang="en-US" sz="13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7" name="Inhaltsplatzhalter 4">
            <a:extLst>
              <a:ext uri="{FF2B5EF4-FFF2-40B4-BE49-F238E27FC236}">
                <a16:creationId xmlns:a16="http://schemas.microsoft.com/office/drawing/2014/main" id="{5A390575-5120-470D-B8D8-697D7D5C1B6C}"/>
              </a:ext>
            </a:extLst>
          </p:cNvPr>
          <p:cNvSpPr txBox="1"/>
          <p:nvPr/>
        </p:nvSpPr>
        <p:spPr>
          <a:xfrm>
            <a:off x="8615722" y="3323586"/>
            <a:ext cx="3059186" cy="11149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6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accent1"/>
                </a:solidFill>
                <a:latin typeface="+mj-lt"/>
              </a:rPr>
            </a:b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</a:t>
            </a:r>
            <a:endParaRPr lang="en-US" sz="13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8" name="Inhaltsplatzhalter 4">
            <a:extLst>
              <a:ext uri="{FF2B5EF4-FFF2-40B4-BE49-F238E27FC236}">
                <a16:creationId xmlns:a16="http://schemas.microsoft.com/office/drawing/2014/main" id="{70FAA06F-B6DB-4D61-8002-178135C9E00F}"/>
              </a:ext>
            </a:extLst>
          </p:cNvPr>
          <p:cNvSpPr txBox="1"/>
          <p:nvPr/>
        </p:nvSpPr>
        <p:spPr>
          <a:xfrm>
            <a:off x="8615722" y="4791956"/>
            <a:ext cx="3059186" cy="11149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5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accent1"/>
                </a:solidFill>
                <a:latin typeface="+mj-lt"/>
              </a:rPr>
            </a:b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</a:t>
            </a:r>
            <a:endParaRPr lang="en-US" sz="13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cxnSp>
        <p:nvCxnSpPr>
          <p:cNvPr id="19" name="Straight Connector 100">
            <a:extLst>
              <a:ext uri="{FF2B5EF4-FFF2-40B4-BE49-F238E27FC236}">
                <a16:creationId xmlns:a16="http://schemas.microsoft.com/office/drawing/2014/main" id="{160AA618-E68F-4A5C-85DF-A637644A29FF}"/>
              </a:ext>
            </a:extLst>
          </p:cNvPr>
          <p:cNvCxnSpPr/>
          <p:nvPr/>
        </p:nvCxnSpPr>
        <p:spPr>
          <a:xfrm>
            <a:off x="3742511" y="1766886"/>
            <a:ext cx="130492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01">
            <a:extLst>
              <a:ext uri="{FF2B5EF4-FFF2-40B4-BE49-F238E27FC236}">
                <a16:creationId xmlns:a16="http://schemas.microsoft.com/office/drawing/2014/main" id="{CE867318-9B25-4222-828C-44D2D3E56601}"/>
              </a:ext>
            </a:extLst>
          </p:cNvPr>
          <p:cNvCxnSpPr/>
          <p:nvPr/>
        </p:nvCxnSpPr>
        <p:spPr>
          <a:xfrm>
            <a:off x="7085958" y="5261315"/>
            <a:ext cx="130492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102">
            <a:extLst>
              <a:ext uri="{FF2B5EF4-FFF2-40B4-BE49-F238E27FC236}">
                <a16:creationId xmlns:a16="http://schemas.microsoft.com/office/drawing/2014/main" id="{C8FEAA7D-626C-4703-B5E0-4CEB46484392}"/>
              </a:ext>
            </a:extLst>
          </p:cNvPr>
          <p:cNvGrpSpPr/>
          <p:nvPr/>
        </p:nvGrpSpPr>
        <p:grpSpPr>
          <a:xfrm>
            <a:off x="5562078" y="1605545"/>
            <a:ext cx="386963" cy="322683"/>
            <a:chOff x="10987088" y="1993900"/>
            <a:chExt cx="477837" cy="398463"/>
          </a:xfrm>
          <a:solidFill>
            <a:schemeClr val="bg1"/>
          </a:solidFill>
        </p:grpSpPr>
        <p:sp>
          <p:nvSpPr>
            <p:cNvPr id="43" name="Freeform 107">
              <a:extLst>
                <a:ext uri="{FF2B5EF4-FFF2-40B4-BE49-F238E27FC236}">
                  <a16:creationId xmlns:a16="http://schemas.microsoft.com/office/drawing/2014/main" id="{A63521DF-B2F3-4D9A-8255-228B97D22A63}"/>
                </a:ext>
              </a:extLst>
            </p:cNvPr>
            <p:cNvSpPr/>
            <p:nvPr/>
          </p:nvSpPr>
          <p:spPr bwMode="auto">
            <a:xfrm>
              <a:off x="10987088" y="1993900"/>
              <a:ext cx="396875" cy="398463"/>
            </a:xfrm>
            <a:custGeom>
              <a:avLst/>
              <a:gdLst>
                <a:gd name="T0" fmla="*/ 0 w 2745"/>
                <a:gd name="T1" fmla="*/ 0 h 2770"/>
                <a:gd name="T2" fmla="*/ 371 w 2745"/>
                <a:gd name="T3" fmla="*/ 0 h 2770"/>
                <a:gd name="T4" fmla="*/ 371 w 2745"/>
                <a:gd name="T5" fmla="*/ 2398 h 2770"/>
                <a:gd name="T6" fmla="*/ 2745 w 2745"/>
                <a:gd name="T7" fmla="*/ 2398 h 2770"/>
                <a:gd name="T8" fmla="*/ 2745 w 2745"/>
                <a:gd name="T9" fmla="*/ 2770 h 2770"/>
                <a:gd name="T10" fmla="*/ 0 w 2745"/>
                <a:gd name="T11" fmla="*/ 2770 h 2770"/>
                <a:gd name="T12" fmla="*/ 0 w 2745"/>
                <a:gd name="T13" fmla="*/ 0 h 2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5" h="2770">
                  <a:moveTo>
                    <a:pt x="0" y="0"/>
                  </a:moveTo>
                  <a:lnTo>
                    <a:pt x="371" y="0"/>
                  </a:lnTo>
                  <a:lnTo>
                    <a:pt x="371" y="2398"/>
                  </a:lnTo>
                  <a:lnTo>
                    <a:pt x="2745" y="2398"/>
                  </a:lnTo>
                  <a:lnTo>
                    <a:pt x="2745" y="2770"/>
                  </a:lnTo>
                  <a:lnTo>
                    <a:pt x="0" y="27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4" name="Freeform 108">
              <a:extLst>
                <a:ext uri="{FF2B5EF4-FFF2-40B4-BE49-F238E27FC236}">
                  <a16:creationId xmlns:a16="http://schemas.microsoft.com/office/drawing/2014/main" id="{F841B4C6-082F-4910-91AC-53449B7F6B2F}"/>
                </a:ext>
              </a:extLst>
            </p:cNvPr>
            <p:cNvSpPr/>
            <p:nvPr/>
          </p:nvSpPr>
          <p:spPr bwMode="auto">
            <a:xfrm>
              <a:off x="11066463" y="2047875"/>
              <a:ext cx="398462" cy="249238"/>
            </a:xfrm>
            <a:custGeom>
              <a:avLst/>
              <a:gdLst>
                <a:gd name="T0" fmla="*/ 2761 w 2761"/>
                <a:gd name="T1" fmla="*/ 0 h 1725"/>
                <a:gd name="T2" fmla="*/ 2559 w 2761"/>
                <a:gd name="T3" fmla="*/ 1146 h 1725"/>
                <a:gd name="T4" fmla="*/ 2274 w 2761"/>
                <a:gd name="T5" fmla="*/ 861 h 1725"/>
                <a:gd name="T6" fmla="*/ 1411 w 2761"/>
                <a:gd name="T7" fmla="*/ 1725 h 1725"/>
                <a:gd name="T8" fmla="*/ 864 w 2761"/>
                <a:gd name="T9" fmla="*/ 1177 h 1725"/>
                <a:gd name="T10" fmla="*/ 349 w 2761"/>
                <a:gd name="T11" fmla="*/ 1693 h 1725"/>
                <a:gd name="T12" fmla="*/ 0 w 2761"/>
                <a:gd name="T13" fmla="*/ 1341 h 1725"/>
                <a:gd name="T14" fmla="*/ 864 w 2761"/>
                <a:gd name="T15" fmla="*/ 476 h 1725"/>
                <a:gd name="T16" fmla="*/ 1411 w 2761"/>
                <a:gd name="T17" fmla="*/ 1025 h 1725"/>
                <a:gd name="T18" fmla="*/ 1924 w 2761"/>
                <a:gd name="T19" fmla="*/ 509 h 1725"/>
                <a:gd name="T20" fmla="*/ 1618 w 2761"/>
                <a:gd name="T21" fmla="*/ 202 h 1725"/>
                <a:gd name="T22" fmla="*/ 2761 w 2761"/>
                <a:gd name="T23" fmla="*/ 0 h 1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61" h="1725">
                  <a:moveTo>
                    <a:pt x="2761" y="0"/>
                  </a:moveTo>
                  <a:lnTo>
                    <a:pt x="2559" y="1146"/>
                  </a:lnTo>
                  <a:lnTo>
                    <a:pt x="2274" y="861"/>
                  </a:lnTo>
                  <a:lnTo>
                    <a:pt x="1411" y="1725"/>
                  </a:lnTo>
                  <a:lnTo>
                    <a:pt x="864" y="1177"/>
                  </a:lnTo>
                  <a:lnTo>
                    <a:pt x="349" y="1693"/>
                  </a:lnTo>
                  <a:lnTo>
                    <a:pt x="0" y="1341"/>
                  </a:lnTo>
                  <a:lnTo>
                    <a:pt x="864" y="476"/>
                  </a:lnTo>
                  <a:lnTo>
                    <a:pt x="1411" y="1025"/>
                  </a:lnTo>
                  <a:lnTo>
                    <a:pt x="1924" y="509"/>
                  </a:lnTo>
                  <a:lnTo>
                    <a:pt x="1618" y="202"/>
                  </a:lnTo>
                  <a:lnTo>
                    <a:pt x="27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2" name="Group 105">
            <a:extLst>
              <a:ext uri="{FF2B5EF4-FFF2-40B4-BE49-F238E27FC236}">
                <a16:creationId xmlns:a16="http://schemas.microsoft.com/office/drawing/2014/main" id="{05F07657-3752-41BF-B3C2-5F6473631BBB}"/>
              </a:ext>
            </a:extLst>
          </p:cNvPr>
          <p:cNvGrpSpPr/>
          <p:nvPr/>
        </p:nvGrpSpPr>
        <p:grpSpPr>
          <a:xfrm>
            <a:off x="7108323" y="2053435"/>
            <a:ext cx="616130" cy="542280"/>
            <a:chOff x="10059988" y="2759075"/>
            <a:chExt cx="463550" cy="407988"/>
          </a:xfrm>
          <a:solidFill>
            <a:schemeClr val="bg1"/>
          </a:solidFill>
        </p:grpSpPr>
        <p:sp>
          <p:nvSpPr>
            <p:cNvPr id="39" name="Freeform 182">
              <a:extLst>
                <a:ext uri="{FF2B5EF4-FFF2-40B4-BE49-F238E27FC236}">
                  <a16:creationId xmlns:a16="http://schemas.microsoft.com/office/drawing/2014/main" id="{45A2ED17-4DE7-4577-8D66-03F6F4F6C7C7}"/>
                </a:ext>
              </a:extLst>
            </p:cNvPr>
            <p:cNvSpPr/>
            <p:nvPr/>
          </p:nvSpPr>
          <p:spPr bwMode="auto">
            <a:xfrm>
              <a:off x="10059988" y="2759075"/>
              <a:ext cx="463550" cy="168275"/>
            </a:xfrm>
            <a:custGeom>
              <a:avLst/>
              <a:gdLst>
                <a:gd name="T0" fmla="*/ 1606 w 3212"/>
                <a:gd name="T1" fmla="*/ 0 h 1164"/>
                <a:gd name="T2" fmla="*/ 1815 w 3212"/>
                <a:gd name="T3" fmla="*/ 5 h 1164"/>
                <a:gd name="T4" fmla="*/ 2016 w 3212"/>
                <a:gd name="T5" fmla="*/ 19 h 1164"/>
                <a:gd name="T6" fmla="*/ 2208 w 3212"/>
                <a:gd name="T7" fmla="*/ 43 h 1164"/>
                <a:gd name="T8" fmla="*/ 2388 w 3212"/>
                <a:gd name="T9" fmla="*/ 74 h 1164"/>
                <a:gd name="T10" fmla="*/ 2554 w 3212"/>
                <a:gd name="T11" fmla="*/ 112 h 1164"/>
                <a:gd name="T12" fmla="*/ 2706 w 3212"/>
                <a:gd name="T13" fmla="*/ 158 h 1164"/>
                <a:gd name="T14" fmla="*/ 2841 w 3212"/>
                <a:gd name="T15" fmla="*/ 210 h 1164"/>
                <a:gd name="T16" fmla="*/ 2958 w 3212"/>
                <a:gd name="T17" fmla="*/ 268 h 1164"/>
                <a:gd name="T18" fmla="*/ 3055 w 3212"/>
                <a:gd name="T19" fmla="*/ 331 h 1164"/>
                <a:gd name="T20" fmla="*/ 3130 w 3212"/>
                <a:gd name="T21" fmla="*/ 398 h 1164"/>
                <a:gd name="T22" fmla="*/ 3182 w 3212"/>
                <a:gd name="T23" fmla="*/ 469 h 1164"/>
                <a:gd name="T24" fmla="*/ 3209 w 3212"/>
                <a:gd name="T25" fmla="*/ 544 h 1164"/>
                <a:gd name="T26" fmla="*/ 3209 w 3212"/>
                <a:gd name="T27" fmla="*/ 620 h 1164"/>
                <a:gd name="T28" fmla="*/ 3182 w 3212"/>
                <a:gd name="T29" fmla="*/ 695 h 1164"/>
                <a:gd name="T30" fmla="*/ 3130 w 3212"/>
                <a:gd name="T31" fmla="*/ 766 h 1164"/>
                <a:gd name="T32" fmla="*/ 3055 w 3212"/>
                <a:gd name="T33" fmla="*/ 833 h 1164"/>
                <a:gd name="T34" fmla="*/ 2958 w 3212"/>
                <a:gd name="T35" fmla="*/ 896 h 1164"/>
                <a:gd name="T36" fmla="*/ 2841 w 3212"/>
                <a:gd name="T37" fmla="*/ 954 h 1164"/>
                <a:gd name="T38" fmla="*/ 2706 w 3212"/>
                <a:gd name="T39" fmla="*/ 1006 h 1164"/>
                <a:gd name="T40" fmla="*/ 2554 w 3212"/>
                <a:gd name="T41" fmla="*/ 1052 h 1164"/>
                <a:gd name="T42" fmla="*/ 2388 w 3212"/>
                <a:gd name="T43" fmla="*/ 1090 h 1164"/>
                <a:gd name="T44" fmla="*/ 2208 w 3212"/>
                <a:gd name="T45" fmla="*/ 1122 h 1164"/>
                <a:gd name="T46" fmla="*/ 2016 w 3212"/>
                <a:gd name="T47" fmla="*/ 1145 h 1164"/>
                <a:gd name="T48" fmla="*/ 1815 w 3212"/>
                <a:gd name="T49" fmla="*/ 1159 h 1164"/>
                <a:gd name="T50" fmla="*/ 1606 w 3212"/>
                <a:gd name="T51" fmla="*/ 1164 h 1164"/>
                <a:gd name="T52" fmla="*/ 1397 w 3212"/>
                <a:gd name="T53" fmla="*/ 1159 h 1164"/>
                <a:gd name="T54" fmla="*/ 1195 w 3212"/>
                <a:gd name="T55" fmla="*/ 1145 h 1164"/>
                <a:gd name="T56" fmla="*/ 1004 w 3212"/>
                <a:gd name="T57" fmla="*/ 1122 h 1164"/>
                <a:gd name="T58" fmla="*/ 824 w 3212"/>
                <a:gd name="T59" fmla="*/ 1090 h 1164"/>
                <a:gd name="T60" fmla="*/ 658 w 3212"/>
                <a:gd name="T61" fmla="*/ 1052 h 1164"/>
                <a:gd name="T62" fmla="*/ 506 w 3212"/>
                <a:gd name="T63" fmla="*/ 1006 h 1164"/>
                <a:gd name="T64" fmla="*/ 371 w 3212"/>
                <a:gd name="T65" fmla="*/ 954 h 1164"/>
                <a:gd name="T66" fmla="*/ 254 w 3212"/>
                <a:gd name="T67" fmla="*/ 896 h 1164"/>
                <a:gd name="T68" fmla="*/ 157 w 3212"/>
                <a:gd name="T69" fmla="*/ 833 h 1164"/>
                <a:gd name="T70" fmla="*/ 82 w 3212"/>
                <a:gd name="T71" fmla="*/ 766 h 1164"/>
                <a:gd name="T72" fmla="*/ 30 w 3212"/>
                <a:gd name="T73" fmla="*/ 695 h 1164"/>
                <a:gd name="T74" fmla="*/ 3 w 3212"/>
                <a:gd name="T75" fmla="*/ 620 h 1164"/>
                <a:gd name="T76" fmla="*/ 3 w 3212"/>
                <a:gd name="T77" fmla="*/ 544 h 1164"/>
                <a:gd name="T78" fmla="*/ 30 w 3212"/>
                <a:gd name="T79" fmla="*/ 469 h 1164"/>
                <a:gd name="T80" fmla="*/ 82 w 3212"/>
                <a:gd name="T81" fmla="*/ 398 h 1164"/>
                <a:gd name="T82" fmla="*/ 157 w 3212"/>
                <a:gd name="T83" fmla="*/ 331 h 1164"/>
                <a:gd name="T84" fmla="*/ 254 w 3212"/>
                <a:gd name="T85" fmla="*/ 268 h 1164"/>
                <a:gd name="T86" fmla="*/ 371 w 3212"/>
                <a:gd name="T87" fmla="*/ 210 h 1164"/>
                <a:gd name="T88" fmla="*/ 506 w 3212"/>
                <a:gd name="T89" fmla="*/ 158 h 1164"/>
                <a:gd name="T90" fmla="*/ 658 w 3212"/>
                <a:gd name="T91" fmla="*/ 112 h 1164"/>
                <a:gd name="T92" fmla="*/ 824 w 3212"/>
                <a:gd name="T93" fmla="*/ 74 h 1164"/>
                <a:gd name="T94" fmla="*/ 1004 w 3212"/>
                <a:gd name="T95" fmla="*/ 43 h 1164"/>
                <a:gd name="T96" fmla="*/ 1195 w 3212"/>
                <a:gd name="T97" fmla="*/ 19 h 1164"/>
                <a:gd name="T98" fmla="*/ 1397 w 3212"/>
                <a:gd name="T99" fmla="*/ 5 h 1164"/>
                <a:gd name="T100" fmla="*/ 1606 w 3212"/>
                <a:gd name="T101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212" h="1164">
                  <a:moveTo>
                    <a:pt x="1606" y="0"/>
                  </a:moveTo>
                  <a:lnTo>
                    <a:pt x="1606" y="0"/>
                  </a:lnTo>
                  <a:lnTo>
                    <a:pt x="1712" y="2"/>
                  </a:lnTo>
                  <a:lnTo>
                    <a:pt x="1815" y="5"/>
                  </a:lnTo>
                  <a:lnTo>
                    <a:pt x="1917" y="11"/>
                  </a:lnTo>
                  <a:lnTo>
                    <a:pt x="2016" y="19"/>
                  </a:lnTo>
                  <a:lnTo>
                    <a:pt x="2114" y="30"/>
                  </a:lnTo>
                  <a:lnTo>
                    <a:pt x="2208" y="43"/>
                  </a:lnTo>
                  <a:lnTo>
                    <a:pt x="2299" y="57"/>
                  </a:lnTo>
                  <a:lnTo>
                    <a:pt x="2388" y="74"/>
                  </a:lnTo>
                  <a:lnTo>
                    <a:pt x="2472" y="92"/>
                  </a:lnTo>
                  <a:lnTo>
                    <a:pt x="2554" y="112"/>
                  </a:lnTo>
                  <a:lnTo>
                    <a:pt x="2632" y="135"/>
                  </a:lnTo>
                  <a:lnTo>
                    <a:pt x="2706" y="158"/>
                  </a:lnTo>
                  <a:lnTo>
                    <a:pt x="2775" y="183"/>
                  </a:lnTo>
                  <a:lnTo>
                    <a:pt x="2841" y="210"/>
                  </a:lnTo>
                  <a:lnTo>
                    <a:pt x="2902" y="238"/>
                  </a:lnTo>
                  <a:lnTo>
                    <a:pt x="2958" y="268"/>
                  </a:lnTo>
                  <a:lnTo>
                    <a:pt x="3009" y="299"/>
                  </a:lnTo>
                  <a:lnTo>
                    <a:pt x="3055" y="331"/>
                  </a:lnTo>
                  <a:lnTo>
                    <a:pt x="3096" y="364"/>
                  </a:lnTo>
                  <a:lnTo>
                    <a:pt x="3130" y="398"/>
                  </a:lnTo>
                  <a:lnTo>
                    <a:pt x="3159" y="433"/>
                  </a:lnTo>
                  <a:lnTo>
                    <a:pt x="3182" y="469"/>
                  </a:lnTo>
                  <a:lnTo>
                    <a:pt x="3199" y="506"/>
                  </a:lnTo>
                  <a:lnTo>
                    <a:pt x="3209" y="544"/>
                  </a:lnTo>
                  <a:lnTo>
                    <a:pt x="3212" y="582"/>
                  </a:lnTo>
                  <a:lnTo>
                    <a:pt x="3209" y="620"/>
                  </a:lnTo>
                  <a:lnTo>
                    <a:pt x="3199" y="658"/>
                  </a:lnTo>
                  <a:lnTo>
                    <a:pt x="3182" y="695"/>
                  </a:lnTo>
                  <a:lnTo>
                    <a:pt x="3159" y="731"/>
                  </a:lnTo>
                  <a:lnTo>
                    <a:pt x="3130" y="766"/>
                  </a:lnTo>
                  <a:lnTo>
                    <a:pt x="3096" y="800"/>
                  </a:lnTo>
                  <a:lnTo>
                    <a:pt x="3055" y="833"/>
                  </a:lnTo>
                  <a:lnTo>
                    <a:pt x="3009" y="865"/>
                  </a:lnTo>
                  <a:lnTo>
                    <a:pt x="2958" y="896"/>
                  </a:lnTo>
                  <a:lnTo>
                    <a:pt x="2902" y="926"/>
                  </a:lnTo>
                  <a:lnTo>
                    <a:pt x="2841" y="954"/>
                  </a:lnTo>
                  <a:lnTo>
                    <a:pt x="2775" y="981"/>
                  </a:lnTo>
                  <a:lnTo>
                    <a:pt x="2706" y="1006"/>
                  </a:lnTo>
                  <a:lnTo>
                    <a:pt x="2632" y="1030"/>
                  </a:lnTo>
                  <a:lnTo>
                    <a:pt x="2554" y="1052"/>
                  </a:lnTo>
                  <a:lnTo>
                    <a:pt x="2472" y="1072"/>
                  </a:lnTo>
                  <a:lnTo>
                    <a:pt x="2388" y="1090"/>
                  </a:lnTo>
                  <a:lnTo>
                    <a:pt x="2299" y="1107"/>
                  </a:lnTo>
                  <a:lnTo>
                    <a:pt x="2208" y="1122"/>
                  </a:lnTo>
                  <a:lnTo>
                    <a:pt x="2114" y="1134"/>
                  </a:lnTo>
                  <a:lnTo>
                    <a:pt x="2016" y="1145"/>
                  </a:lnTo>
                  <a:lnTo>
                    <a:pt x="1917" y="1153"/>
                  </a:lnTo>
                  <a:lnTo>
                    <a:pt x="1815" y="1159"/>
                  </a:lnTo>
                  <a:lnTo>
                    <a:pt x="1712" y="1163"/>
                  </a:lnTo>
                  <a:lnTo>
                    <a:pt x="1606" y="1164"/>
                  </a:lnTo>
                  <a:lnTo>
                    <a:pt x="1500" y="1163"/>
                  </a:lnTo>
                  <a:lnTo>
                    <a:pt x="1397" y="1159"/>
                  </a:lnTo>
                  <a:lnTo>
                    <a:pt x="1295" y="1153"/>
                  </a:lnTo>
                  <a:lnTo>
                    <a:pt x="1195" y="1145"/>
                  </a:lnTo>
                  <a:lnTo>
                    <a:pt x="1098" y="1134"/>
                  </a:lnTo>
                  <a:lnTo>
                    <a:pt x="1004" y="1122"/>
                  </a:lnTo>
                  <a:lnTo>
                    <a:pt x="912" y="1107"/>
                  </a:lnTo>
                  <a:lnTo>
                    <a:pt x="824" y="1090"/>
                  </a:lnTo>
                  <a:lnTo>
                    <a:pt x="739" y="1072"/>
                  </a:lnTo>
                  <a:lnTo>
                    <a:pt x="658" y="1052"/>
                  </a:lnTo>
                  <a:lnTo>
                    <a:pt x="580" y="1030"/>
                  </a:lnTo>
                  <a:lnTo>
                    <a:pt x="506" y="1006"/>
                  </a:lnTo>
                  <a:lnTo>
                    <a:pt x="436" y="981"/>
                  </a:lnTo>
                  <a:lnTo>
                    <a:pt x="371" y="954"/>
                  </a:lnTo>
                  <a:lnTo>
                    <a:pt x="310" y="926"/>
                  </a:lnTo>
                  <a:lnTo>
                    <a:pt x="254" y="896"/>
                  </a:lnTo>
                  <a:lnTo>
                    <a:pt x="203" y="865"/>
                  </a:lnTo>
                  <a:lnTo>
                    <a:pt x="157" y="833"/>
                  </a:lnTo>
                  <a:lnTo>
                    <a:pt x="116" y="800"/>
                  </a:lnTo>
                  <a:lnTo>
                    <a:pt x="82" y="766"/>
                  </a:lnTo>
                  <a:lnTo>
                    <a:pt x="53" y="731"/>
                  </a:lnTo>
                  <a:lnTo>
                    <a:pt x="30" y="695"/>
                  </a:lnTo>
                  <a:lnTo>
                    <a:pt x="13" y="658"/>
                  </a:lnTo>
                  <a:lnTo>
                    <a:pt x="3" y="620"/>
                  </a:lnTo>
                  <a:lnTo>
                    <a:pt x="0" y="582"/>
                  </a:lnTo>
                  <a:lnTo>
                    <a:pt x="3" y="544"/>
                  </a:lnTo>
                  <a:lnTo>
                    <a:pt x="13" y="506"/>
                  </a:lnTo>
                  <a:lnTo>
                    <a:pt x="30" y="469"/>
                  </a:lnTo>
                  <a:lnTo>
                    <a:pt x="53" y="433"/>
                  </a:lnTo>
                  <a:lnTo>
                    <a:pt x="82" y="398"/>
                  </a:lnTo>
                  <a:lnTo>
                    <a:pt x="116" y="364"/>
                  </a:lnTo>
                  <a:lnTo>
                    <a:pt x="157" y="331"/>
                  </a:lnTo>
                  <a:lnTo>
                    <a:pt x="203" y="299"/>
                  </a:lnTo>
                  <a:lnTo>
                    <a:pt x="254" y="268"/>
                  </a:lnTo>
                  <a:lnTo>
                    <a:pt x="310" y="238"/>
                  </a:lnTo>
                  <a:lnTo>
                    <a:pt x="371" y="210"/>
                  </a:lnTo>
                  <a:lnTo>
                    <a:pt x="436" y="183"/>
                  </a:lnTo>
                  <a:lnTo>
                    <a:pt x="506" y="158"/>
                  </a:lnTo>
                  <a:lnTo>
                    <a:pt x="580" y="135"/>
                  </a:lnTo>
                  <a:lnTo>
                    <a:pt x="658" y="112"/>
                  </a:lnTo>
                  <a:lnTo>
                    <a:pt x="739" y="92"/>
                  </a:lnTo>
                  <a:lnTo>
                    <a:pt x="824" y="74"/>
                  </a:lnTo>
                  <a:lnTo>
                    <a:pt x="912" y="57"/>
                  </a:lnTo>
                  <a:lnTo>
                    <a:pt x="1004" y="43"/>
                  </a:lnTo>
                  <a:lnTo>
                    <a:pt x="1098" y="30"/>
                  </a:lnTo>
                  <a:lnTo>
                    <a:pt x="1195" y="19"/>
                  </a:lnTo>
                  <a:lnTo>
                    <a:pt x="1295" y="11"/>
                  </a:lnTo>
                  <a:lnTo>
                    <a:pt x="1397" y="5"/>
                  </a:lnTo>
                  <a:lnTo>
                    <a:pt x="1500" y="2"/>
                  </a:lnTo>
                  <a:lnTo>
                    <a:pt x="16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0" name="Freeform 183">
              <a:extLst>
                <a:ext uri="{FF2B5EF4-FFF2-40B4-BE49-F238E27FC236}">
                  <a16:creationId xmlns:a16="http://schemas.microsoft.com/office/drawing/2014/main" id="{E9490423-4757-478D-8128-FDFEB952F980}"/>
                </a:ext>
              </a:extLst>
            </p:cNvPr>
            <p:cNvSpPr/>
            <p:nvPr/>
          </p:nvSpPr>
          <p:spPr bwMode="auto">
            <a:xfrm>
              <a:off x="10059988" y="2917825"/>
              <a:ext cx="463550" cy="93663"/>
            </a:xfrm>
            <a:custGeom>
              <a:avLst/>
              <a:gdLst>
                <a:gd name="T0" fmla="*/ 87 w 3212"/>
                <a:gd name="T1" fmla="*/ 40 h 648"/>
                <a:gd name="T2" fmla="*/ 256 w 3212"/>
                <a:gd name="T3" fmla="*/ 114 h 648"/>
                <a:gd name="T4" fmla="*/ 442 w 3212"/>
                <a:gd name="T5" fmla="*/ 179 h 648"/>
                <a:gd name="T6" fmla="*/ 647 w 3212"/>
                <a:gd name="T7" fmla="*/ 233 h 648"/>
                <a:gd name="T8" fmla="*/ 869 w 3212"/>
                <a:gd name="T9" fmla="*/ 277 h 648"/>
                <a:gd name="T10" fmla="*/ 1103 w 3212"/>
                <a:gd name="T11" fmla="*/ 310 h 648"/>
                <a:gd name="T12" fmla="*/ 1349 w 3212"/>
                <a:gd name="T13" fmla="*/ 330 h 648"/>
                <a:gd name="T14" fmla="*/ 1606 w 3212"/>
                <a:gd name="T15" fmla="*/ 338 h 648"/>
                <a:gd name="T16" fmla="*/ 1862 w 3212"/>
                <a:gd name="T17" fmla="*/ 330 h 648"/>
                <a:gd name="T18" fmla="*/ 2109 w 3212"/>
                <a:gd name="T19" fmla="*/ 310 h 648"/>
                <a:gd name="T20" fmla="*/ 2343 w 3212"/>
                <a:gd name="T21" fmla="*/ 277 h 648"/>
                <a:gd name="T22" fmla="*/ 2564 w 3212"/>
                <a:gd name="T23" fmla="*/ 233 h 648"/>
                <a:gd name="T24" fmla="*/ 2769 w 3212"/>
                <a:gd name="T25" fmla="*/ 179 h 648"/>
                <a:gd name="T26" fmla="*/ 2957 w 3212"/>
                <a:gd name="T27" fmla="*/ 114 h 648"/>
                <a:gd name="T28" fmla="*/ 3125 w 3212"/>
                <a:gd name="T29" fmla="*/ 40 h 648"/>
                <a:gd name="T30" fmla="*/ 3209 w 3212"/>
                <a:gd name="T31" fmla="*/ 33 h 648"/>
                <a:gd name="T32" fmla="*/ 3209 w 3212"/>
                <a:gd name="T33" fmla="*/ 104 h 648"/>
                <a:gd name="T34" fmla="*/ 3182 w 3212"/>
                <a:gd name="T35" fmla="*/ 179 h 648"/>
                <a:gd name="T36" fmla="*/ 3130 w 3212"/>
                <a:gd name="T37" fmla="*/ 250 h 648"/>
                <a:gd name="T38" fmla="*/ 3055 w 3212"/>
                <a:gd name="T39" fmla="*/ 317 h 648"/>
                <a:gd name="T40" fmla="*/ 2958 w 3212"/>
                <a:gd name="T41" fmla="*/ 381 h 648"/>
                <a:gd name="T42" fmla="*/ 2841 w 3212"/>
                <a:gd name="T43" fmla="*/ 439 h 648"/>
                <a:gd name="T44" fmla="*/ 2706 w 3212"/>
                <a:gd name="T45" fmla="*/ 491 h 648"/>
                <a:gd name="T46" fmla="*/ 2554 w 3212"/>
                <a:gd name="T47" fmla="*/ 536 h 648"/>
                <a:gd name="T48" fmla="*/ 2388 w 3212"/>
                <a:gd name="T49" fmla="*/ 575 h 648"/>
                <a:gd name="T50" fmla="*/ 2208 w 3212"/>
                <a:gd name="T51" fmla="*/ 606 h 648"/>
                <a:gd name="T52" fmla="*/ 2016 w 3212"/>
                <a:gd name="T53" fmla="*/ 629 h 648"/>
                <a:gd name="T54" fmla="*/ 1815 w 3212"/>
                <a:gd name="T55" fmla="*/ 644 h 648"/>
                <a:gd name="T56" fmla="*/ 1606 w 3212"/>
                <a:gd name="T57" fmla="*/ 648 h 648"/>
                <a:gd name="T58" fmla="*/ 1397 w 3212"/>
                <a:gd name="T59" fmla="*/ 644 h 648"/>
                <a:gd name="T60" fmla="*/ 1195 w 3212"/>
                <a:gd name="T61" fmla="*/ 629 h 648"/>
                <a:gd name="T62" fmla="*/ 1004 w 3212"/>
                <a:gd name="T63" fmla="*/ 606 h 648"/>
                <a:gd name="T64" fmla="*/ 824 w 3212"/>
                <a:gd name="T65" fmla="*/ 575 h 648"/>
                <a:gd name="T66" fmla="*/ 658 w 3212"/>
                <a:gd name="T67" fmla="*/ 536 h 648"/>
                <a:gd name="T68" fmla="*/ 506 w 3212"/>
                <a:gd name="T69" fmla="*/ 491 h 648"/>
                <a:gd name="T70" fmla="*/ 371 w 3212"/>
                <a:gd name="T71" fmla="*/ 439 h 648"/>
                <a:gd name="T72" fmla="*/ 254 w 3212"/>
                <a:gd name="T73" fmla="*/ 381 h 648"/>
                <a:gd name="T74" fmla="*/ 157 w 3212"/>
                <a:gd name="T75" fmla="*/ 317 h 648"/>
                <a:gd name="T76" fmla="*/ 82 w 3212"/>
                <a:gd name="T77" fmla="*/ 250 h 648"/>
                <a:gd name="T78" fmla="*/ 30 w 3212"/>
                <a:gd name="T79" fmla="*/ 179 h 648"/>
                <a:gd name="T80" fmla="*/ 3 w 3212"/>
                <a:gd name="T81" fmla="*/ 104 h 648"/>
                <a:gd name="T82" fmla="*/ 3 w 3212"/>
                <a:gd name="T83" fmla="*/ 33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212" h="648">
                  <a:moveTo>
                    <a:pt x="11" y="0"/>
                  </a:moveTo>
                  <a:lnTo>
                    <a:pt x="87" y="40"/>
                  </a:lnTo>
                  <a:lnTo>
                    <a:pt x="169" y="78"/>
                  </a:lnTo>
                  <a:lnTo>
                    <a:pt x="256" y="114"/>
                  </a:lnTo>
                  <a:lnTo>
                    <a:pt x="346" y="147"/>
                  </a:lnTo>
                  <a:lnTo>
                    <a:pt x="442" y="179"/>
                  </a:lnTo>
                  <a:lnTo>
                    <a:pt x="543" y="207"/>
                  </a:lnTo>
                  <a:lnTo>
                    <a:pt x="647" y="233"/>
                  </a:lnTo>
                  <a:lnTo>
                    <a:pt x="756" y="257"/>
                  </a:lnTo>
                  <a:lnTo>
                    <a:pt x="869" y="277"/>
                  </a:lnTo>
                  <a:lnTo>
                    <a:pt x="985" y="295"/>
                  </a:lnTo>
                  <a:lnTo>
                    <a:pt x="1103" y="310"/>
                  </a:lnTo>
                  <a:lnTo>
                    <a:pt x="1225" y="322"/>
                  </a:lnTo>
                  <a:lnTo>
                    <a:pt x="1349" y="330"/>
                  </a:lnTo>
                  <a:lnTo>
                    <a:pt x="1477" y="336"/>
                  </a:lnTo>
                  <a:lnTo>
                    <a:pt x="1606" y="338"/>
                  </a:lnTo>
                  <a:lnTo>
                    <a:pt x="1735" y="336"/>
                  </a:lnTo>
                  <a:lnTo>
                    <a:pt x="1862" y="330"/>
                  </a:lnTo>
                  <a:lnTo>
                    <a:pt x="1987" y="322"/>
                  </a:lnTo>
                  <a:lnTo>
                    <a:pt x="2109" y="310"/>
                  </a:lnTo>
                  <a:lnTo>
                    <a:pt x="2228" y="295"/>
                  </a:lnTo>
                  <a:lnTo>
                    <a:pt x="2343" y="277"/>
                  </a:lnTo>
                  <a:lnTo>
                    <a:pt x="2455" y="257"/>
                  </a:lnTo>
                  <a:lnTo>
                    <a:pt x="2564" y="233"/>
                  </a:lnTo>
                  <a:lnTo>
                    <a:pt x="2669" y="207"/>
                  </a:lnTo>
                  <a:lnTo>
                    <a:pt x="2769" y="179"/>
                  </a:lnTo>
                  <a:lnTo>
                    <a:pt x="2865" y="147"/>
                  </a:lnTo>
                  <a:lnTo>
                    <a:pt x="2957" y="114"/>
                  </a:lnTo>
                  <a:lnTo>
                    <a:pt x="3044" y="78"/>
                  </a:lnTo>
                  <a:lnTo>
                    <a:pt x="3125" y="40"/>
                  </a:lnTo>
                  <a:lnTo>
                    <a:pt x="3202" y="0"/>
                  </a:lnTo>
                  <a:lnTo>
                    <a:pt x="3209" y="33"/>
                  </a:lnTo>
                  <a:lnTo>
                    <a:pt x="3212" y="66"/>
                  </a:lnTo>
                  <a:lnTo>
                    <a:pt x="3209" y="104"/>
                  </a:lnTo>
                  <a:lnTo>
                    <a:pt x="3199" y="142"/>
                  </a:lnTo>
                  <a:lnTo>
                    <a:pt x="3182" y="179"/>
                  </a:lnTo>
                  <a:lnTo>
                    <a:pt x="3159" y="215"/>
                  </a:lnTo>
                  <a:lnTo>
                    <a:pt x="3130" y="250"/>
                  </a:lnTo>
                  <a:lnTo>
                    <a:pt x="3096" y="284"/>
                  </a:lnTo>
                  <a:lnTo>
                    <a:pt x="3055" y="317"/>
                  </a:lnTo>
                  <a:lnTo>
                    <a:pt x="3009" y="350"/>
                  </a:lnTo>
                  <a:lnTo>
                    <a:pt x="2958" y="381"/>
                  </a:lnTo>
                  <a:lnTo>
                    <a:pt x="2902" y="410"/>
                  </a:lnTo>
                  <a:lnTo>
                    <a:pt x="2841" y="439"/>
                  </a:lnTo>
                  <a:lnTo>
                    <a:pt x="2775" y="465"/>
                  </a:lnTo>
                  <a:lnTo>
                    <a:pt x="2706" y="491"/>
                  </a:lnTo>
                  <a:lnTo>
                    <a:pt x="2632" y="514"/>
                  </a:lnTo>
                  <a:lnTo>
                    <a:pt x="2554" y="536"/>
                  </a:lnTo>
                  <a:lnTo>
                    <a:pt x="2472" y="557"/>
                  </a:lnTo>
                  <a:lnTo>
                    <a:pt x="2388" y="575"/>
                  </a:lnTo>
                  <a:lnTo>
                    <a:pt x="2299" y="592"/>
                  </a:lnTo>
                  <a:lnTo>
                    <a:pt x="2208" y="606"/>
                  </a:lnTo>
                  <a:lnTo>
                    <a:pt x="2114" y="619"/>
                  </a:lnTo>
                  <a:lnTo>
                    <a:pt x="2016" y="629"/>
                  </a:lnTo>
                  <a:lnTo>
                    <a:pt x="1917" y="638"/>
                  </a:lnTo>
                  <a:lnTo>
                    <a:pt x="1815" y="644"/>
                  </a:lnTo>
                  <a:lnTo>
                    <a:pt x="1712" y="647"/>
                  </a:lnTo>
                  <a:lnTo>
                    <a:pt x="1606" y="648"/>
                  </a:lnTo>
                  <a:lnTo>
                    <a:pt x="1500" y="647"/>
                  </a:lnTo>
                  <a:lnTo>
                    <a:pt x="1397" y="644"/>
                  </a:lnTo>
                  <a:lnTo>
                    <a:pt x="1295" y="638"/>
                  </a:lnTo>
                  <a:lnTo>
                    <a:pt x="1195" y="629"/>
                  </a:lnTo>
                  <a:lnTo>
                    <a:pt x="1098" y="619"/>
                  </a:lnTo>
                  <a:lnTo>
                    <a:pt x="1004" y="606"/>
                  </a:lnTo>
                  <a:lnTo>
                    <a:pt x="912" y="592"/>
                  </a:lnTo>
                  <a:lnTo>
                    <a:pt x="824" y="575"/>
                  </a:lnTo>
                  <a:lnTo>
                    <a:pt x="739" y="557"/>
                  </a:lnTo>
                  <a:lnTo>
                    <a:pt x="658" y="536"/>
                  </a:lnTo>
                  <a:lnTo>
                    <a:pt x="580" y="514"/>
                  </a:lnTo>
                  <a:lnTo>
                    <a:pt x="506" y="491"/>
                  </a:lnTo>
                  <a:lnTo>
                    <a:pt x="436" y="465"/>
                  </a:lnTo>
                  <a:lnTo>
                    <a:pt x="371" y="439"/>
                  </a:lnTo>
                  <a:lnTo>
                    <a:pt x="310" y="410"/>
                  </a:lnTo>
                  <a:lnTo>
                    <a:pt x="254" y="381"/>
                  </a:lnTo>
                  <a:lnTo>
                    <a:pt x="203" y="350"/>
                  </a:lnTo>
                  <a:lnTo>
                    <a:pt x="157" y="317"/>
                  </a:lnTo>
                  <a:lnTo>
                    <a:pt x="116" y="284"/>
                  </a:lnTo>
                  <a:lnTo>
                    <a:pt x="82" y="250"/>
                  </a:lnTo>
                  <a:lnTo>
                    <a:pt x="53" y="215"/>
                  </a:lnTo>
                  <a:lnTo>
                    <a:pt x="30" y="179"/>
                  </a:lnTo>
                  <a:lnTo>
                    <a:pt x="13" y="142"/>
                  </a:lnTo>
                  <a:lnTo>
                    <a:pt x="3" y="104"/>
                  </a:lnTo>
                  <a:lnTo>
                    <a:pt x="0" y="66"/>
                  </a:lnTo>
                  <a:lnTo>
                    <a:pt x="3" y="33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1" name="Freeform 184">
              <a:extLst>
                <a:ext uri="{FF2B5EF4-FFF2-40B4-BE49-F238E27FC236}">
                  <a16:creationId xmlns:a16="http://schemas.microsoft.com/office/drawing/2014/main" id="{55959862-38C1-4A59-BA7E-F1BF7FA7AAAA}"/>
                </a:ext>
              </a:extLst>
            </p:cNvPr>
            <p:cNvSpPr/>
            <p:nvPr/>
          </p:nvSpPr>
          <p:spPr bwMode="auto">
            <a:xfrm>
              <a:off x="10059988" y="2995613"/>
              <a:ext cx="463550" cy="93663"/>
            </a:xfrm>
            <a:custGeom>
              <a:avLst/>
              <a:gdLst>
                <a:gd name="T0" fmla="*/ 87 w 3212"/>
                <a:gd name="T1" fmla="*/ 40 h 647"/>
                <a:gd name="T2" fmla="*/ 256 w 3212"/>
                <a:gd name="T3" fmla="*/ 114 h 647"/>
                <a:gd name="T4" fmla="*/ 442 w 3212"/>
                <a:gd name="T5" fmla="*/ 178 h 647"/>
                <a:gd name="T6" fmla="*/ 647 w 3212"/>
                <a:gd name="T7" fmla="*/ 233 h 647"/>
                <a:gd name="T8" fmla="*/ 869 w 3212"/>
                <a:gd name="T9" fmla="*/ 277 h 647"/>
                <a:gd name="T10" fmla="*/ 1103 w 3212"/>
                <a:gd name="T11" fmla="*/ 310 h 647"/>
                <a:gd name="T12" fmla="*/ 1349 w 3212"/>
                <a:gd name="T13" fmla="*/ 330 h 647"/>
                <a:gd name="T14" fmla="*/ 1606 w 3212"/>
                <a:gd name="T15" fmla="*/ 337 h 647"/>
                <a:gd name="T16" fmla="*/ 1862 w 3212"/>
                <a:gd name="T17" fmla="*/ 330 h 647"/>
                <a:gd name="T18" fmla="*/ 2109 w 3212"/>
                <a:gd name="T19" fmla="*/ 310 h 647"/>
                <a:gd name="T20" fmla="*/ 2343 w 3212"/>
                <a:gd name="T21" fmla="*/ 277 h 647"/>
                <a:gd name="T22" fmla="*/ 2564 w 3212"/>
                <a:gd name="T23" fmla="*/ 233 h 647"/>
                <a:gd name="T24" fmla="*/ 2769 w 3212"/>
                <a:gd name="T25" fmla="*/ 178 h 647"/>
                <a:gd name="T26" fmla="*/ 2957 w 3212"/>
                <a:gd name="T27" fmla="*/ 114 h 647"/>
                <a:gd name="T28" fmla="*/ 3125 w 3212"/>
                <a:gd name="T29" fmla="*/ 40 h 647"/>
                <a:gd name="T30" fmla="*/ 3209 w 3212"/>
                <a:gd name="T31" fmla="*/ 33 h 647"/>
                <a:gd name="T32" fmla="*/ 3209 w 3212"/>
                <a:gd name="T33" fmla="*/ 104 h 647"/>
                <a:gd name="T34" fmla="*/ 3182 w 3212"/>
                <a:gd name="T35" fmla="*/ 178 h 647"/>
                <a:gd name="T36" fmla="*/ 3130 w 3212"/>
                <a:gd name="T37" fmla="*/ 250 h 647"/>
                <a:gd name="T38" fmla="*/ 3055 w 3212"/>
                <a:gd name="T39" fmla="*/ 317 h 647"/>
                <a:gd name="T40" fmla="*/ 2958 w 3212"/>
                <a:gd name="T41" fmla="*/ 380 h 647"/>
                <a:gd name="T42" fmla="*/ 2841 w 3212"/>
                <a:gd name="T43" fmla="*/ 438 h 647"/>
                <a:gd name="T44" fmla="*/ 2706 w 3212"/>
                <a:gd name="T45" fmla="*/ 490 h 647"/>
                <a:gd name="T46" fmla="*/ 2554 w 3212"/>
                <a:gd name="T47" fmla="*/ 535 h 647"/>
                <a:gd name="T48" fmla="*/ 2388 w 3212"/>
                <a:gd name="T49" fmla="*/ 574 h 647"/>
                <a:gd name="T50" fmla="*/ 2208 w 3212"/>
                <a:gd name="T51" fmla="*/ 605 h 647"/>
                <a:gd name="T52" fmla="*/ 2016 w 3212"/>
                <a:gd name="T53" fmla="*/ 628 h 647"/>
                <a:gd name="T54" fmla="*/ 1815 w 3212"/>
                <a:gd name="T55" fmla="*/ 643 h 647"/>
                <a:gd name="T56" fmla="*/ 1606 w 3212"/>
                <a:gd name="T57" fmla="*/ 647 h 647"/>
                <a:gd name="T58" fmla="*/ 1397 w 3212"/>
                <a:gd name="T59" fmla="*/ 643 h 647"/>
                <a:gd name="T60" fmla="*/ 1195 w 3212"/>
                <a:gd name="T61" fmla="*/ 628 h 647"/>
                <a:gd name="T62" fmla="*/ 1004 w 3212"/>
                <a:gd name="T63" fmla="*/ 605 h 647"/>
                <a:gd name="T64" fmla="*/ 824 w 3212"/>
                <a:gd name="T65" fmla="*/ 574 h 647"/>
                <a:gd name="T66" fmla="*/ 658 w 3212"/>
                <a:gd name="T67" fmla="*/ 535 h 647"/>
                <a:gd name="T68" fmla="*/ 506 w 3212"/>
                <a:gd name="T69" fmla="*/ 490 h 647"/>
                <a:gd name="T70" fmla="*/ 371 w 3212"/>
                <a:gd name="T71" fmla="*/ 438 h 647"/>
                <a:gd name="T72" fmla="*/ 254 w 3212"/>
                <a:gd name="T73" fmla="*/ 380 h 647"/>
                <a:gd name="T74" fmla="*/ 157 w 3212"/>
                <a:gd name="T75" fmla="*/ 317 h 647"/>
                <a:gd name="T76" fmla="*/ 82 w 3212"/>
                <a:gd name="T77" fmla="*/ 250 h 647"/>
                <a:gd name="T78" fmla="*/ 30 w 3212"/>
                <a:gd name="T79" fmla="*/ 178 h 647"/>
                <a:gd name="T80" fmla="*/ 3 w 3212"/>
                <a:gd name="T81" fmla="*/ 104 h 647"/>
                <a:gd name="T82" fmla="*/ 3 w 3212"/>
                <a:gd name="T83" fmla="*/ 33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212" h="647">
                  <a:moveTo>
                    <a:pt x="11" y="0"/>
                  </a:moveTo>
                  <a:lnTo>
                    <a:pt x="87" y="40"/>
                  </a:lnTo>
                  <a:lnTo>
                    <a:pt x="169" y="78"/>
                  </a:lnTo>
                  <a:lnTo>
                    <a:pt x="256" y="114"/>
                  </a:lnTo>
                  <a:lnTo>
                    <a:pt x="346" y="147"/>
                  </a:lnTo>
                  <a:lnTo>
                    <a:pt x="442" y="178"/>
                  </a:lnTo>
                  <a:lnTo>
                    <a:pt x="543" y="207"/>
                  </a:lnTo>
                  <a:lnTo>
                    <a:pt x="647" y="233"/>
                  </a:lnTo>
                  <a:lnTo>
                    <a:pt x="756" y="257"/>
                  </a:lnTo>
                  <a:lnTo>
                    <a:pt x="869" y="277"/>
                  </a:lnTo>
                  <a:lnTo>
                    <a:pt x="985" y="295"/>
                  </a:lnTo>
                  <a:lnTo>
                    <a:pt x="1103" y="310"/>
                  </a:lnTo>
                  <a:lnTo>
                    <a:pt x="1225" y="322"/>
                  </a:lnTo>
                  <a:lnTo>
                    <a:pt x="1349" y="330"/>
                  </a:lnTo>
                  <a:lnTo>
                    <a:pt x="1477" y="335"/>
                  </a:lnTo>
                  <a:lnTo>
                    <a:pt x="1606" y="337"/>
                  </a:lnTo>
                  <a:lnTo>
                    <a:pt x="1735" y="335"/>
                  </a:lnTo>
                  <a:lnTo>
                    <a:pt x="1862" y="330"/>
                  </a:lnTo>
                  <a:lnTo>
                    <a:pt x="1987" y="322"/>
                  </a:lnTo>
                  <a:lnTo>
                    <a:pt x="2109" y="310"/>
                  </a:lnTo>
                  <a:lnTo>
                    <a:pt x="2228" y="295"/>
                  </a:lnTo>
                  <a:lnTo>
                    <a:pt x="2343" y="277"/>
                  </a:lnTo>
                  <a:lnTo>
                    <a:pt x="2455" y="257"/>
                  </a:lnTo>
                  <a:lnTo>
                    <a:pt x="2564" y="233"/>
                  </a:lnTo>
                  <a:lnTo>
                    <a:pt x="2669" y="207"/>
                  </a:lnTo>
                  <a:lnTo>
                    <a:pt x="2769" y="178"/>
                  </a:lnTo>
                  <a:lnTo>
                    <a:pt x="2865" y="147"/>
                  </a:lnTo>
                  <a:lnTo>
                    <a:pt x="2957" y="114"/>
                  </a:lnTo>
                  <a:lnTo>
                    <a:pt x="3044" y="78"/>
                  </a:lnTo>
                  <a:lnTo>
                    <a:pt x="3125" y="40"/>
                  </a:lnTo>
                  <a:lnTo>
                    <a:pt x="3202" y="0"/>
                  </a:lnTo>
                  <a:lnTo>
                    <a:pt x="3209" y="33"/>
                  </a:lnTo>
                  <a:lnTo>
                    <a:pt x="3212" y="66"/>
                  </a:lnTo>
                  <a:lnTo>
                    <a:pt x="3209" y="104"/>
                  </a:lnTo>
                  <a:lnTo>
                    <a:pt x="3199" y="142"/>
                  </a:lnTo>
                  <a:lnTo>
                    <a:pt x="3182" y="178"/>
                  </a:lnTo>
                  <a:lnTo>
                    <a:pt x="3159" y="215"/>
                  </a:lnTo>
                  <a:lnTo>
                    <a:pt x="3130" y="250"/>
                  </a:lnTo>
                  <a:lnTo>
                    <a:pt x="3096" y="284"/>
                  </a:lnTo>
                  <a:lnTo>
                    <a:pt x="3055" y="317"/>
                  </a:lnTo>
                  <a:lnTo>
                    <a:pt x="3009" y="349"/>
                  </a:lnTo>
                  <a:lnTo>
                    <a:pt x="2958" y="380"/>
                  </a:lnTo>
                  <a:lnTo>
                    <a:pt x="2902" y="409"/>
                  </a:lnTo>
                  <a:lnTo>
                    <a:pt x="2841" y="438"/>
                  </a:lnTo>
                  <a:lnTo>
                    <a:pt x="2775" y="464"/>
                  </a:lnTo>
                  <a:lnTo>
                    <a:pt x="2706" y="490"/>
                  </a:lnTo>
                  <a:lnTo>
                    <a:pt x="2632" y="513"/>
                  </a:lnTo>
                  <a:lnTo>
                    <a:pt x="2554" y="535"/>
                  </a:lnTo>
                  <a:lnTo>
                    <a:pt x="2472" y="556"/>
                  </a:lnTo>
                  <a:lnTo>
                    <a:pt x="2388" y="574"/>
                  </a:lnTo>
                  <a:lnTo>
                    <a:pt x="2299" y="591"/>
                  </a:lnTo>
                  <a:lnTo>
                    <a:pt x="2208" y="605"/>
                  </a:lnTo>
                  <a:lnTo>
                    <a:pt x="2114" y="618"/>
                  </a:lnTo>
                  <a:lnTo>
                    <a:pt x="2016" y="628"/>
                  </a:lnTo>
                  <a:lnTo>
                    <a:pt x="1917" y="637"/>
                  </a:lnTo>
                  <a:lnTo>
                    <a:pt x="1815" y="643"/>
                  </a:lnTo>
                  <a:lnTo>
                    <a:pt x="1712" y="646"/>
                  </a:lnTo>
                  <a:lnTo>
                    <a:pt x="1606" y="647"/>
                  </a:lnTo>
                  <a:lnTo>
                    <a:pt x="1500" y="646"/>
                  </a:lnTo>
                  <a:lnTo>
                    <a:pt x="1397" y="643"/>
                  </a:lnTo>
                  <a:lnTo>
                    <a:pt x="1295" y="637"/>
                  </a:lnTo>
                  <a:lnTo>
                    <a:pt x="1195" y="628"/>
                  </a:lnTo>
                  <a:lnTo>
                    <a:pt x="1098" y="618"/>
                  </a:lnTo>
                  <a:lnTo>
                    <a:pt x="1004" y="605"/>
                  </a:lnTo>
                  <a:lnTo>
                    <a:pt x="912" y="591"/>
                  </a:lnTo>
                  <a:lnTo>
                    <a:pt x="824" y="574"/>
                  </a:lnTo>
                  <a:lnTo>
                    <a:pt x="739" y="556"/>
                  </a:lnTo>
                  <a:lnTo>
                    <a:pt x="658" y="535"/>
                  </a:lnTo>
                  <a:lnTo>
                    <a:pt x="580" y="513"/>
                  </a:lnTo>
                  <a:lnTo>
                    <a:pt x="506" y="490"/>
                  </a:lnTo>
                  <a:lnTo>
                    <a:pt x="436" y="464"/>
                  </a:lnTo>
                  <a:lnTo>
                    <a:pt x="371" y="438"/>
                  </a:lnTo>
                  <a:lnTo>
                    <a:pt x="310" y="409"/>
                  </a:lnTo>
                  <a:lnTo>
                    <a:pt x="254" y="380"/>
                  </a:lnTo>
                  <a:lnTo>
                    <a:pt x="203" y="349"/>
                  </a:lnTo>
                  <a:lnTo>
                    <a:pt x="157" y="317"/>
                  </a:lnTo>
                  <a:lnTo>
                    <a:pt x="116" y="284"/>
                  </a:lnTo>
                  <a:lnTo>
                    <a:pt x="82" y="250"/>
                  </a:lnTo>
                  <a:lnTo>
                    <a:pt x="53" y="215"/>
                  </a:lnTo>
                  <a:lnTo>
                    <a:pt x="30" y="178"/>
                  </a:lnTo>
                  <a:lnTo>
                    <a:pt x="13" y="142"/>
                  </a:lnTo>
                  <a:lnTo>
                    <a:pt x="3" y="104"/>
                  </a:lnTo>
                  <a:lnTo>
                    <a:pt x="0" y="66"/>
                  </a:lnTo>
                  <a:lnTo>
                    <a:pt x="3" y="33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2" name="Freeform 185">
              <a:extLst>
                <a:ext uri="{FF2B5EF4-FFF2-40B4-BE49-F238E27FC236}">
                  <a16:creationId xmlns:a16="http://schemas.microsoft.com/office/drawing/2014/main" id="{35560CC6-0DBD-4E54-AAF3-C71D296BC07D}"/>
                </a:ext>
              </a:extLst>
            </p:cNvPr>
            <p:cNvSpPr/>
            <p:nvPr/>
          </p:nvSpPr>
          <p:spPr bwMode="auto">
            <a:xfrm>
              <a:off x="10059988" y="3074988"/>
              <a:ext cx="463550" cy="92075"/>
            </a:xfrm>
            <a:custGeom>
              <a:avLst/>
              <a:gdLst>
                <a:gd name="T0" fmla="*/ 87 w 3212"/>
                <a:gd name="T1" fmla="*/ 40 h 647"/>
                <a:gd name="T2" fmla="*/ 256 w 3212"/>
                <a:gd name="T3" fmla="*/ 113 h 647"/>
                <a:gd name="T4" fmla="*/ 442 w 3212"/>
                <a:gd name="T5" fmla="*/ 178 h 647"/>
                <a:gd name="T6" fmla="*/ 647 w 3212"/>
                <a:gd name="T7" fmla="*/ 233 h 647"/>
                <a:gd name="T8" fmla="*/ 869 w 3212"/>
                <a:gd name="T9" fmla="*/ 277 h 647"/>
                <a:gd name="T10" fmla="*/ 1103 w 3212"/>
                <a:gd name="T11" fmla="*/ 310 h 647"/>
                <a:gd name="T12" fmla="*/ 1349 w 3212"/>
                <a:gd name="T13" fmla="*/ 330 h 647"/>
                <a:gd name="T14" fmla="*/ 1606 w 3212"/>
                <a:gd name="T15" fmla="*/ 337 h 647"/>
                <a:gd name="T16" fmla="*/ 1862 w 3212"/>
                <a:gd name="T17" fmla="*/ 330 h 647"/>
                <a:gd name="T18" fmla="*/ 2109 w 3212"/>
                <a:gd name="T19" fmla="*/ 310 h 647"/>
                <a:gd name="T20" fmla="*/ 2343 w 3212"/>
                <a:gd name="T21" fmla="*/ 277 h 647"/>
                <a:gd name="T22" fmla="*/ 2564 w 3212"/>
                <a:gd name="T23" fmla="*/ 233 h 647"/>
                <a:gd name="T24" fmla="*/ 2769 w 3212"/>
                <a:gd name="T25" fmla="*/ 178 h 647"/>
                <a:gd name="T26" fmla="*/ 2957 w 3212"/>
                <a:gd name="T27" fmla="*/ 113 h 647"/>
                <a:gd name="T28" fmla="*/ 3125 w 3212"/>
                <a:gd name="T29" fmla="*/ 40 h 647"/>
                <a:gd name="T30" fmla="*/ 3209 w 3212"/>
                <a:gd name="T31" fmla="*/ 32 h 647"/>
                <a:gd name="T32" fmla="*/ 3209 w 3212"/>
                <a:gd name="T33" fmla="*/ 103 h 647"/>
                <a:gd name="T34" fmla="*/ 3182 w 3212"/>
                <a:gd name="T35" fmla="*/ 178 h 647"/>
                <a:gd name="T36" fmla="*/ 3130 w 3212"/>
                <a:gd name="T37" fmla="*/ 249 h 647"/>
                <a:gd name="T38" fmla="*/ 3055 w 3212"/>
                <a:gd name="T39" fmla="*/ 316 h 647"/>
                <a:gd name="T40" fmla="*/ 2958 w 3212"/>
                <a:gd name="T41" fmla="*/ 379 h 647"/>
                <a:gd name="T42" fmla="*/ 2841 w 3212"/>
                <a:gd name="T43" fmla="*/ 437 h 647"/>
                <a:gd name="T44" fmla="*/ 2706 w 3212"/>
                <a:gd name="T45" fmla="*/ 489 h 647"/>
                <a:gd name="T46" fmla="*/ 2554 w 3212"/>
                <a:gd name="T47" fmla="*/ 535 h 647"/>
                <a:gd name="T48" fmla="*/ 2388 w 3212"/>
                <a:gd name="T49" fmla="*/ 574 h 647"/>
                <a:gd name="T50" fmla="*/ 2208 w 3212"/>
                <a:gd name="T51" fmla="*/ 605 h 647"/>
                <a:gd name="T52" fmla="*/ 2016 w 3212"/>
                <a:gd name="T53" fmla="*/ 628 h 647"/>
                <a:gd name="T54" fmla="*/ 1815 w 3212"/>
                <a:gd name="T55" fmla="*/ 642 h 647"/>
                <a:gd name="T56" fmla="*/ 1606 w 3212"/>
                <a:gd name="T57" fmla="*/ 647 h 647"/>
                <a:gd name="T58" fmla="*/ 1397 w 3212"/>
                <a:gd name="T59" fmla="*/ 642 h 647"/>
                <a:gd name="T60" fmla="*/ 1195 w 3212"/>
                <a:gd name="T61" fmla="*/ 628 h 647"/>
                <a:gd name="T62" fmla="*/ 1004 w 3212"/>
                <a:gd name="T63" fmla="*/ 605 h 647"/>
                <a:gd name="T64" fmla="*/ 824 w 3212"/>
                <a:gd name="T65" fmla="*/ 574 h 647"/>
                <a:gd name="T66" fmla="*/ 658 w 3212"/>
                <a:gd name="T67" fmla="*/ 535 h 647"/>
                <a:gd name="T68" fmla="*/ 506 w 3212"/>
                <a:gd name="T69" fmla="*/ 489 h 647"/>
                <a:gd name="T70" fmla="*/ 371 w 3212"/>
                <a:gd name="T71" fmla="*/ 437 h 647"/>
                <a:gd name="T72" fmla="*/ 254 w 3212"/>
                <a:gd name="T73" fmla="*/ 379 h 647"/>
                <a:gd name="T74" fmla="*/ 157 w 3212"/>
                <a:gd name="T75" fmla="*/ 316 h 647"/>
                <a:gd name="T76" fmla="*/ 82 w 3212"/>
                <a:gd name="T77" fmla="*/ 249 h 647"/>
                <a:gd name="T78" fmla="*/ 30 w 3212"/>
                <a:gd name="T79" fmla="*/ 178 h 647"/>
                <a:gd name="T80" fmla="*/ 3 w 3212"/>
                <a:gd name="T81" fmla="*/ 103 h 647"/>
                <a:gd name="T82" fmla="*/ 3 w 3212"/>
                <a:gd name="T83" fmla="*/ 3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212" h="647">
                  <a:moveTo>
                    <a:pt x="11" y="0"/>
                  </a:moveTo>
                  <a:lnTo>
                    <a:pt x="87" y="40"/>
                  </a:lnTo>
                  <a:lnTo>
                    <a:pt x="169" y="78"/>
                  </a:lnTo>
                  <a:lnTo>
                    <a:pt x="256" y="113"/>
                  </a:lnTo>
                  <a:lnTo>
                    <a:pt x="346" y="147"/>
                  </a:lnTo>
                  <a:lnTo>
                    <a:pt x="442" y="178"/>
                  </a:lnTo>
                  <a:lnTo>
                    <a:pt x="543" y="207"/>
                  </a:lnTo>
                  <a:lnTo>
                    <a:pt x="647" y="233"/>
                  </a:lnTo>
                  <a:lnTo>
                    <a:pt x="756" y="257"/>
                  </a:lnTo>
                  <a:lnTo>
                    <a:pt x="869" y="277"/>
                  </a:lnTo>
                  <a:lnTo>
                    <a:pt x="985" y="295"/>
                  </a:lnTo>
                  <a:lnTo>
                    <a:pt x="1103" y="310"/>
                  </a:lnTo>
                  <a:lnTo>
                    <a:pt x="1225" y="322"/>
                  </a:lnTo>
                  <a:lnTo>
                    <a:pt x="1349" y="330"/>
                  </a:lnTo>
                  <a:lnTo>
                    <a:pt x="1477" y="335"/>
                  </a:lnTo>
                  <a:lnTo>
                    <a:pt x="1606" y="337"/>
                  </a:lnTo>
                  <a:lnTo>
                    <a:pt x="1735" y="335"/>
                  </a:lnTo>
                  <a:lnTo>
                    <a:pt x="1862" y="330"/>
                  </a:lnTo>
                  <a:lnTo>
                    <a:pt x="1987" y="322"/>
                  </a:lnTo>
                  <a:lnTo>
                    <a:pt x="2109" y="310"/>
                  </a:lnTo>
                  <a:lnTo>
                    <a:pt x="2228" y="295"/>
                  </a:lnTo>
                  <a:lnTo>
                    <a:pt x="2343" y="277"/>
                  </a:lnTo>
                  <a:lnTo>
                    <a:pt x="2455" y="257"/>
                  </a:lnTo>
                  <a:lnTo>
                    <a:pt x="2564" y="233"/>
                  </a:lnTo>
                  <a:lnTo>
                    <a:pt x="2669" y="207"/>
                  </a:lnTo>
                  <a:lnTo>
                    <a:pt x="2769" y="178"/>
                  </a:lnTo>
                  <a:lnTo>
                    <a:pt x="2865" y="147"/>
                  </a:lnTo>
                  <a:lnTo>
                    <a:pt x="2957" y="113"/>
                  </a:lnTo>
                  <a:lnTo>
                    <a:pt x="3044" y="78"/>
                  </a:lnTo>
                  <a:lnTo>
                    <a:pt x="3125" y="40"/>
                  </a:lnTo>
                  <a:lnTo>
                    <a:pt x="3202" y="0"/>
                  </a:lnTo>
                  <a:lnTo>
                    <a:pt x="3209" y="32"/>
                  </a:lnTo>
                  <a:lnTo>
                    <a:pt x="3212" y="65"/>
                  </a:lnTo>
                  <a:lnTo>
                    <a:pt x="3209" y="103"/>
                  </a:lnTo>
                  <a:lnTo>
                    <a:pt x="3199" y="141"/>
                  </a:lnTo>
                  <a:lnTo>
                    <a:pt x="3182" y="178"/>
                  </a:lnTo>
                  <a:lnTo>
                    <a:pt x="3159" y="214"/>
                  </a:lnTo>
                  <a:lnTo>
                    <a:pt x="3130" y="249"/>
                  </a:lnTo>
                  <a:lnTo>
                    <a:pt x="3096" y="283"/>
                  </a:lnTo>
                  <a:lnTo>
                    <a:pt x="3055" y="316"/>
                  </a:lnTo>
                  <a:lnTo>
                    <a:pt x="3009" y="348"/>
                  </a:lnTo>
                  <a:lnTo>
                    <a:pt x="2958" y="379"/>
                  </a:lnTo>
                  <a:lnTo>
                    <a:pt x="2902" y="409"/>
                  </a:lnTo>
                  <a:lnTo>
                    <a:pt x="2841" y="437"/>
                  </a:lnTo>
                  <a:lnTo>
                    <a:pt x="2775" y="464"/>
                  </a:lnTo>
                  <a:lnTo>
                    <a:pt x="2706" y="489"/>
                  </a:lnTo>
                  <a:lnTo>
                    <a:pt x="2632" y="513"/>
                  </a:lnTo>
                  <a:lnTo>
                    <a:pt x="2554" y="535"/>
                  </a:lnTo>
                  <a:lnTo>
                    <a:pt x="2472" y="555"/>
                  </a:lnTo>
                  <a:lnTo>
                    <a:pt x="2388" y="574"/>
                  </a:lnTo>
                  <a:lnTo>
                    <a:pt x="2299" y="590"/>
                  </a:lnTo>
                  <a:lnTo>
                    <a:pt x="2208" y="605"/>
                  </a:lnTo>
                  <a:lnTo>
                    <a:pt x="2114" y="618"/>
                  </a:lnTo>
                  <a:lnTo>
                    <a:pt x="2016" y="628"/>
                  </a:lnTo>
                  <a:lnTo>
                    <a:pt x="1917" y="636"/>
                  </a:lnTo>
                  <a:lnTo>
                    <a:pt x="1815" y="642"/>
                  </a:lnTo>
                  <a:lnTo>
                    <a:pt x="1712" y="646"/>
                  </a:lnTo>
                  <a:lnTo>
                    <a:pt x="1606" y="647"/>
                  </a:lnTo>
                  <a:lnTo>
                    <a:pt x="1500" y="646"/>
                  </a:lnTo>
                  <a:lnTo>
                    <a:pt x="1397" y="642"/>
                  </a:lnTo>
                  <a:lnTo>
                    <a:pt x="1295" y="636"/>
                  </a:lnTo>
                  <a:lnTo>
                    <a:pt x="1195" y="628"/>
                  </a:lnTo>
                  <a:lnTo>
                    <a:pt x="1098" y="618"/>
                  </a:lnTo>
                  <a:lnTo>
                    <a:pt x="1004" y="605"/>
                  </a:lnTo>
                  <a:lnTo>
                    <a:pt x="912" y="590"/>
                  </a:lnTo>
                  <a:lnTo>
                    <a:pt x="824" y="574"/>
                  </a:lnTo>
                  <a:lnTo>
                    <a:pt x="739" y="555"/>
                  </a:lnTo>
                  <a:lnTo>
                    <a:pt x="658" y="535"/>
                  </a:lnTo>
                  <a:lnTo>
                    <a:pt x="580" y="513"/>
                  </a:lnTo>
                  <a:lnTo>
                    <a:pt x="506" y="489"/>
                  </a:lnTo>
                  <a:lnTo>
                    <a:pt x="436" y="464"/>
                  </a:lnTo>
                  <a:lnTo>
                    <a:pt x="371" y="437"/>
                  </a:lnTo>
                  <a:lnTo>
                    <a:pt x="310" y="409"/>
                  </a:lnTo>
                  <a:lnTo>
                    <a:pt x="254" y="379"/>
                  </a:lnTo>
                  <a:lnTo>
                    <a:pt x="203" y="348"/>
                  </a:lnTo>
                  <a:lnTo>
                    <a:pt x="157" y="316"/>
                  </a:lnTo>
                  <a:lnTo>
                    <a:pt x="116" y="283"/>
                  </a:lnTo>
                  <a:lnTo>
                    <a:pt x="82" y="249"/>
                  </a:lnTo>
                  <a:lnTo>
                    <a:pt x="53" y="214"/>
                  </a:lnTo>
                  <a:lnTo>
                    <a:pt x="30" y="178"/>
                  </a:lnTo>
                  <a:lnTo>
                    <a:pt x="13" y="141"/>
                  </a:lnTo>
                  <a:lnTo>
                    <a:pt x="3" y="103"/>
                  </a:lnTo>
                  <a:lnTo>
                    <a:pt x="0" y="65"/>
                  </a:lnTo>
                  <a:lnTo>
                    <a:pt x="3" y="32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3" name="Group 110">
            <a:extLst>
              <a:ext uri="{FF2B5EF4-FFF2-40B4-BE49-F238E27FC236}">
                <a16:creationId xmlns:a16="http://schemas.microsoft.com/office/drawing/2014/main" id="{B8F6EF83-C764-4D0F-981D-061200163FA0}"/>
              </a:ext>
            </a:extLst>
          </p:cNvPr>
          <p:cNvGrpSpPr/>
          <p:nvPr/>
        </p:nvGrpSpPr>
        <p:grpSpPr>
          <a:xfrm>
            <a:off x="4104947" y="2830419"/>
            <a:ext cx="299650" cy="440755"/>
            <a:chOff x="9209088" y="5059363"/>
            <a:chExt cx="300038" cy="441324"/>
          </a:xfrm>
          <a:solidFill>
            <a:schemeClr val="bg1"/>
          </a:solidFill>
        </p:grpSpPr>
        <p:sp>
          <p:nvSpPr>
            <p:cNvPr id="33" name="Freeform 412">
              <a:extLst>
                <a:ext uri="{FF2B5EF4-FFF2-40B4-BE49-F238E27FC236}">
                  <a16:creationId xmlns:a16="http://schemas.microsoft.com/office/drawing/2014/main" id="{2D36F485-541B-49A9-BA42-B55694AD6D7B}"/>
                </a:ext>
              </a:extLst>
            </p:cNvPr>
            <p:cNvSpPr/>
            <p:nvPr/>
          </p:nvSpPr>
          <p:spPr bwMode="auto">
            <a:xfrm>
              <a:off x="9313863" y="5059363"/>
              <a:ext cx="90488" cy="90487"/>
            </a:xfrm>
            <a:custGeom>
              <a:avLst/>
              <a:gdLst>
                <a:gd name="T0" fmla="*/ 343 w 686"/>
                <a:gd name="T1" fmla="*/ 0 h 686"/>
                <a:gd name="T2" fmla="*/ 390 w 686"/>
                <a:gd name="T3" fmla="*/ 3 h 686"/>
                <a:gd name="T4" fmla="*/ 435 w 686"/>
                <a:gd name="T5" fmla="*/ 12 h 686"/>
                <a:gd name="T6" fmla="*/ 477 w 686"/>
                <a:gd name="T7" fmla="*/ 27 h 686"/>
                <a:gd name="T8" fmla="*/ 517 w 686"/>
                <a:gd name="T9" fmla="*/ 46 h 686"/>
                <a:gd name="T10" fmla="*/ 553 w 686"/>
                <a:gd name="T11" fmla="*/ 71 h 686"/>
                <a:gd name="T12" fmla="*/ 586 w 686"/>
                <a:gd name="T13" fmla="*/ 100 h 686"/>
                <a:gd name="T14" fmla="*/ 615 w 686"/>
                <a:gd name="T15" fmla="*/ 133 h 686"/>
                <a:gd name="T16" fmla="*/ 640 w 686"/>
                <a:gd name="T17" fmla="*/ 169 h 686"/>
                <a:gd name="T18" fmla="*/ 659 w 686"/>
                <a:gd name="T19" fmla="*/ 209 h 686"/>
                <a:gd name="T20" fmla="*/ 674 w 686"/>
                <a:gd name="T21" fmla="*/ 251 h 686"/>
                <a:gd name="T22" fmla="*/ 683 w 686"/>
                <a:gd name="T23" fmla="*/ 296 h 686"/>
                <a:gd name="T24" fmla="*/ 686 w 686"/>
                <a:gd name="T25" fmla="*/ 342 h 686"/>
                <a:gd name="T26" fmla="*/ 683 w 686"/>
                <a:gd name="T27" fmla="*/ 389 h 686"/>
                <a:gd name="T28" fmla="*/ 674 w 686"/>
                <a:gd name="T29" fmla="*/ 434 h 686"/>
                <a:gd name="T30" fmla="*/ 659 w 686"/>
                <a:gd name="T31" fmla="*/ 476 h 686"/>
                <a:gd name="T32" fmla="*/ 640 w 686"/>
                <a:gd name="T33" fmla="*/ 516 h 686"/>
                <a:gd name="T34" fmla="*/ 615 w 686"/>
                <a:gd name="T35" fmla="*/ 552 h 686"/>
                <a:gd name="T36" fmla="*/ 586 w 686"/>
                <a:gd name="T37" fmla="*/ 585 h 686"/>
                <a:gd name="T38" fmla="*/ 553 w 686"/>
                <a:gd name="T39" fmla="*/ 614 h 686"/>
                <a:gd name="T40" fmla="*/ 517 w 686"/>
                <a:gd name="T41" fmla="*/ 639 h 686"/>
                <a:gd name="T42" fmla="*/ 477 w 686"/>
                <a:gd name="T43" fmla="*/ 659 h 686"/>
                <a:gd name="T44" fmla="*/ 435 w 686"/>
                <a:gd name="T45" fmla="*/ 674 h 686"/>
                <a:gd name="T46" fmla="*/ 390 w 686"/>
                <a:gd name="T47" fmla="*/ 682 h 686"/>
                <a:gd name="T48" fmla="*/ 343 w 686"/>
                <a:gd name="T49" fmla="*/ 686 h 686"/>
                <a:gd name="T50" fmla="*/ 296 w 686"/>
                <a:gd name="T51" fmla="*/ 682 h 686"/>
                <a:gd name="T52" fmla="*/ 252 w 686"/>
                <a:gd name="T53" fmla="*/ 674 h 686"/>
                <a:gd name="T54" fmla="*/ 210 w 686"/>
                <a:gd name="T55" fmla="*/ 659 h 686"/>
                <a:gd name="T56" fmla="*/ 170 w 686"/>
                <a:gd name="T57" fmla="*/ 639 h 686"/>
                <a:gd name="T58" fmla="*/ 134 w 686"/>
                <a:gd name="T59" fmla="*/ 614 h 686"/>
                <a:gd name="T60" fmla="*/ 101 w 686"/>
                <a:gd name="T61" fmla="*/ 585 h 686"/>
                <a:gd name="T62" fmla="*/ 72 w 686"/>
                <a:gd name="T63" fmla="*/ 552 h 686"/>
                <a:gd name="T64" fmla="*/ 48 w 686"/>
                <a:gd name="T65" fmla="*/ 516 h 686"/>
                <a:gd name="T66" fmla="*/ 27 w 686"/>
                <a:gd name="T67" fmla="*/ 476 h 686"/>
                <a:gd name="T68" fmla="*/ 13 w 686"/>
                <a:gd name="T69" fmla="*/ 434 h 686"/>
                <a:gd name="T70" fmla="*/ 4 w 686"/>
                <a:gd name="T71" fmla="*/ 389 h 686"/>
                <a:gd name="T72" fmla="*/ 0 w 686"/>
                <a:gd name="T73" fmla="*/ 342 h 686"/>
                <a:gd name="T74" fmla="*/ 4 w 686"/>
                <a:gd name="T75" fmla="*/ 296 h 686"/>
                <a:gd name="T76" fmla="*/ 13 w 686"/>
                <a:gd name="T77" fmla="*/ 251 h 686"/>
                <a:gd name="T78" fmla="*/ 27 w 686"/>
                <a:gd name="T79" fmla="*/ 209 h 686"/>
                <a:gd name="T80" fmla="*/ 48 w 686"/>
                <a:gd name="T81" fmla="*/ 169 h 686"/>
                <a:gd name="T82" fmla="*/ 72 w 686"/>
                <a:gd name="T83" fmla="*/ 133 h 686"/>
                <a:gd name="T84" fmla="*/ 101 w 686"/>
                <a:gd name="T85" fmla="*/ 100 h 686"/>
                <a:gd name="T86" fmla="*/ 134 w 686"/>
                <a:gd name="T87" fmla="*/ 71 h 686"/>
                <a:gd name="T88" fmla="*/ 170 w 686"/>
                <a:gd name="T89" fmla="*/ 46 h 686"/>
                <a:gd name="T90" fmla="*/ 210 w 686"/>
                <a:gd name="T91" fmla="*/ 27 h 686"/>
                <a:gd name="T92" fmla="*/ 252 w 686"/>
                <a:gd name="T93" fmla="*/ 12 h 686"/>
                <a:gd name="T94" fmla="*/ 296 w 686"/>
                <a:gd name="T95" fmla="*/ 3 h 686"/>
                <a:gd name="T96" fmla="*/ 343 w 686"/>
                <a:gd name="T97" fmla="*/ 0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6" h="686">
                  <a:moveTo>
                    <a:pt x="343" y="0"/>
                  </a:moveTo>
                  <a:lnTo>
                    <a:pt x="390" y="3"/>
                  </a:lnTo>
                  <a:lnTo>
                    <a:pt x="435" y="12"/>
                  </a:lnTo>
                  <a:lnTo>
                    <a:pt x="477" y="27"/>
                  </a:lnTo>
                  <a:lnTo>
                    <a:pt x="517" y="46"/>
                  </a:lnTo>
                  <a:lnTo>
                    <a:pt x="553" y="71"/>
                  </a:lnTo>
                  <a:lnTo>
                    <a:pt x="586" y="100"/>
                  </a:lnTo>
                  <a:lnTo>
                    <a:pt x="615" y="133"/>
                  </a:lnTo>
                  <a:lnTo>
                    <a:pt x="640" y="169"/>
                  </a:lnTo>
                  <a:lnTo>
                    <a:pt x="659" y="209"/>
                  </a:lnTo>
                  <a:lnTo>
                    <a:pt x="674" y="251"/>
                  </a:lnTo>
                  <a:lnTo>
                    <a:pt x="683" y="296"/>
                  </a:lnTo>
                  <a:lnTo>
                    <a:pt x="686" y="342"/>
                  </a:lnTo>
                  <a:lnTo>
                    <a:pt x="683" y="389"/>
                  </a:lnTo>
                  <a:lnTo>
                    <a:pt x="674" y="434"/>
                  </a:lnTo>
                  <a:lnTo>
                    <a:pt x="659" y="476"/>
                  </a:lnTo>
                  <a:lnTo>
                    <a:pt x="640" y="516"/>
                  </a:lnTo>
                  <a:lnTo>
                    <a:pt x="615" y="552"/>
                  </a:lnTo>
                  <a:lnTo>
                    <a:pt x="586" y="585"/>
                  </a:lnTo>
                  <a:lnTo>
                    <a:pt x="553" y="614"/>
                  </a:lnTo>
                  <a:lnTo>
                    <a:pt x="517" y="639"/>
                  </a:lnTo>
                  <a:lnTo>
                    <a:pt x="477" y="659"/>
                  </a:lnTo>
                  <a:lnTo>
                    <a:pt x="435" y="674"/>
                  </a:lnTo>
                  <a:lnTo>
                    <a:pt x="390" y="682"/>
                  </a:lnTo>
                  <a:lnTo>
                    <a:pt x="343" y="686"/>
                  </a:lnTo>
                  <a:lnTo>
                    <a:pt x="296" y="682"/>
                  </a:lnTo>
                  <a:lnTo>
                    <a:pt x="252" y="674"/>
                  </a:lnTo>
                  <a:lnTo>
                    <a:pt x="210" y="659"/>
                  </a:lnTo>
                  <a:lnTo>
                    <a:pt x="170" y="639"/>
                  </a:lnTo>
                  <a:lnTo>
                    <a:pt x="134" y="614"/>
                  </a:lnTo>
                  <a:lnTo>
                    <a:pt x="101" y="585"/>
                  </a:lnTo>
                  <a:lnTo>
                    <a:pt x="72" y="552"/>
                  </a:lnTo>
                  <a:lnTo>
                    <a:pt x="48" y="516"/>
                  </a:lnTo>
                  <a:lnTo>
                    <a:pt x="27" y="476"/>
                  </a:lnTo>
                  <a:lnTo>
                    <a:pt x="13" y="434"/>
                  </a:lnTo>
                  <a:lnTo>
                    <a:pt x="4" y="389"/>
                  </a:lnTo>
                  <a:lnTo>
                    <a:pt x="0" y="342"/>
                  </a:lnTo>
                  <a:lnTo>
                    <a:pt x="4" y="296"/>
                  </a:lnTo>
                  <a:lnTo>
                    <a:pt x="13" y="251"/>
                  </a:lnTo>
                  <a:lnTo>
                    <a:pt x="27" y="209"/>
                  </a:lnTo>
                  <a:lnTo>
                    <a:pt x="48" y="169"/>
                  </a:lnTo>
                  <a:lnTo>
                    <a:pt x="72" y="133"/>
                  </a:lnTo>
                  <a:lnTo>
                    <a:pt x="101" y="100"/>
                  </a:lnTo>
                  <a:lnTo>
                    <a:pt x="134" y="71"/>
                  </a:lnTo>
                  <a:lnTo>
                    <a:pt x="170" y="46"/>
                  </a:lnTo>
                  <a:lnTo>
                    <a:pt x="210" y="27"/>
                  </a:lnTo>
                  <a:lnTo>
                    <a:pt x="252" y="12"/>
                  </a:lnTo>
                  <a:lnTo>
                    <a:pt x="296" y="3"/>
                  </a:lnTo>
                  <a:lnTo>
                    <a:pt x="3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4" name="Freeform 413">
              <a:extLst>
                <a:ext uri="{FF2B5EF4-FFF2-40B4-BE49-F238E27FC236}">
                  <a16:creationId xmlns:a16="http://schemas.microsoft.com/office/drawing/2014/main" id="{96FF40D6-EDA1-4ED9-976C-7A0F120A1A22}"/>
                </a:ext>
              </a:extLst>
            </p:cNvPr>
            <p:cNvSpPr/>
            <p:nvPr/>
          </p:nvSpPr>
          <p:spPr bwMode="auto">
            <a:xfrm>
              <a:off x="9288463" y="5156200"/>
              <a:ext cx="141288" cy="344487"/>
            </a:xfrm>
            <a:custGeom>
              <a:avLst/>
              <a:gdLst>
                <a:gd name="T0" fmla="*/ 925 w 1073"/>
                <a:gd name="T1" fmla="*/ 1 h 2605"/>
                <a:gd name="T2" fmla="*/ 982 w 1073"/>
                <a:gd name="T3" fmla="*/ 12 h 2605"/>
                <a:gd name="T4" fmla="*/ 1029 w 1073"/>
                <a:gd name="T5" fmla="*/ 45 h 2605"/>
                <a:gd name="T6" fmla="*/ 1061 w 1073"/>
                <a:gd name="T7" fmla="*/ 91 h 2605"/>
                <a:gd name="T8" fmla="*/ 1073 w 1073"/>
                <a:gd name="T9" fmla="*/ 149 h 2605"/>
                <a:gd name="T10" fmla="*/ 1069 w 1073"/>
                <a:gd name="T11" fmla="*/ 1419 h 2605"/>
                <a:gd name="T12" fmla="*/ 1048 w 1073"/>
                <a:gd name="T13" fmla="*/ 1472 h 2605"/>
                <a:gd name="T14" fmla="*/ 1007 w 1073"/>
                <a:gd name="T15" fmla="*/ 1512 h 2605"/>
                <a:gd name="T16" fmla="*/ 954 w 1073"/>
                <a:gd name="T17" fmla="*/ 1535 h 2605"/>
                <a:gd name="T18" fmla="*/ 900 w 1073"/>
                <a:gd name="T19" fmla="*/ 1536 h 2605"/>
                <a:gd name="T20" fmla="*/ 854 w 1073"/>
                <a:gd name="T21" fmla="*/ 1520 h 2605"/>
                <a:gd name="T22" fmla="*/ 835 w 1073"/>
                <a:gd name="T23" fmla="*/ 2456 h 2605"/>
                <a:gd name="T24" fmla="*/ 824 w 1073"/>
                <a:gd name="T25" fmla="*/ 2515 h 2605"/>
                <a:gd name="T26" fmla="*/ 792 w 1073"/>
                <a:gd name="T27" fmla="*/ 2561 h 2605"/>
                <a:gd name="T28" fmla="*/ 744 w 1073"/>
                <a:gd name="T29" fmla="*/ 2593 h 2605"/>
                <a:gd name="T30" fmla="*/ 687 w 1073"/>
                <a:gd name="T31" fmla="*/ 2605 h 2605"/>
                <a:gd name="T32" fmla="*/ 629 w 1073"/>
                <a:gd name="T33" fmla="*/ 2593 h 2605"/>
                <a:gd name="T34" fmla="*/ 582 w 1073"/>
                <a:gd name="T35" fmla="*/ 2561 h 2605"/>
                <a:gd name="T36" fmla="*/ 551 w 1073"/>
                <a:gd name="T37" fmla="*/ 2515 h 2605"/>
                <a:gd name="T38" fmla="*/ 539 w 1073"/>
                <a:gd name="T39" fmla="*/ 2456 h 2605"/>
                <a:gd name="T40" fmla="*/ 532 w 1073"/>
                <a:gd name="T41" fmla="*/ 2486 h 2605"/>
                <a:gd name="T42" fmla="*/ 509 w 1073"/>
                <a:gd name="T43" fmla="*/ 2539 h 2605"/>
                <a:gd name="T44" fmla="*/ 469 w 1073"/>
                <a:gd name="T45" fmla="*/ 2579 h 2605"/>
                <a:gd name="T46" fmla="*/ 416 w 1073"/>
                <a:gd name="T47" fmla="*/ 2602 h 2605"/>
                <a:gd name="T48" fmla="*/ 357 w 1073"/>
                <a:gd name="T49" fmla="*/ 2602 h 2605"/>
                <a:gd name="T50" fmla="*/ 304 w 1073"/>
                <a:gd name="T51" fmla="*/ 2579 h 2605"/>
                <a:gd name="T52" fmla="*/ 263 w 1073"/>
                <a:gd name="T53" fmla="*/ 2539 h 2605"/>
                <a:gd name="T54" fmla="*/ 241 w 1073"/>
                <a:gd name="T55" fmla="*/ 2486 h 2605"/>
                <a:gd name="T56" fmla="*/ 238 w 1073"/>
                <a:gd name="T57" fmla="*/ 1507 h 2605"/>
                <a:gd name="T58" fmla="*/ 197 w 1073"/>
                <a:gd name="T59" fmla="*/ 1530 h 2605"/>
                <a:gd name="T60" fmla="*/ 148 w 1073"/>
                <a:gd name="T61" fmla="*/ 1538 h 2605"/>
                <a:gd name="T62" fmla="*/ 91 w 1073"/>
                <a:gd name="T63" fmla="*/ 1526 h 2605"/>
                <a:gd name="T64" fmla="*/ 43 w 1073"/>
                <a:gd name="T65" fmla="*/ 1495 h 2605"/>
                <a:gd name="T66" fmla="*/ 12 w 1073"/>
                <a:gd name="T67" fmla="*/ 1447 h 2605"/>
                <a:gd name="T68" fmla="*/ 0 w 1073"/>
                <a:gd name="T69" fmla="*/ 1389 h 2605"/>
                <a:gd name="T70" fmla="*/ 3 w 1073"/>
                <a:gd name="T71" fmla="*/ 119 h 2605"/>
                <a:gd name="T72" fmla="*/ 25 w 1073"/>
                <a:gd name="T73" fmla="*/ 67 h 2605"/>
                <a:gd name="T74" fmla="*/ 64 w 1073"/>
                <a:gd name="T75" fmla="*/ 27 h 2605"/>
                <a:gd name="T76" fmla="*/ 116 w 1073"/>
                <a:gd name="T77" fmla="*/ 5 h 2605"/>
                <a:gd name="T78" fmla="*/ 145 w 1073"/>
                <a:gd name="T79" fmla="*/ 0 h 2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73" h="2605">
                  <a:moveTo>
                    <a:pt x="145" y="0"/>
                  </a:moveTo>
                  <a:lnTo>
                    <a:pt x="925" y="1"/>
                  </a:lnTo>
                  <a:lnTo>
                    <a:pt x="954" y="4"/>
                  </a:lnTo>
                  <a:lnTo>
                    <a:pt x="982" y="12"/>
                  </a:lnTo>
                  <a:lnTo>
                    <a:pt x="1007" y="26"/>
                  </a:lnTo>
                  <a:lnTo>
                    <a:pt x="1029" y="45"/>
                  </a:lnTo>
                  <a:lnTo>
                    <a:pt x="1048" y="66"/>
                  </a:lnTo>
                  <a:lnTo>
                    <a:pt x="1061" y="91"/>
                  </a:lnTo>
                  <a:lnTo>
                    <a:pt x="1069" y="119"/>
                  </a:lnTo>
                  <a:lnTo>
                    <a:pt x="1073" y="149"/>
                  </a:lnTo>
                  <a:lnTo>
                    <a:pt x="1073" y="1389"/>
                  </a:lnTo>
                  <a:lnTo>
                    <a:pt x="1069" y="1419"/>
                  </a:lnTo>
                  <a:lnTo>
                    <a:pt x="1061" y="1447"/>
                  </a:lnTo>
                  <a:lnTo>
                    <a:pt x="1048" y="1472"/>
                  </a:lnTo>
                  <a:lnTo>
                    <a:pt x="1029" y="1495"/>
                  </a:lnTo>
                  <a:lnTo>
                    <a:pt x="1007" y="1512"/>
                  </a:lnTo>
                  <a:lnTo>
                    <a:pt x="982" y="1526"/>
                  </a:lnTo>
                  <a:lnTo>
                    <a:pt x="954" y="1535"/>
                  </a:lnTo>
                  <a:lnTo>
                    <a:pt x="925" y="1538"/>
                  </a:lnTo>
                  <a:lnTo>
                    <a:pt x="900" y="1536"/>
                  </a:lnTo>
                  <a:lnTo>
                    <a:pt x="876" y="1530"/>
                  </a:lnTo>
                  <a:lnTo>
                    <a:pt x="854" y="1520"/>
                  </a:lnTo>
                  <a:lnTo>
                    <a:pt x="835" y="1508"/>
                  </a:lnTo>
                  <a:lnTo>
                    <a:pt x="835" y="2456"/>
                  </a:lnTo>
                  <a:lnTo>
                    <a:pt x="833" y="2486"/>
                  </a:lnTo>
                  <a:lnTo>
                    <a:pt x="824" y="2515"/>
                  </a:lnTo>
                  <a:lnTo>
                    <a:pt x="810" y="2539"/>
                  </a:lnTo>
                  <a:lnTo>
                    <a:pt x="792" y="2561"/>
                  </a:lnTo>
                  <a:lnTo>
                    <a:pt x="770" y="2579"/>
                  </a:lnTo>
                  <a:lnTo>
                    <a:pt x="744" y="2593"/>
                  </a:lnTo>
                  <a:lnTo>
                    <a:pt x="717" y="2602"/>
                  </a:lnTo>
                  <a:lnTo>
                    <a:pt x="687" y="2605"/>
                  </a:lnTo>
                  <a:lnTo>
                    <a:pt x="657" y="2602"/>
                  </a:lnTo>
                  <a:lnTo>
                    <a:pt x="629" y="2593"/>
                  </a:lnTo>
                  <a:lnTo>
                    <a:pt x="604" y="2579"/>
                  </a:lnTo>
                  <a:lnTo>
                    <a:pt x="582" y="2561"/>
                  </a:lnTo>
                  <a:lnTo>
                    <a:pt x="564" y="2539"/>
                  </a:lnTo>
                  <a:lnTo>
                    <a:pt x="551" y="2515"/>
                  </a:lnTo>
                  <a:lnTo>
                    <a:pt x="542" y="2486"/>
                  </a:lnTo>
                  <a:lnTo>
                    <a:pt x="539" y="2456"/>
                  </a:lnTo>
                  <a:lnTo>
                    <a:pt x="535" y="2456"/>
                  </a:lnTo>
                  <a:lnTo>
                    <a:pt x="532" y="2486"/>
                  </a:lnTo>
                  <a:lnTo>
                    <a:pt x="523" y="2515"/>
                  </a:lnTo>
                  <a:lnTo>
                    <a:pt x="509" y="2539"/>
                  </a:lnTo>
                  <a:lnTo>
                    <a:pt x="492" y="2561"/>
                  </a:lnTo>
                  <a:lnTo>
                    <a:pt x="469" y="2579"/>
                  </a:lnTo>
                  <a:lnTo>
                    <a:pt x="444" y="2593"/>
                  </a:lnTo>
                  <a:lnTo>
                    <a:pt x="416" y="2602"/>
                  </a:lnTo>
                  <a:lnTo>
                    <a:pt x="386" y="2605"/>
                  </a:lnTo>
                  <a:lnTo>
                    <a:pt x="357" y="2602"/>
                  </a:lnTo>
                  <a:lnTo>
                    <a:pt x="328" y="2593"/>
                  </a:lnTo>
                  <a:lnTo>
                    <a:pt x="304" y="2579"/>
                  </a:lnTo>
                  <a:lnTo>
                    <a:pt x="281" y="2561"/>
                  </a:lnTo>
                  <a:lnTo>
                    <a:pt x="263" y="2539"/>
                  </a:lnTo>
                  <a:lnTo>
                    <a:pt x="250" y="2515"/>
                  </a:lnTo>
                  <a:lnTo>
                    <a:pt x="241" y="2486"/>
                  </a:lnTo>
                  <a:lnTo>
                    <a:pt x="238" y="2456"/>
                  </a:lnTo>
                  <a:lnTo>
                    <a:pt x="238" y="1507"/>
                  </a:lnTo>
                  <a:lnTo>
                    <a:pt x="218" y="1520"/>
                  </a:lnTo>
                  <a:lnTo>
                    <a:pt x="197" y="1530"/>
                  </a:lnTo>
                  <a:lnTo>
                    <a:pt x="173" y="1536"/>
                  </a:lnTo>
                  <a:lnTo>
                    <a:pt x="148" y="1538"/>
                  </a:lnTo>
                  <a:lnTo>
                    <a:pt x="119" y="1535"/>
                  </a:lnTo>
                  <a:lnTo>
                    <a:pt x="91" y="1526"/>
                  </a:lnTo>
                  <a:lnTo>
                    <a:pt x="66" y="1512"/>
                  </a:lnTo>
                  <a:lnTo>
                    <a:pt x="43" y="1495"/>
                  </a:lnTo>
                  <a:lnTo>
                    <a:pt x="25" y="1472"/>
                  </a:lnTo>
                  <a:lnTo>
                    <a:pt x="12" y="1447"/>
                  </a:lnTo>
                  <a:lnTo>
                    <a:pt x="3" y="1419"/>
                  </a:lnTo>
                  <a:lnTo>
                    <a:pt x="0" y="1389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1" y="92"/>
                  </a:lnTo>
                  <a:lnTo>
                    <a:pt x="25" y="67"/>
                  </a:lnTo>
                  <a:lnTo>
                    <a:pt x="42" y="46"/>
                  </a:lnTo>
                  <a:lnTo>
                    <a:pt x="64" y="27"/>
                  </a:lnTo>
                  <a:lnTo>
                    <a:pt x="89" y="13"/>
                  </a:lnTo>
                  <a:lnTo>
                    <a:pt x="116" y="5"/>
                  </a:lnTo>
                  <a:lnTo>
                    <a:pt x="145" y="1"/>
                  </a:lnTo>
                  <a:lnTo>
                    <a:pt x="1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5" name="Freeform 414">
              <a:extLst>
                <a:ext uri="{FF2B5EF4-FFF2-40B4-BE49-F238E27FC236}">
                  <a16:creationId xmlns:a16="http://schemas.microsoft.com/office/drawing/2014/main" id="{072BF233-4BD3-4660-B90C-9D15B44F96AA}"/>
                </a:ext>
              </a:extLst>
            </p:cNvPr>
            <p:cNvSpPr/>
            <p:nvPr/>
          </p:nvSpPr>
          <p:spPr bwMode="auto">
            <a:xfrm>
              <a:off x="9232901" y="5059363"/>
              <a:ext cx="74613" cy="82550"/>
            </a:xfrm>
            <a:custGeom>
              <a:avLst/>
              <a:gdLst>
                <a:gd name="T0" fmla="*/ 314 w 565"/>
                <a:gd name="T1" fmla="*/ 0 h 629"/>
                <a:gd name="T2" fmla="*/ 358 w 565"/>
                <a:gd name="T3" fmla="*/ 3 h 629"/>
                <a:gd name="T4" fmla="*/ 400 w 565"/>
                <a:gd name="T5" fmla="*/ 12 h 629"/>
                <a:gd name="T6" fmla="*/ 439 w 565"/>
                <a:gd name="T7" fmla="*/ 25 h 629"/>
                <a:gd name="T8" fmla="*/ 474 w 565"/>
                <a:gd name="T9" fmla="*/ 44 h 629"/>
                <a:gd name="T10" fmla="*/ 508 w 565"/>
                <a:gd name="T11" fmla="*/ 67 h 629"/>
                <a:gd name="T12" fmla="*/ 538 w 565"/>
                <a:gd name="T13" fmla="*/ 94 h 629"/>
                <a:gd name="T14" fmla="*/ 565 w 565"/>
                <a:gd name="T15" fmla="*/ 125 h 629"/>
                <a:gd name="T16" fmla="*/ 545 w 565"/>
                <a:gd name="T17" fmla="*/ 165 h 629"/>
                <a:gd name="T18" fmla="*/ 528 w 565"/>
                <a:gd name="T19" fmla="*/ 206 h 629"/>
                <a:gd name="T20" fmla="*/ 516 w 565"/>
                <a:gd name="T21" fmla="*/ 250 h 629"/>
                <a:gd name="T22" fmla="*/ 509 w 565"/>
                <a:gd name="T23" fmla="*/ 296 h 629"/>
                <a:gd name="T24" fmla="*/ 507 w 565"/>
                <a:gd name="T25" fmla="*/ 342 h 629"/>
                <a:gd name="T26" fmla="*/ 509 w 565"/>
                <a:gd name="T27" fmla="*/ 391 h 629"/>
                <a:gd name="T28" fmla="*/ 518 w 565"/>
                <a:gd name="T29" fmla="*/ 437 h 629"/>
                <a:gd name="T30" fmla="*/ 530 w 565"/>
                <a:gd name="T31" fmla="*/ 483 h 629"/>
                <a:gd name="T32" fmla="*/ 548 w 565"/>
                <a:gd name="T33" fmla="*/ 525 h 629"/>
                <a:gd name="T34" fmla="*/ 518 w 565"/>
                <a:gd name="T35" fmla="*/ 555 h 629"/>
                <a:gd name="T36" fmla="*/ 483 w 565"/>
                <a:gd name="T37" fmla="*/ 581 h 629"/>
                <a:gd name="T38" fmla="*/ 445 w 565"/>
                <a:gd name="T39" fmla="*/ 601 h 629"/>
                <a:gd name="T40" fmla="*/ 404 w 565"/>
                <a:gd name="T41" fmla="*/ 616 h 629"/>
                <a:gd name="T42" fmla="*/ 361 w 565"/>
                <a:gd name="T43" fmla="*/ 626 h 629"/>
                <a:gd name="T44" fmla="*/ 314 w 565"/>
                <a:gd name="T45" fmla="*/ 629 h 629"/>
                <a:gd name="T46" fmla="*/ 272 w 565"/>
                <a:gd name="T47" fmla="*/ 627 h 629"/>
                <a:gd name="T48" fmla="*/ 231 w 565"/>
                <a:gd name="T49" fmla="*/ 619 h 629"/>
                <a:gd name="T50" fmla="*/ 192 w 565"/>
                <a:gd name="T51" fmla="*/ 605 h 629"/>
                <a:gd name="T52" fmla="*/ 156 w 565"/>
                <a:gd name="T53" fmla="*/ 587 h 629"/>
                <a:gd name="T54" fmla="*/ 122 w 565"/>
                <a:gd name="T55" fmla="*/ 565 h 629"/>
                <a:gd name="T56" fmla="*/ 92 w 565"/>
                <a:gd name="T57" fmla="*/ 538 h 629"/>
                <a:gd name="T58" fmla="*/ 66 w 565"/>
                <a:gd name="T59" fmla="*/ 507 h 629"/>
                <a:gd name="T60" fmla="*/ 43 w 565"/>
                <a:gd name="T61" fmla="*/ 474 h 629"/>
                <a:gd name="T62" fmla="*/ 25 w 565"/>
                <a:gd name="T63" fmla="*/ 437 h 629"/>
                <a:gd name="T64" fmla="*/ 11 w 565"/>
                <a:gd name="T65" fmla="*/ 398 h 629"/>
                <a:gd name="T66" fmla="*/ 2 w 565"/>
                <a:gd name="T67" fmla="*/ 357 h 629"/>
                <a:gd name="T68" fmla="*/ 0 w 565"/>
                <a:gd name="T69" fmla="*/ 315 h 629"/>
                <a:gd name="T70" fmla="*/ 3 w 565"/>
                <a:gd name="T71" fmla="*/ 269 h 629"/>
                <a:gd name="T72" fmla="*/ 13 w 565"/>
                <a:gd name="T73" fmla="*/ 223 h 629"/>
                <a:gd name="T74" fmla="*/ 29 w 565"/>
                <a:gd name="T75" fmla="*/ 182 h 629"/>
                <a:gd name="T76" fmla="*/ 51 w 565"/>
                <a:gd name="T77" fmla="*/ 143 h 629"/>
                <a:gd name="T78" fmla="*/ 77 w 565"/>
                <a:gd name="T79" fmla="*/ 108 h 629"/>
                <a:gd name="T80" fmla="*/ 108 w 565"/>
                <a:gd name="T81" fmla="*/ 76 h 629"/>
                <a:gd name="T82" fmla="*/ 144 w 565"/>
                <a:gd name="T83" fmla="*/ 51 h 629"/>
                <a:gd name="T84" fmla="*/ 183 w 565"/>
                <a:gd name="T85" fmla="*/ 29 h 629"/>
                <a:gd name="T86" fmla="*/ 224 w 565"/>
                <a:gd name="T87" fmla="*/ 13 h 629"/>
                <a:gd name="T88" fmla="*/ 268 w 565"/>
                <a:gd name="T89" fmla="*/ 3 h 629"/>
                <a:gd name="T90" fmla="*/ 314 w 565"/>
                <a:gd name="T91" fmla="*/ 0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5" h="629">
                  <a:moveTo>
                    <a:pt x="314" y="0"/>
                  </a:moveTo>
                  <a:lnTo>
                    <a:pt x="358" y="3"/>
                  </a:lnTo>
                  <a:lnTo>
                    <a:pt x="400" y="12"/>
                  </a:lnTo>
                  <a:lnTo>
                    <a:pt x="439" y="25"/>
                  </a:lnTo>
                  <a:lnTo>
                    <a:pt x="474" y="44"/>
                  </a:lnTo>
                  <a:lnTo>
                    <a:pt x="508" y="67"/>
                  </a:lnTo>
                  <a:lnTo>
                    <a:pt x="538" y="94"/>
                  </a:lnTo>
                  <a:lnTo>
                    <a:pt x="565" y="125"/>
                  </a:lnTo>
                  <a:lnTo>
                    <a:pt x="545" y="165"/>
                  </a:lnTo>
                  <a:lnTo>
                    <a:pt x="528" y="206"/>
                  </a:lnTo>
                  <a:lnTo>
                    <a:pt x="516" y="250"/>
                  </a:lnTo>
                  <a:lnTo>
                    <a:pt x="509" y="296"/>
                  </a:lnTo>
                  <a:lnTo>
                    <a:pt x="507" y="342"/>
                  </a:lnTo>
                  <a:lnTo>
                    <a:pt x="509" y="391"/>
                  </a:lnTo>
                  <a:lnTo>
                    <a:pt x="518" y="437"/>
                  </a:lnTo>
                  <a:lnTo>
                    <a:pt x="530" y="483"/>
                  </a:lnTo>
                  <a:lnTo>
                    <a:pt x="548" y="525"/>
                  </a:lnTo>
                  <a:lnTo>
                    <a:pt x="518" y="555"/>
                  </a:lnTo>
                  <a:lnTo>
                    <a:pt x="483" y="581"/>
                  </a:lnTo>
                  <a:lnTo>
                    <a:pt x="445" y="601"/>
                  </a:lnTo>
                  <a:lnTo>
                    <a:pt x="404" y="616"/>
                  </a:lnTo>
                  <a:lnTo>
                    <a:pt x="361" y="626"/>
                  </a:lnTo>
                  <a:lnTo>
                    <a:pt x="314" y="629"/>
                  </a:lnTo>
                  <a:lnTo>
                    <a:pt x="272" y="627"/>
                  </a:lnTo>
                  <a:lnTo>
                    <a:pt x="231" y="619"/>
                  </a:lnTo>
                  <a:lnTo>
                    <a:pt x="192" y="605"/>
                  </a:lnTo>
                  <a:lnTo>
                    <a:pt x="156" y="587"/>
                  </a:lnTo>
                  <a:lnTo>
                    <a:pt x="122" y="565"/>
                  </a:lnTo>
                  <a:lnTo>
                    <a:pt x="92" y="538"/>
                  </a:lnTo>
                  <a:lnTo>
                    <a:pt x="66" y="507"/>
                  </a:lnTo>
                  <a:lnTo>
                    <a:pt x="43" y="474"/>
                  </a:lnTo>
                  <a:lnTo>
                    <a:pt x="25" y="437"/>
                  </a:lnTo>
                  <a:lnTo>
                    <a:pt x="11" y="398"/>
                  </a:lnTo>
                  <a:lnTo>
                    <a:pt x="2" y="357"/>
                  </a:lnTo>
                  <a:lnTo>
                    <a:pt x="0" y="315"/>
                  </a:lnTo>
                  <a:lnTo>
                    <a:pt x="3" y="269"/>
                  </a:lnTo>
                  <a:lnTo>
                    <a:pt x="13" y="223"/>
                  </a:lnTo>
                  <a:lnTo>
                    <a:pt x="29" y="182"/>
                  </a:lnTo>
                  <a:lnTo>
                    <a:pt x="51" y="143"/>
                  </a:lnTo>
                  <a:lnTo>
                    <a:pt x="77" y="108"/>
                  </a:lnTo>
                  <a:lnTo>
                    <a:pt x="108" y="76"/>
                  </a:lnTo>
                  <a:lnTo>
                    <a:pt x="144" y="51"/>
                  </a:lnTo>
                  <a:lnTo>
                    <a:pt x="183" y="29"/>
                  </a:lnTo>
                  <a:lnTo>
                    <a:pt x="224" y="13"/>
                  </a:lnTo>
                  <a:lnTo>
                    <a:pt x="268" y="3"/>
                  </a:lnTo>
                  <a:lnTo>
                    <a:pt x="3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6" name="Freeform 415">
              <a:extLst>
                <a:ext uri="{FF2B5EF4-FFF2-40B4-BE49-F238E27FC236}">
                  <a16:creationId xmlns:a16="http://schemas.microsoft.com/office/drawing/2014/main" id="{4CA8B208-9B0D-401D-BA3E-5D117C1FB2FA}"/>
                </a:ext>
              </a:extLst>
            </p:cNvPr>
            <p:cNvSpPr/>
            <p:nvPr/>
          </p:nvSpPr>
          <p:spPr bwMode="auto">
            <a:xfrm>
              <a:off x="9209088" y="5148263"/>
              <a:ext cx="96838" cy="317500"/>
            </a:xfrm>
            <a:custGeom>
              <a:avLst/>
              <a:gdLst>
                <a:gd name="T0" fmla="*/ 373 w 729"/>
                <a:gd name="T1" fmla="*/ 0 h 2394"/>
                <a:gd name="T2" fmla="*/ 510 w 729"/>
                <a:gd name="T3" fmla="*/ 0 h 2394"/>
                <a:gd name="T4" fmla="*/ 600 w 729"/>
                <a:gd name="T5" fmla="*/ 0 h 2394"/>
                <a:gd name="T6" fmla="*/ 550 w 729"/>
                <a:gd name="T7" fmla="*/ 46 h 2394"/>
                <a:gd name="T8" fmla="*/ 513 w 729"/>
                <a:gd name="T9" fmla="*/ 105 h 2394"/>
                <a:gd name="T10" fmla="*/ 494 w 729"/>
                <a:gd name="T11" fmla="*/ 172 h 2394"/>
                <a:gd name="T12" fmla="*/ 490 w 729"/>
                <a:gd name="T13" fmla="*/ 1448 h 2394"/>
                <a:gd name="T14" fmla="*/ 502 w 729"/>
                <a:gd name="T15" fmla="*/ 1526 h 2394"/>
                <a:gd name="T16" fmla="*/ 536 w 729"/>
                <a:gd name="T17" fmla="*/ 1594 h 2394"/>
                <a:gd name="T18" fmla="*/ 588 w 729"/>
                <a:gd name="T19" fmla="*/ 1648 h 2394"/>
                <a:gd name="T20" fmla="*/ 652 w 729"/>
                <a:gd name="T21" fmla="*/ 1685 h 2394"/>
                <a:gd name="T22" fmla="*/ 729 w 729"/>
                <a:gd name="T23" fmla="*/ 1702 h 2394"/>
                <a:gd name="T24" fmla="*/ 708 w 729"/>
                <a:gd name="T25" fmla="*/ 2370 h 2394"/>
                <a:gd name="T26" fmla="*/ 659 w 729"/>
                <a:gd name="T27" fmla="*/ 2392 h 2394"/>
                <a:gd name="T28" fmla="*/ 604 w 729"/>
                <a:gd name="T29" fmla="*/ 2392 h 2394"/>
                <a:gd name="T30" fmla="*/ 555 w 729"/>
                <a:gd name="T31" fmla="*/ 2372 h 2394"/>
                <a:gd name="T32" fmla="*/ 518 w 729"/>
                <a:gd name="T33" fmla="*/ 2335 h 2394"/>
                <a:gd name="T34" fmla="*/ 498 w 729"/>
                <a:gd name="T35" fmla="*/ 2285 h 2394"/>
                <a:gd name="T36" fmla="*/ 491 w 729"/>
                <a:gd name="T37" fmla="*/ 2258 h 2394"/>
                <a:gd name="T38" fmla="*/ 481 w 729"/>
                <a:gd name="T39" fmla="*/ 2311 h 2394"/>
                <a:gd name="T40" fmla="*/ 451 w 729"/>
                <a:gd name="T41" fmla="*/ 2354 h 2394"/>
                <a:gd name="T42" fmla="*/ 408 w 729"/>
                <a:gd name="T43" fmla="*/ 2383 h 2394"/>
                <a:gd name="T44" fmla="*/ 355 w 729"/>
                <a:gd name="T45" fmla="*/ 2394 h 2394"/>
                <a:gd name="T46" fmla="*/ 301 w 729"/>
                <a:gd name="T47" fmla="*/ 2383 h 2394"/>
                <a:gd name="T48" fmla="*/ 258 w 729"/>
                <a:gd name="T49" fmla="*/ 2354 h 2394"/>
                <a:gd name="T50" fmla="*/ 229 w 729"/>
                <a:gd name="T51" fmla="*/ 2311 h 2394"/>
                <a:gd name="T52" fmla="*/ 218 w 729"/>
                <a:gd name="T53" fmla="*/ 2258 h 2394"/>
                <a:gd name="T54" fmla="*/ 201 w 729"/>
                <a:gd name="T55" fmla="*/ 1397 h 2394"/>
                <a:gd name="T56" fmla="*/ 159 w 729"/>
                <a:gd name="T57" fmla="*/ 1411 h 2394"/>
                <a:gd name="T58" fmla="*/ 109 w 729"/>
                <a:gd name="T59" fmla="*/ 1410 h 2394"/>
                <a:gd name="T60" fmla="*/ 60 w 729"/>
                <a:gd name="T61" fmla="*/ 1390 h 2394"/>
                <a:gd name="T62" fmla="*/ 24 w 729"/>
                <a:gd name="T63" fmla="*/ 1353 h 2394"/>
                <a:gd name="T64" fmla="*/ 3 w 729"/>
                <a:gd name="T65" fmla="*/ 1305 h 2394"/>
                <a:gd name="T66" fmla="*/ 0 w 729"/>
                <a:gd name="T67" fmla="*/ 137 h 2394"/>
                <a:gd name="T68" fmla="*/ 11 w 729"/>
                <a:gd name="T69" fmla="*/ 84 h 2394"/>
                <a:gd name="T70" fmla="*/ 39 w 729"/>
                <a:gd name="T71" fmla="*/ 42 h 2394"/>
                <a:gd name="T72" fmla="*/ 81 w 729"/>
                <a:gd name="T73" fmla="*/ 12 h 2394"/>
                <a:gd name="T74" fmla="*/ 133 w 729"/>
                <a:gd name="T75" fmla="*/ 1 h 2394"/>
                <a:gd name="T76" fmla="*/ 289 w 729"/>
                <a:gd name="T77" fmla="*/ 0 h 2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29" h="2394">
                  <a:moveTo>
                    <a:pt x="329" y="0"/>
                  </a:moveTo>
                  <a:lnTo>
                    <a:pt x="373" y="0"/>
                  </a:lnTo>
                  <a:lnTo>
                    <a:pt x="463" y="0"/>
                  </a:lnTo>
                  <a:lnTo>
                    <a:pt x="510" y="0"/>
                  </a:lnTo>
                  <a:lnTo>
                    <a:pt x="556" y="0"/>
                  </a:lnTo>
                  <a:lnTo>
                    <a:pt x="600" y="0"/>
                  </a:lnTo>
                  <a:lnTo>
                    <a:pt x="573" y="21"/>
                  </a:lnTo>
                  <a:lnTo>
                    <a:pt x="550" y="46"/>
                  </a:lnTo>
                  <a:lnTo>
                    <a:pt x="529" y="74"/>
                  </a:lnTo>
                  <a:lnTo>
                    <a:pt x="513" y="105"/>
                  </a:lnTo>
                  <a:lnTo>
                    <a:pt x="501" y="137"/>
                  </a:lnTo>
                  <a:lnTo>
                    <a:pt x="494" y="172"/>
                  </a:lnTo>
                  <a:lnTo>
                    <a:pt x="490" y="208"/>
                  </a:lnTo>
                  <a:lnTo>
                    <a:pt x="490" y="1448"/>
                  </a:lnTo>
                  <a:lnTo>
                    <a:pt x="494" y="1488"/>
                  </a:lnTo>
                  <a:lnTo>
                    <a:pt x="502" y="1526"/>
                  </a:lnTo>
                  <a:lnTo>
                    <a:pt x="516" y="1562"/>
                  </a:lnTo>
                  <a:lnTo>
                    <a:pt x="536" y="1594"/>
                  </a:lnTo>
                  <a:lnTo>
                    <a:pt x="559" y="1622"/>
                  </a:lnTo>
                  <a:lnTo>
                    <a:pt x="588" y="1648"/>
                  </a:lnTo>
                  <a:lnTo>
                    <a:pt x="619" y="1668"/>
                  </a:lnTo>
                  <a:lnTo>
                    <a:pt x="652" y="1685"/>
                  </a:lnTo>
                  <a:lnTo>
                    <a:pt x="690" y="1697"/>
                  </a:lnTo>
                  <a:lnTo>
                    <a:pt x="729" y="1702"/>
                  </a:lnTo>
                  <a:lnTo>
                    <a:pt x="729" y="2354"/>
                  </a:lnTo>
                  <a:lnTo>
                    <a:pt x="708" y="2370"/>
                  </a:lnTo>
                  <a:lnTo>
                    <a:pt x="685" y="2383"/>
                  </a:lnTo>
                  <a:lnTo>
                    <a:pt x="659" y="2392"/>
                  </a:lnTo>
                  <a:lnTo>
                    <a:pt x="632" y="2394"/>
                  </a:lnTo>
                  <a:lnTo>
                    <a:pt x="604" y="2392"/>
                  </a:lnTo>
                  <a:lnTo>
                    <a:pt x="579" y="2383"/>
                  </a:lnTo>
                  <a:lnTo>
                    <a:pt x="555" y="2372"/>
                  </a:lnTo>
                  <a:lnTo>
                    <a:pt x="535" y="2354"/>
                  </a:lnTo>
                  <a:lnTo>
                    <a:pt x="518" y="2335"/>
                  </a:lnTo>
                  <a:lnTo>
                    <a:pt x="505" y="2311"/>
                  </a:lnTo>
                  <a:lnTo>
                    <a:pt x="498" y="2285"/>
                  </a:lnTo>
                  <a:lnTo>
                    <a:pt x="495" y="2258"/>
                  </a:lnTo>
                  <a:lnTo>
                    <a:pt x="491" y="2258"/>
                  </a:lnTo>
                  <a:lnTo>
                    <a:pt x="488" y="2285"/>
                  </a:lnTo>
                  <a:lnTo>
                    <a:pt x="481" y="2311"/>
                  </a:lnTo>
                  <a:lnTo>
                    <a:pt x="469" y="2335"/>
                  </a:lnTo>
                  <a:lnTo>
                    <a:pt x="451" y="2354"/>
                  </a:lnTo>
                  <a:lnTo>
                    <a:pt x="431" y="2372"/>
                  </a:lnTo>
                  <a:lnTo>
                    <a:pt x="408" y="2383"/>
                  </a:lnTo>
                  <a:lnTo>
                    <a:pt x="382" y="2392"/>
                  </a:lnTo>
                  <a:lnTo>
                    <a:pt x="355" y="2394"/>
                  </a:lnTo>
                  <a:lnTo>
                    <a:pt x="327" y="2392"/>
                  </a:lnTo>
                  <a:lnTo>
                    <a:pt x="301" y="2383"/>
                  </a:lnTo>
                  <a:lnTo>
                    <a:pt x="279" y="2372"/>
                  </a:lnTo>
                  <a:lnTo>
                    <a:pt x="258" y="2354"/>
                  </a:lnTo>
                  <a:lnTo>
                    <a:pt x="242" y="2335"/>
                  </a:lnTo>
                  <a:lnTo>
                    <a:pt x="229" y="2311"/>
                  </a:lnTo>
                  <a:lnTo>
                    <a:pt x="221" y="2285"/>
                  </a:lnTo>
                  <a:lnTo>
                    <a:pt x="218" y="2258"/>
                  </a:lnTo>
                  <a:lnTo>
                    <a:pt x="218" y="1386"/>
                  </a:lnTo>
                  <a:lnTo>
                    <a:pt x="201" y="1397"/>
                  </a:lnTo>
                  <a:lnTo>
                    <a:pt x="180" y="1406"/>
                  </a:lnTo>
                  <a:lnTo>
                    <a:pt x="159" y="1411"/>
                  </a:lnTo>
                  <a:lnTo>
                    <a:pt x="137" y="1414"/>
                  </a:lnTo>
                  <a:lnTo>
                    <a:pt x="109" y="1410"/>
                  </a:lnTo>
                  <a:lnTo>
                    <a:pt x="83" y="1403"/>
                  </a:lnTo>
                  <a:lnTo>
                    <a:pt x="60" y="1390"/>
                  </a:lnTo>
                  <a:lnTo>
                    <a:pt x="40" y="1374"/>
                  </a:lnTo>
                  <a:lnTo>
                    <a:pt x="24" y="1353"/>
                  </a:lnTo>
                  <a:lnTo>
                    <a:pt x="11" y="1330"/>
                  </a:lnTo>
                  <a:lnTo>
                    <a:pt x="3" y="1305"/>
                  </a:lnTo>
                  <a:lnTo>
                    <a:pt x="0" y="1276"/>
                  </a:lnTo>
                  <a:lnTo>
                    <a:pt x="0" y="137"/>
                  </a:lnTo>
                  <a:lnTo>
                    <a:pt x="2" y="110"/>
                  </a:lnTo>
                  <a:lnTo>
                    <a:pt x="11" y="84"/>
                  </a:lnTo>
                  <a:lnTo>
                    <a:pt x="23" y="61"/>
                  </a:lnTo>
                  <a:lnTo>
                    <a:pt x="39" y="42"/>
                  </a:lnTo>
                  <a:lnTo>
                    <a:pt x="58" y="25"/>
                  </a:lnTo>
                  <a:lnTo>
                    <a:pt x="81" y="12"/>
                  </a:lnTo>
                  <a:lnTo>
                    <a:pt x="106" y="4"/>
                  </a:lnTo>
                  <a:lnTo>
                    <a:pt x="133" y="1"/>
                  </a:lnTo>
                  <a:lnTo>
                    <a:pt x="133" y="0"/>
                  </a:lnTo>
                  <a:lnTo>
                    <a:pt x="289" y="0"/>
                  </a:lnTo>
                  <a:lnTo>
                    <a:pt x="3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7" name="Freeform 416">
              <a:extLst>
                <a:ext uri="{FF2B5EF4-FFF2-40B4-BE49-F238E27FC236}">
                  <a16:creationId xmlns:a16="http://schemas.microsoft.com/office/drawing/2014/main" id="{D5F54781-B0F2-4137-A9D8-CF1DD0E3511D}"/>
                </a:ext>
              </a:extLst>
            </p:cNvPr>
            <p:cNvSpPr/>
            <p:nvPr/>
          </p:nvSpPr>
          <p:spPr bwMode="auto">
            <a:xfrm>
              <a:off x="9410701" y="5059363"/>
              <a:ext cx="74613" cy="82550"/>
            </a:xfrm>
            <a:custGeom>
              <a:avLst/>
              <a:gdLst>
                <a:gd name="T0" fmla="*/ 249 w 565"/>
                <a:gd name="T1" fmla="*/ 0 h 629"/>
                <a:gd name="T2" fmla="*/ 297 w 565"/>
                <a:gd name="T3" fmla="*/ 3 h 629"/>
                <a:gd name="T4" fmla="*/ 341 w 565"/>
                <a:gd name="T5" fmla="*/ 13 h 629"/>
                <a:gd name="T6" fmla="*/ 382 w 565"/>
                <a:gd name="T7" fmla="*/ 29 h 629"/>
                <a:gd name="T8" fmla="*/ 421 w 565"/>
                <a:gd name="T9" fmla="*/ 51 h 629"/>
                <a:gd name="T10" fmla="*/ 457 w 565"/>
                <a:gd name="T11" fmla="*/ 76 h 629"/>
                <a:gd name="T12" fmla="*/ 488 w 565"/>
                <a:gd name="T13" fmla="*/ 108 h 629"/>
                <a:gd name="T14" fmla="*/ 514 w 565"/>
                <a:gd name="T15" fmla="*/ 143 h 629"/>
                <a:gd name="T16" fmla="*/ 535 w 565"/>
                <a:gd name="T17" fmla="*/ 182 h 629"/>
                <a:gd name="T18" fmla="*/ 552 w 565"/>
                <a:gd name="T19" fmla="*/ 223 h 629"/>
                <a:gd name="T20" fmla="*/ 561 w 565"/>
                <a:gd name="T21" fmla="*/ 269 h 629"/>
                <a:gd name="T22" fmla="*/ 565 w 565"/>
                <a:gd name="T23" fmla="*/ 315 h 629"/>
                <a:gd name="T24" fmla="*/ 562 w 565"/>
                <a:gd name="T25" fmla="*/ 357 h 629"/>
                <a:gd name="T26" fmla="*/ 554 w 565"/>
                <a:gd name="T27" fmla="*/ 398 h 629"/>
                <a:gd name="T28" fmla="*/ 540 w 565"/>
                <a:gd name="T29" fmla="*/ 437 h 629"/>
                <a:gd name="T30" fmla="*/ 521 w 565"/>
                <a:gd name="T31" fmla="*/ 474 h 629"/>
                <a:gd name="T32" fmla="*/ 499 w 565"/>
                <a:gd name="T33" fmla="*/ 507 h 629"/>
                <a:gd name="T34" fmla="*/ 473 w 565"/>
                <a:gd name="T35" fmla="*/ 538 h 629"/>
                <a:gd name="T36" fmla="*/ 443 w 565"/>
                <a:gd name="T37" fmla="*/ 565 h 629"/>
                <a:gd name="T38" fmla="*/ 409 w 565"/>
                <a:gd name="T39" fmla="*/ 587 h 629"/>
                <a:gd name="T40" fmla="*/ 372 w 565"/>
                <a:gd name="T41" fmla="*/ 605 h 629"/>
                <a:gd name="T42" fmla="*/ 333 w 565"/>
                <a:gd name="T43" fmla="*/ 619 h 629"/>
                <a:gd name="T44" fmla="*/ 292 w 565"/>
                <a:gd name="T45" fmla="*/ 627 h 629"/>
                <a:gd name="T46" fmla="*/ 249 w 565"/>
                <a:gd name="T47" fmla="*/ 629 h 629"/>
                <a:gd name="T48" fmla="*/ 204 w 565"/>
                <a:gd name="T49" fmla="*/ 626 h 629"/>
                <a:gd name="T50" fmla="*/ 161 w 565"/>
                <a:gd name="T51" fmla="*/ 616 h 629"/>
                <a:gd name="T52" fmla="*/ 120 w 565"/>
                <a:gd name="T53" fmla="*/ 601 h 629"/>
                <a:gd name="T54" fmla="*/ 82 w 565"/>
                <a:gd name="T55" fmla="*/ 581 h 629"/>
                <a:gd name="T56" fmla="*/ 47 w 565"/>
                <a:gd name="T57" fmla="*/ 555 h 629"/>
                <a:gd name="T58" fmla="*/ 17 w 565"/>
                <a:gd name="T59" fmla="*/ 526 h 629"/>
                <a:gd name="T60" fmla="*/ 34 w 565"/>
                <a:gd name="T61" fmla="*/ 483 h 629"/>
                <a:gd name="T62" fmla="*/ 47 w 565"/>
                <a:gd name="T63" fmla="*/ 438 h 629"/>
                <a:gd name="T64" fmla="*/ 56 w 565"/>
                <a:gd name="T65" fmla="*/ 391 h 629"/>
                <a:gd name="T66" fmla="*/ 59 w 565"/>
                <a:gd name="T67" fmla="*/ 342 h 629"/>
                <a:gd name="T68" fmla="*/ 56 w 565"/>
                <a:gd name="T69" fmla="*/ 296 h 629"/>
                <a:gd name="T70" fmla="*/ 48 w 565"/>
                <a:gd name="T71" fmla="*/ 250 h 629"/>
                <a:gd name="T72" fmla="*/ 36 w 565"/>
                <a:gd name="T73" fmla="*/ 206 h 629"/>
                <a:gd name="T74" fmla="*/ 20 w 565"/>
                <a:gd name="T75" fmla="*/ 164 h 629"/>
                <a:gd name="T76" fmla="*/ 0 w 565"/>
                <a:gd name="T77" fmla="*/ 124 h 629"/>
                <a:gd name="T78" fmla="*/ 27 w 565"/>
                <a:gd name="T79" fmla="*/ 94 h 629"/>
                <a:gd name="T80" fmla="*/ 57 w 565"/>
                <a:gd name="T81" fmla="*/ 67 h 629"/>
                <a:gd name="T82" fmla="*/ 90 w 565"/>
                <a:gd name="T83" fmla="*/ 44 h 629"/>
                <a:gd name="T84" fmla="*/ 126 w 565"/>
                <a:gd name="T85" fmla="*/ 25 h 629"/>
                <a:gd name="T86" fmla="*/ 165 w 565"/>
                <a:gd name="T87" fmla="*/ 12 h 629"/>
                <a:gd name="T88" fmla="*/ 207 w 565"/>
                <a:gd name="T89" fmla="*/ 3 h 629"/>
                <a:gd name="T90" fmla="*/ 249 w 565"/>
                <a:gd name="T91" fmla="*/ 0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5" h="629">
                  <a:moveTo>
                    <a:pt x="249" y="0"/>
                  </a:moveTo>
                  <a:lnTo>
                    <a:pt x="297" y="3"/>
                  </a:lnTo>
                  <a:lnTo>
                    <a:pt x="341" y="13"/>
                  </a:lnTo>
                  <a:lnTo>
                    <a:pt x="382" y="29"/>
                  </a:lnTo>
                  <a:lnTo>
                    <a:pt x="421" y="51"/>
                  </a:lnTo>
                  <a:lnTo>
                    <a:pt x="457" y="76"/>
                  </a:lnTo>
                  <a:lnTo>
                    <a:pt x="488" y="108"/>
                  </a:lnTo>
                  <a:lnTo>
                    <a:pt x="514" y="143"/>
                  </a:lnTo>
                  <a:lnTo>
                    <a:pt x="535" y="182"/>
                  </a:lnTo>
                  <a:lnTo>
                    <a:pt x="552" y="223"/>
                  </a:lnTo>
                  <a:lnTo>
                    <a:pt x="561" y="269"/>
                  </a:lnTo>
                  <a:lnTo>
                    <a:pt x="565" y="315"/>
                  </a:lnTo>
                  <a:lnTo>
                    <a:pt x="562" y="357"/>
                  </a:lnTo>
                  <a:lnTo>
                    <a:pt x="554" y="398"/>
                  </a:lnTo>
                  <a:lnTo>
                    <a:pt x="540" y="437"/>
                  </a:lnTo>
                  <a:lnTo>
                    <a:pt x="521" y="474"/>
                  </a:lnTo>
                  <a:lnTo>
                    <a:pt x="499" y="507"/>
                  </a:lnTo>
                  <a:lnTo>
                    <a:pt x="473" y="538"/>
                  </a:lnTo>
                  <a:lnTo>
                    <a:pt x="443" y="565"/>
                  </a:lnTo>
                  <a:lnTo>
                    <a:pt x="409" y="587"/>
                  </a:lnTo>
                  <a:lnTo>
                    <a:pt x="372" y="605"/>
                  </a:lnTo>
                  <a:lnTo>
                    <a:pt x="333" y="619"/>
                  </a:lnTo>
                  <a:lnTo>
                    <a:pt x="292" y="627"/>
                  </a:lnTo>
                  <a:lnTo>
                    <a:pt x="249" y="629"/>
                  </a:lnTo>
                  <a:lnTo>
                    <a:pt x="204" y="626"/>
                  </a:lnTo>
                  <a:lnTo>
                    <a:pt x="161" y="616"/>
                  </a:lnTo>
                  <a:lnTo>
                    <a:pt x="120" y="601"/>
                  </a:lnTo>
                  <a:lnTo>
                    <a:pt x="82" y="581"/>
                  </a:lnTo>
                  <a:lnTo>
                    <a:pt x="47" y="555"/>
                  </a:lnTo>
                  <a:lnTo>
                    <a:pt x="17" y="526"/>
                  </a:lnTo>
                  <a:lnTo>
                    <a:pt x="34" y="483"/>
                  </a:lnTo>
                  <a:lnTo>
                    <a:pt x="47" y="438"/>
                  </a:lnTo>
                  <a:lnTo>
                    <a:pt x="56" y="391"/>
                  </a:lnTo>
                  <a:lnTo>
                    <a:pt x="59" y="342"/>
                  </a:lnTo>
                  <a:lnTo>
                    <a:pt x="56" y="296"/>
                  </a:lnTo>
                  <a:lnTo>
                    <a:pt x="48" y="250"/>
                  </a:lnTo>
                  <a:lnTo>
                    <a:pt x="36" y="206"/>
                  </a:lnTo>
                  <a:lnTo>
                    <a:pt x="20" y="164"/>
                  </a:lnTo>
                  <a:lnTo>
                    <a:pt x="0" y="124"/>
                  </a:lnTo>
                  <a:lnTo>
                    <a:pt x="27" y="94"/>
                  </a:lnTo>
                  <a:lnTo>
                    <a:pt x="57" y="67"/>
                  </a:lnTo>
                  <a:lnTo>
                    <a:pt x="90" y="44"/>
                  </a:lnTo>
                  <a:lnTo>
                    <a:pt x="126" y="25"/>
                  </a:lnTo>
                  <a:lnTo>
                    <a:pt x="165" y="12"/>
                  </a:lnTo>
                  <a:lnTo>
                    <a:pt x="207" y="3"/>
                  </a:lnTo>
                  <a:lnTo>
                    <a:pt x="2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8" name="Freeform 417">
              <a:extLst>
                <a:ext uri="{FF2B5EF4-FFF2-40B4-BE49-F238E27FC236}">
                  <a16:creationId xmlns:a16="http://schemas.microsoft.com/office/drawing/2014/main" id="{8B7CA046-B029-44DE-8F65-1EEEA7F48ECC}"/>
                </a:ext>
              </a:extLst>
            </p:cNvPr>
            <p:cNvSpPr/>
            <p:nvPr/>
          </p:nvSpPr>
          <p:spPr bwMode="auto">
            <a:xfrm>
              <a:off x="9412288" y="5148263"/>
              <a:ext cx="96838" cy="317500"/>
            </a:xfrm>
            <a:custGeom>
              <a:avLst/>
              <a:gdLst>
                <a:gd name="T0" fmla="*/ 510 w 728"/>
                <a:gd name="T1" fmla="*/ 0 h 2394"/>
                <a:gd name="T2" fmla="*/ 579 w 728"/>
                <a:gd name="T3" fmla="*/ 0 h 2394"/>
                <a:gd name="T4" fmla="*/ 594 w 728"/>
                <a:gd name="T5" fmla="*/ 0 h 2394"/>
                <a:gd name="T6" fmla="*/ 621 w 728"/>
                <a:gd name="T7" fmla="*/ 4 h 2394"/>
                <a:gd name="T8" fmla="*/ 669 w 728"/>
                <a:gd name="T9" fmla="*/ 25 h 2394"/>
                <a:gd name="T10" fmla="*/ 705 w 728"/>
                <a:gd name="T11" fmla="*/ 61 h 2394"/>
                <a:gd name="T12" fmla="*/ 725 w 728"/>
                <a:gd name="T13" fmla="*/ 110 h 2394"/>
                <a:gd name="T14" fmla="*/ 728 w 728"/>
                <a:gd name="T15" fmla="*/ 1276 h 2394"/>
                <a:gd name="T16" fmla="*/ 717 w 728"/>
                <a:gd name="T17" fmla="*/ 1330 h 2394"/>
                <a:gd name="T18" fmla="*/ 688 w 728"/>
                <a:gd name="T19" fmla="*/ 1374 h 2394"/>
                <a:gd name="T20" fmla="*/ 645 w 728"/>
                <a:gd name="T21" fmla="*/ 1403 h 2394"/>
                <a:gd name="T22" fmla="*/ 592 w 728"/>
                <a:gd name="T23" fmla="*/ 1414 h 2394"/>
                <a:gd name="T24" fmla="*/ 547 w 728"/>
                <a:gd name="T25" fmla="*/ 1406 h 2394"/>
                <a:gd name="T26" fmla="*/ 509 w 728"/>
                <a:gd name="T27" fmla="*/ 1386 h 2394"/>
                <a:gd name="T28" fmla="*/ 506 w 728"/>
                <a:gd name="T29" fmla="*/ 2285 h 2394"/>
                <a:gd name="T30" fmla="*/ 486 w 728"/>
                <a:gd name="T31" fmla="*/ 2335 h 2394"/>
                <a:gd name="T32" fmla="*/ 449 w 728"/>
                <a:gd name="T33" fmla="*/ 2372 h 2394"/>
                <a:gd name="T34" fmla="*/ 401 w 728"/>
                <a:gd name="T35" fmla="*/ 2392 h 2394"/>
                <a:gd name="T36" fmla="*/ 345 w 728"/>
                <a:gd name="T37" fmla="*/ 2392 h 2394"/>
                <a:gd name="T38" fmla="*/ 297 w 728"/>
                <a:gd name="T39" fmla="*/ 2372 h 2394"/>
                <a:gd name="T40" fmla="*/ 260 w 728"/>
                <a:gd name="T41" fmla="*/ 2335 h 2394"/>
                <a:gd name="T42" fmla="*/ 240 w 728"/>
                <a:gd name="T43" fmla="*/ 2285 h 2394"/>
                <a:gd name="T44" fmla="*/ 233 w 728"/>
                <a:gd name="T45" fmla="*/ 2258 h 2394"/>
                <a:gd name="T46" fmla="*/ 222 w 728"/>
                <a:gd name="T47" fmla="*/ 2311 h 2394"/>
                <a:gd name="T48" fmla="*/ 192 w 728"/>
                <a:gd name="T49" fmla="*/ 2354 h 2394"/>
                <a:gd name="T50" fmla="*/ 149 w 728"/>
                <a:gd name="T51" fmla="*/ 2383 h 2394"/>
                <a:gd name="T52" fmla="*/ 96 w 728"/>
                <a:gd name="T53" fmla="*/ 2394 h 2394"/>
                <a:gd name="T54" fmla="*/ 43 w 728"/>
                <a:gd name="T55" fmla="*/ 2383 h 2394"/>
                <a:gd name="T56" fmla="*/ 0 w 728"/>
                <a:gd name="T57" fmla="*/ 2354 h 2394"/>
                <a:gd name="T58" fmla="*/ 39 w 728"/>
                <a:gd name="T59" fmla="*/ 1697 h 2394"/>
                <a:gd name="T60" fmla="*/ 109 w 728"/>
                <a:gd name="T61" fmla="*/ 1668 h 2394"/>
                <a:gd name="T62" fmla="*/ 168 w 728"/>
                <a:gd name="T63" fmla="*/ 1622 h 2394"/>
                <a:gd name="T64" fmla="*/ 210 w 728"/>
                <a:gd name="T65" fmla="*/ 1560 h 2394"/>
                <a:gd name="T66" fmla="*/ 234 w 728"/>
                <a:gd name="T67" fmla="*/ 1488 h 2394"/>
                <a:gd name="T68" fmla="*/ 236 w 728"/>
                <a:gd name="T69" fmla="*/ 208 h 2394"/>
                <a:gd name="T70" fmla="*/ 227 w 728"/>
                <a:gd name="T71" fmla="*/ 137 h 2394"/>
                <a:gd name="T72" fmla="*/ 199 w 728"/>
                <a:gd name="T73" fmla="*/ 74 h 2394"/>
                <a:gd name="T74" fmla="*/ 155 w 728"/>
                <a:gd name="T75" fmla="*/ 21 h 2394"/>
                <a:gd name="T76" fmla="*/ 438 w 728"/>
                <a:gd name="T77" fmla="*/ 0 h 2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28" h="2394">
                  <a:moveTo>
                    <a:pt x="476" y="0"/>
                  </a:moveTo>
                  <a:lnTo>
                    <a:pt x="510" y="0"/>
                  </a:lnTo>
                  <a:lnTo>
                    <a:pt x="561" y="0"/>
                  </a:lnTo>
                  <a:lnTo>
                    <a:pt x="579" y="0"/>
                  </a:lnTo>
                  <a:lnTo>
                    <a:pt x="591" y="0"/>
                  </a:lnTo>
                  <a:lnTo>
                    <a:pt x="594" y="0"/>
                  </a:lnTo>
                  <a:lnTo>
                    <a:pt x="594" y="1"/>
                  </a:lnTo>
                  <a:lnTo>
                    <a:pt x="621" y="4"/>
                  </a:lnTo>
                  <a:lnTo>
                    <a:pt x="647" y="12"/>
                  </a:lnTo>
                  <a:lnTo>
                    <a:pt x="669" y="25"/>
                  </a:lnTo>
                  <a:lnTo>
                    <a:pt x="689" y="42"/>
                  </a:lnTo>
                  <a:lnTo>
                    <a:pt x="705" y="61"/>
                  </a:lnTo>
                  <a:lnTo>
                    <a:pt x="717" y="84"/>
                  </a:lnTo>
                  <a:lnTo>
                    <a:pt x="725" y="110"/>
                  </a:lnTo>
                  <a:lnTo>
                    <a:pt x="728" y="137"/>
                  </a:lnTo>
                  <a:lnTo>
                    <a:pt x="728" y="1276"/>
                  </a:lnTo>
                  <a:lnTo>
                    <a:pt x="725" y="1305"/>
                  </a:lnTo>
                  <a:lnTo>
                    <a:pt x="717" y="1330"/>
                  </a:lnTo>
                  <a:lnTo>
                    <a:pt x="704" y="1353"/>
                  </a:lnTo>
                  <a:lnTo>
                    <a:pt x="688" y="1374"/>
                  </a:lnTo>
                  <a:lnTo>
                    <a:pt x="667" y="1390"/>
                  </a:lnTo>
                  <a:lnTo>
                    <a:pt x="645" y="1403"/>
                  </a:lnTo>
                  <a:lnTo>
                    <a:pt x="619" y="1410"/>
                  </a:lnTo>
                  <a:lnTo>
                    <a:pt x="592" y="1414"/>
                  </a:lnTo>
                  <a:lnTo>
                    <a:pt x="569" y="1411"/>
                  </a:lnTo>
                  <a:lnTo>
                    <a:pt x="547" y="1406"/>
                  </a:lnTo>
                  <a:lnTo>
                    <a:pt x="527" y="1397"/>
                  </a:lnTo>
                  <a:lnTo>
                    <a:pt x="509" y="1386"/>
                  </a:lnTo>
                  <a:lnTo>
                    <a:pt x="509" y="2258"/>
                  </a:lnTo>
                  <a:lnTo>
                    <a:pt x="506" y="2285"/>
                  </a:lnTo>
                  <a:lnTo>
                    <a:pt x="499" y="2311"/>
                  </a:lnTo>
                  <a:lnTo>
                    <a:pt x="486" y="2335"/>
                  </a:lnTo>
                  <a:lnTo>
                    <a:pt x="470" y="2354"/>
                  </a:lnTo>
                  <a:lnTo>
                    <a:pt x="449" y="2372"/>
                  </a:lnTo>
                  <a:lnTo>
                    <a:pt x="426" y="2383"/>
                  </a:lnTo>
                  <a:lnTo>
                    <a:pt x="401" y="2392"/>
                  </a:lnTo>
                  <a:lnTo>
                    <a:pt x="372" y="2394"/>
                  </a:lnTo>
                  <a:lnTo>
                    <a:pt x="345" y="2392"/>
                  </a:lnTo>
                  <a:lnTo>
                    <a:pt x="320" y="2383"/>
                  </a:lnTo>
                  <a:lnTo>
                    <a:pt x="297" y="2372"/>
                  </a:lnTo>
                  <a:lnTo>
                    <a:pt x="276" y="2354"/>
                  </a:lnTo>
                  <a:lnTo>
                    <a:pt x="260" y="2335"/>
                  </a:lnTo>
                  <a:lnTo>
                    <a:pt x="247" y="2311"/>
                  </a:lnTo>
                  <a:lnTo>
                    <a:pt x="240" y="2285"/>
                  </a:lnTo>
                  <a:lnTo>
                    <a:pt x="236" y="2258"/>
                  </a:lnTo>
                  <a:lnTo>
                    <a:pt x="233" y="2258"/>
                  </a:lnTo>
                  <a:lnTo>
                    <a:pt x="230" y="2285"/>
                  </a:lnTo>
                  <a:lnTo>
                    <a:pt x="222" y="2311"/>
                  </a:lnTo>
                  <a:lnTo>
                    <a:pt x="209" y="2335"/>
                  </a:lnTo>
                  <a:lnTo>
                    <a:pt x="192" y="2354"/>
                  </a:lnTo>
                  <a:lnTo>
                    <a:pt x="173" y="2372"/>
                  </a:lnTo>
                  <a:lnTo>
                    <a:pt x="149" y="2383"/>
                  </a:lnTo>
                  <a:lnTo>
                    <a:pt x="123" y="2392"/>
                  </a:lnTo>
                  <a:lnTo>
                    <a:pt x="96" y="2394"/>
                  </a:lnTo>
                  <a:lnTo>
                    <a:pt x="69" y="2392"/>
                  </a:lnTo>
                  <a:lnTo>
                    <a:pt x="43" y="2383"/>
                  </a:lnTo>
                  <a:lnTo>
                    <a:pt x="19" y="2372"/>
                  </a:lnTo>
                  <a:lnTo>
                    <a:pt x="0" y="2354"/>
                  </a:lnTo>
                  <a:lnTo>
                    <a:pt x="0" y="1702"/>
                  </a:lnTo>
                  <a:lnTo>
                    <a:pt x="39" y="1697"/>
                  </a:lnTo>
                  <a:lnTo>
                    <a:pt x="75" y="1685"/>
                  </a:lnTo>
                  <a:lnTo>
                    <a:pt x="109" y="1668"/>
                  </a:lnTo>
                  <a:lnTo>
                    <a:pt x="140" y="1648"/>
                  </a:lnTo>
                  <a:lnTo>
                    <a:pt x="168" y="1622"/>
                  </a:lnTo>
                  <a:lnTo>
                    <a:pt x="191" y="1593"/>
                  </a:lnTo>
                  <a:lnTo>
                    <a:pt x="210" y="1560"/>
                  </a:lnTo>
                  <a:lnTo>
                    <a:pt x="224" y="1526"/>
                  </a:lnTo>
                  <a:lnTo>
                    <a:pt x="234" y="1488"/>
                  </a:lnTo>
                  <a:lnTo>
                    <a:pt x="236" y="1448"/>
                  </a:lnTo>
                  <a:lnTo>
                    <a:pt x="236" y="208"/>
                  </a:lnTo>
                  <a:lnTo>
                    <a:pt x="234" y="172"/>
                  </a:lnTo>
                  <a:lnTo>
                    <a:pt x="227" y="137"/>
                  </a:lnTo>
                  <a:lnTo>
                    <a:pt x="215" y="105"/>
                  </a:lnTo>
                  <a:lnTo>
                    <a:pt x="199" y="74"/>
                  </a:lnTo>
                  <a:lnTo>
                    <a:pt x="178" y="46"/>
                  </a:lnTo>
                  <a:lnTo>
                    <a:pt x="155" y="21"/>
                  </a:lnTo>
                  <a:lnTo>
                    <a:pt x="128" y="0"/>
                  </a:lnTo>
                  <a:lnTo>
                    <a:pt x="438" y="0"/>
                  </a:lnTo>
                  <a:lnTo>
                    <a:pt x="4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4" name="Freeform 66">
            <a:extLst>
              <a:ext uri="{FF2B5EF4-FFF2-40B4-BE49-F238E27FC236}">
                <a16:creationId xmlns:a16="http://schemas.microsoft.com/office/drawing/2014/main" id="{84307D41-4AC5-4088-89A1-DA51C86C2054}"/>
              </a:ext>
            </a:extLst>
          </p:cNvPr>
          <p:cNvSpPr>
            <a:spLocks noEditPoints="1"/>
          </p:cNvSpPr>
          <p:nvPr/>
        </p:nvSpPr>
        <p:spPr bwMode="auto">
          <a:xfrm>
            <a:off x="4427365" y="4268214"/>
            <a:ext cx="646580" cy="644254"/>
          </a:xfrm>
          <a:custGeom>
            <a:avLst/>
            <a:gdLst>
              <a:gd name="T0" fmla="*/ 3130 w 3331"/>
              <a:gd name="T1" fmla="*/ 1290 h 3328"/>
              <a:gd name="T2" fmla="*/ 3082 w 3331"/>
              <a:gd name="T3" fmla="*/ 1039 h 3328"/>
              <a:gd name="T4" fmla="*/ 2984 w 3331"/>
              <a:gd name="T5" fmla="*/ 809 h 3328"/>
              <a:gd name="T6" fmla="*/ 2841 w 3331"/>
              <a:gd name="T7" fmla="*/ 606 h 3328"/>
              <a:gd name="T8" fmla="*/ 2661 w 3331"/>
              <a:gd name="T9" fmla="*/ 438 h 3328"/>
              <a:gd name="T10" fmla="*/ 2449 w 3331"/>
              <a:gd name="T11" fmla="*/ 310 h 3328"/>
              <a:gd name="T12" fmla="*/ 2210 w 3331"/>
              <a:gd name="T13" fmla="*/ 227 h 3328"/>
              <a:gd name="T14" fmla="*/ 1571 w 3331"/>
              <a:gd name="T15" fmla="*/ 185 h 3328"/>
              <a:gd name="T16" fmla="*/ 1632 w 3331"/>
              <a:gd name="T17" fmla="*/ 207 h 3328"/>
              <a:gd name="T18" fmla="*/ 1666 w 3331"/>
              <a:gd name="T19" fmla="*/ 261 h 3328"/>
              <a:gd name="T20" fmla="*/ 1672 w 3331"/>
              <a:gd name="T21" fmla="*/ 1578 h 3328"/>
              <a:gd name="T22" fmla="*/ 1708 w 3331"/>
              <a:gd name="T23" fmla="*/ 1635 h 3328"/>
              <a:gd name="T24" fmla="*/ 1773 w 3331"/>
              <a:gd name="T25" fmla="*/ 1659 h 3328"/>
              <a:gd name="T26" fmla="*/ 3087 w 3331"/>
              <a:gd name="T27" fmla="*/ 1669 h 3328"/>
              <a:gd name="T28" fmla="*/ 3132 w 3331"/>
              <a:gd name="T29" fmla="*/ 1714 h 3328"/>
              <a:gd name="T30" fmla="*/ 3139 w 3331"/>
              <a:gd name="T31" fmla="*/ 1846 h 3328"/>
              <a:gd name="T32" fmla="*/ 3103 w 3331"/>
              <a:gd name="T33" fmla="*/ 2109 h 3328"/>
              <a:gd name="T34" fmla="*/ 3023 w 3331"/>
              <a:gd name="T35" fmla="*/ 2358 h 3328"/>
              <a:gd name="T36" fmla="*/ 2903 w 3331"/>
              <a:gd name="T37" fmla="*/ 2590 h 3328"/>
              <a:gd name="T38" fmla="*/ 2743 w 3331"/>
              <a:gd name="T39" fmla="*/ 2802 h 3328"/>
              <a:gd name="T40" fmla="*/ 2549 w 3331"/>
              <a:gd name="T41" fmla="*/ 2986 h 3328"/>
              <a:gd name="T42" fmla="*/ 2330 w 3331"/>
              <a:gd name="T43" fmla="*/ 3133 h 3328"/>
              <a:gd name="T44" fmla="*/ 2091 w 3331"/>
              <a:gd name="T45" fmla="*/ 3240 h 3328"/>
              <a:gd name="T46" fmla="*/ 1837 w 3331"/>
              <a:gd name="T47" fmla="*/ 3305 h 3328"/>
              <a:gd name="T48" fmla="*/ 1571 w 3331"/>
              <a:gd name="T49" fmla="*/ 3328 h 3328"/>
              <a:gd name="T50" fmla="*/ 1440 w 3331"/>
              <a:gd name="T51" fmla="*/ 3322 h 3328"/>
              <a:gd name="T52" fmla="*/ 1169 w 3331"/>
              <a:gd name="T53" fmla="*/ 3276 h 3328"/>
              <a:gd name="T54" fmla="*/ 912 w 3331"/>
              <a:gd name="T55" fmla="*/ 3182 h 3328"/>
              <a:gd name="T56" fmla="*/ 674 w 3331"/>
              <a:gd name="T57" fmla="*/ 3046 h 3328"/>
              <a:gd name="T58" fmla="*/ 460 w 3331"/>
              <a:gd name="T59" fmla="*/ 2866 h 3328"/>
              <a:gd name="T60" fmla="*/ 281 w 3331"/>
              <a:gd name="T61" fmla="*/ 2653 h 3328"/>
              <a:gd name="T62" fmla="*/ 145 w 3331"/>
              <a:gd name="T63" fmla="*/ 2415 h 3328"/>
              <a:gd name="T64" fmla="*/ 51 w 3331"/>
              <a:gd name="T65" fmla="*/ 2158 h 3328"/>
              <a:gd name="T66" fmla="*/ 4 w 3331"/>
              <a:gd name="T67" fmla="*/ 1887 h 3328"/>
              <a:gd name="T68" fmla="*/ 5 w 3331"/>
              <a:gd name="T69" fmla="*/ 1613 h 3328"/>
              <a:gd name="T70" fmla="*/ 52 w 3331"/>
              <a:gd name="T71" fmla="*/ 1349 h 3328"/>
              <a:gd name="T72" fmla="*/ 142 w 3331"/>
              <a:gd name="T73" fmla="*/ 1100 h 3328"/>
              <a:gd name="T74" fmla="*/ 274 w 3331"/>
              <a:gd name="T75" fmla="*/ 868 h 3328"/>
              <a:gd name="T76" fmla="*/ 446 w 3331"/>
              <a:gd name="T77" fmla="*/ 659 h 3328"/>
              <a:gd name="T78" fmla="*/ 651 w 3331"/>
              <a:gd name="T79" fmla="*/ 482 h 3328"/>
              <a:gd name="T80" fmla="*/ 880 w 3331"/>
              <a:gd name="T81" fmla="*/ 344 h 3328"/>
              <a:gd name="T82" fmla="*/ 1128 w 3331"/>
              <a:gd name="T83" fmla="*/ 249 h 3328"/>
              <a:gd name="T84" fmla="*/ 1389 w 3331"/>
              <a:gd name="T85" fmla="*/ 196 h 3328"/>
              <a:gd name="T86" fmla="*/ 1943 w 3331"/>
              <a:gd name="T87" fmla="*/ 0 h 3328"/>
              <a:gd name="T88" fmla="*/ 2222 w 3331"/>
              <a:gd name="T89" fmla="*/ 29 h 3328"/>
              <a:gd name="T90" fmla="*/ 2482 w 3331"/>
              <a:gd name="T91" fmla="*/ 109 h 3328"/>
              <a:gd name="T92" fmla="*/ 2718 w 3331"/>
              <a:gd name="T93" fmla="*/ 237 h 3328"/>
              <a:gd name="T94" fmla="*/ 2923 w 3331"/>
              <a:gd name="T95" fmla="*/ 407 h 3328"/>
              <a:gd name="T96" fmla="*/ 3094 w 3331"/>
              <a:gd name="T97" fmla="*/ 613 h 3328"/>
              <a:gd name="T98" fmla="*/ 3222 w 3331"/>
              <a:gd name="T99" fmla="*/ 848 h 3328"/>
              <a:gd name="T100" fmla="*/ 3302 w 3331"/>
              <a:gd name="T101" fmla="*/ 1109 h 3328"/>
              <a:gd name="T102" fmla="*/ 3331 w 3331"/>
              <a:gd name="T103" fmla="*/ 1388 h 3328"/>
              <a:gd name="T104" fmla="*/ 3310 w 3331"/>
              <a:gd name="T105" fmla="*/ 1449 h 3328"/>
              <a:gd name="T106" fmla="*/ 3256 w 3331"/>
              <a:gd name="T107" fmla="*/ 1484 h 3328"/>
              <a:gd name="T108" fmla="*/ 1920 w 3331"/>
              <a:gd name="T109" fmla="*/ 1484 h 3328"/>
              <a:gd name="T110" fmla="*/ 1866 w 3331"/>
              <a:gd name="T111" fmla="*/ 1449 h 3328"/>
              <a:gd name="T112" fmla="*/ 1844 w 3331"/>
              <a:gd name="T113" fmla="*/ 1388 h 3328"/>
              <a:gd name="T114" fmla="*/ 1854 w 3331"/>
              <a:gd name="T115" fmla="*/ 55 h 3328"/>
              <a:gd name="T116" fmla="*/ 1899 w 3331"/>
              <a:gd name="T117" fmla="*/ 10 h 3328"/>
              <a:gd name="T118" fmla="*/ 1943 w 3331"/>
              <a:gd name="T119" fmla="*/ 0 h 3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331" h="3328">
                <a:moveTo>
                  <a:pt x="2040" y="201"/>
                </a:moveTo>
                <a:lnTo>
                  <a:pt x="2040" y="1290"/>
                </a:lnTo>
                <a:lnTo>
                  <a:pt x="3130" y="1290"/>
                </a:lnTo>
                <a:lnTo>
                  <a:pt x="3120" y="1204"/>
                </a:lnTo>
                <a:lnTo>
                  <a:pt x="3104" y="1120"/>
                </a:lnTo>
                <a:lnTo>
                  <a:pt x="3082" y="1039"/>
                </a:lnTo>
                <a:lnTo>
                  <a:pt x="3055" y="959"/>
                </a:lnTo>
                <a:lnTo>
                  <a:pt x="3021" y="882"/>
                </a:lnTo>
                <a:lnTo>
                  <a:pt x="2984" y="809"/>
                </a:lnTo>
                <a:lnTo>
                  <a:pt x="2941" y="737"/>
                </a:lnTo>
                <a:lnTo>
                  <a:pt x="2893" y="670"/>
                </a:lnTo>
                <a:lnTo>
                  <a:pt x="2841" y="606"/>
                </a:lnTo>
                <a:lnTo>
                  <a:pt x="2785" y="546"/>
                </a:lnTo>
                <a:lnTo>
                  <a:pt x="2725" y="490"/>
                </a:lnTo>
                <a:lnTo>
                  <a:pt x="2661" y="438"/>
                </a:lnTo>
                <a:lnTo>
                  <a:pt x="2593" y="390"/>
                </a:lnTo>
                <a:lnTo>
                  <a:pt x="2522" y="347"/>
                </a:lnTo>
                <a:lnTo>
                  <a:pt x="2449" y="310"/>
                </a:lnTo>
                <a:lnTo>
                  <a:pt x="2371" y="276"/>
                </a:lnTo>
                <a:lnTo>
                  <a:pt x="2292" y="249"/>
                </a:lnTo>
                <a:lnTo>
                  <a:pt x="2210" y="227"/>
                </a:lnTo>
                <a:lnTo>
                  <a:pt x="2127" y="211"/>
                </a:lnTo>
                <a:lnTo>
                  <a:pt x="2040" y="201"/>
                </a:lnTo>
                <a:close/>
                <a:moveTo>
                  <a:pt x="1571" y="185"/>
                </a:moveTo>
                <a:lnTo>
                  <a:pt x="1593" y="189"/>
                </a:lnTo>
                <a:lnTo>
                  <a:pt x="1614" y="196"/>
                </a:lnTo>
                <a:lnTo>
                  <a:pt x="1632" y="207"/>
                </a:lnTo>
                <a:lnTo>
                  <a:pt x="1647" y="222"/>
                </a:lnTo>
                <a:lnTo>
                  <a:pt x="1658" y="240"/>
                </a:lnTo>
                <a:lnTo>
                  <a:pt x="1666" y="261"/>
                </a:lnTo>
                <a:lnTo>
                  <a:pt x="1669" y="284"/>
                </a:lnTo>
                <a:lnTo>
                  <a:pt x="1669" y="1555"/>
                </a:lnTo>
                <a:lnTo>
                  <a:pt x="1672" y="1578"/>
                </a:lnTo>
                <a:lnTo>
                  <a:pt x="1680" y="1600"/>
                </a:lnTo>
                <a:lnTo>
                  <a:pt x="1692" y="1619"/>
                </a:lnTo>
                <a:lnTo>
                  <a:pt x="1708" y="1635"/>
                </a:lnTo>
                <a:lnTo>
                  <a:pt x="1728" y="1648"/>
                </a:lnTo>
                <a:lnTo>
                  <a:pt x="1749" y="1656"/>
                </a:lnTo>
                <a:lnTo>
                  <a:pt x="1773" y="1659"/>
                </a:lnTo>
                <a:lnTo>
                  <a:pt x="3044" y="1659"/>
                </a:lnTo>
                <a:lnTo>
                  <a:pt x="3067" y="1661"/>
                </a:lnTo>
                <a:lnTo>
                  <a:pt x="3087" y="1669"/>
                </a:lnTo>
                <a:lnTo>
                  <a:pt x="3106" y="1680"/>
                </a:lnTo>
                <a:lnTo>
                  <a:pt x="3121" y="1695"/>
                </a:lnTo>
                <a:lnTo>
                  <a:pt x="3132" y="1714"/>
                </a:lnTo>
                <a:lnTo>
                  <a:pt x="3139" y="1734"/>
                </a:lnTo>
                <a:lnTo>
                  <a:pt x="3142" y="1757"/>
                </a:lnTo>
                <a:lnTo>
                  <a:pt x="3139" y="1846"/>
                </a:lnTo>
                <a:lnTo>
                  <a:pt x="3132" y="1935"/>
                </a:lnTo>
                <a:lnTo>
                  <a:pt x="3120" y="2022"/>
                </a:lnTo>
                <a:lnTo>
                  <a:pt x="3103" y="2109"/>
                </a:lnTo>
                <a:lnTo>
                  <a:pt x="3081" y="2193"/>
                </a:lnTo>
                <a:lnTo>
                  <a:pt x="3055" y="2277"/>
                </a:lnTo>
                <a:lnTo>
                  <a:pt x="3023" y="2358"/>
                </a:lnTo>
                <a:lnTo>
                  <a:pt x="2988" y="2438"/>
                </a:lnTo>
                <a:lnTo>
                  <a:pt x="2948" y="2515"/>
                </a:lnTo>
                <a:lnTo>
                  <a:pt x="2903" y="2590"/>
                </a:lnTo>
                <a:lnTo>
                  <a:pt x="2854" y="2664"/>
                </a:lnTo>
                <a:lnTo>
                  <a:pt x="2801" y="2734"/>
                </a:lnTo>
                <a:lnTo>
                  <a:pt x="2743" y="2802"/>
                </a:lnTo>
                <a:lnTo>
                  <a:pt x="2682" y="2867"/>
                </a:lnTo>
                <a:lnTo>
                  <a:pt x="2617" y="2928"/>
                </a:lnTo>
                <a:lnTo>
                  <a:pt x="2549" y="2986"/>
                </a:lnTo>
                <a:lnTo>
                  <a:pt x="2478" y="3039"/>
                </a:lnTo>
                <a:lnTo>
                  <a:pt x="2405" y="3088"/>
                </a:lnTo>
                <a:lnTo>
                  <a:pt x="2330" y="3133"/>
                </a:lnTo>
                <a:lnTo>
                  <a:pt x="2252" y="3173"/>
                </a:lnTo>
                <a:lnTo>
                  <a:pt x="2173" y="3208"/>
                </a:lnTo>
                <a:lnTo>
                  <a:pt x="2091" y="3240"/>
                </a:lnTo>
                <a:lnTo>
                  <a:pt x="2008" y="3266"/>
                </a:lnTo>
                <a:lnTo>
                  <a:pt x="1922" y="3288"/>
                </a:lnTo>
                <a:lnTo>
                  <a:pt x="1837" y="3305"/>
                </a:lnTo>
                <a:lnTo>
                  <a:pt x="1749" y="3317"/>
                </a:lnTo>
                <a:lnTo>
                  <a:pt x="1660" y="3325"/>
                </a:lnTo>
                <a:lnTo>
                  <a:pt x="1571" y="3328"/>
                </a:lnTo>
                <a:lnTo>
                  <a:pt x="1571" y="3328"/>
                </a:lnTo>
                <a:lnTo>
                  <a:pt x="1533" y="3328"/>
                </a:lnTo>
                <a:lnTo>
                  <a:pt x="1440" y="3322"/>
                </a:lnTo>
                <a:lnTo>
                  <a:pt x="1349" y="3312"/>
                </a:lnTo>
                <a:lnTo>
                  <a:pt x="1258" y="3296"/>
                </a:lnTo>
                <a:lnTo>
                  <a:pt x="1169" y="3276"/>
                </a:lnTo>
                <a:lnTo>
                  <a:pt x="1082" y="3249"/>
                </a:lnTo>
                <a:lnTo>
                  <a:pt x="995" y="3219"/>
                </a:lnTo>
                <a:lnTo>
                  <a:pt x="912" y="3182"/>
                </a:lnTo>
                <a:lnTo>
                  <a:pt x="830" y="3141"/>
                </a:lnTo>
                <a:lnTo>
                  <a:pt x="751" y="3095"/>
                </a:lnTo>
                <a:lnTo>
                  <a:pt x="674" y="3046"/>
                </a:lnTo>
                <a:lnTo>
                  <a:pt x="600" y="2990"/>
                </a:lnTo>
                <a:lnTo>
                  <a:pt x="529" y="2930"/>
                </a:lnTo>
                <a:lnTo>
                  <a:pt x="460" y="2866"/>
                </a:lnTo>
                <a:lnTo>
                  <a:pt x="396" y="2798"/>
                </a:lnTo>
                <a:lnTo>
                  <a:pt x="337" y="2727"/>
                </a:lnTo>
                <a:lnTo>
                  <a:pt x="281" y="2653"/>
                </a:lnTo>
                <a:lnTo>
                  <a:pt x="231" y="2576"/>
                </a:lnTo>
                <a:lnTo>
                  <a:pt x="185" y="2497"/>
                </a:lnTo>
                <a:lnTo>
                  <a:pt x="145" y="2415"/>
                </a:lnTo>
                <a:lnTo>
                  <a:pt x="108" y="2332"/>
                </a:lnTo>
                <a:lnTo>
                  <a:pt x="77" y="2245"/>
                </a:lnTo>
                <a:lnTo>
                  <a:pt x="51" y="2158"/>
                </a:lnTo>
                <a:lnTo>
                  <a:pt x="31" y="2069"/>
                </a:lnTo>
                <a:lnTo>
                  <a:pt x="14" y="1978"/>
                </a:lnTo>
                <a:lnTo>
                  <a:pt x="4" y="1887"/>
                </a:lnTo>
                <a:lnTo>
                  <a:pt x="0" y="1794"/>
                </a:lnTo>
                <a:lnTo>
                  <a:pt x="0" y="1704"/>
                </a:lnTo>
                <a:lnTo>
                  <a:pt x="5" y="1613"/>
                </a:lnTo>
                <a:lnTo>
                  <a:pt x="16" y="1524"/>
                </a:lnTo>
                <a:lnTo>
                  <a:pt x="32" y="1436"/>
                </a:lnTo>
                <a:lnTo>
                  <a:pt x="52" y="1349"/>
                </a:lnTo>
                <a:lnTo>
                  <a:pt x="77" y="1265"/>
                </a:lnTo>
                <a:lnTo>
                  <a:pt x="107" y="1181"/>
                </a:lnTo>
                <a:lnTo>
                  <a:pt x="142" y="1100"/>
                </a:lnTo>
                <a:lnTo>
                  <a:pt x="181" y="1020"/>
                </a:lnTo>
                <a:lnTo>
                  <a:pt x="225" y="943"/>
                </a:lnTo>
                <a:lnTo>
                  <a:pt x="274" y="868"/>
                </a:lnTo>
                <a:lnTo>
                  <a:pt x="327" y="795"/>
                </a:lnTo>
                <a:lnTo>
                  <a:pt x="384" y="726"/>
                </a:lnTo>
                <a:lnTo>
                  <a:pt x="446" y="659"/>
                </a:lnTo>
                <a:lnTo>
                  <a:pt x="511" y="596"/>
                </a:lnTo>
                <a:lnTo>
                  <a:pt x="580" y="537"/>
                </a:lnTo>
                <a:lnTo>
                  <a:pt x="651" y="482"/>
                </a:lnTo>
                <a:lnTo>
                  <a:pt x="725" y="432"/>
                </a:lnTo>
                <a:lnTo>
                  <a:pt x="801" y="386"/>
                </a:lnTo>
                <a:lnTo>
                  <a:pt x="880" y="344"/>
                </a:lnTo>
                <a:lnTo>
                  <a:pt x="961" y="308"/>
                </a:lnTo>
                <a:lnTo>
                  <a:pt x="1043" y="276"/>
                </a:lnTo>
                <a:lnTo>
                  <a:pt x="1128" y="249"/>
                </a:lnTo>
                <a:lnTo>
                  <a:pt x="1213" y="226"/>
                </a:lnTo>
                <a:lnTo>
                  <a:pt x="1301" y="209"/>
                </a:lnTo>
                <a:lnTo>
                  <a:pt x="1389" y="196"/>
                </a:lnTo>
                <a:lnTo>
                  <a:pt x="1480" y="189"/>
                </a:lnTo>
                <a:lnTo>
                  <a:pt x="1571" y="185"/>
                </a:lnTo>
                <a:close/>
                <a:moveTo>
                  <a:pt x="1943" y="0"/>
                </a:moveTo>
                <a:lnTo>
                  <a:pt x="2037" y="3"/>
                </a:lnTo>
                <a:lnTo>
                  <a:pt x="2130" y="13"/>
                </a:lnTo>
                <a:lnTo>
                  <a:pt x="2222" y="29"/>
                </a:lnTo>
                <a:lnTo>
                  <a:pt x="2311" y="50"/>
                </a:lnTo>
                <a:lnTo>
                  <a:pt x="2398" y="77"/>
                </a:lnTo>
                <a:lnTo>
                  <a:pt x="2482" y="109"/>
                </a:lnTo>
                <a:lnTo>
                  <a:pt x="2564" y="147"/>
                </a:lnTo>
                <a:lnTo>
                  <a:pt x="2642" y="190"/>
                </a:lnTo>
                <a:lnTo>
                  <a:pt x="2718" y="237"/>
                </a:lnTo>
                <a:lnTo>
                  <a:pt x="2790" y="289"/>
                </a:lnTo>
                <a:lnTo>
                  <a:pt x="2858" y="346"/>
                </a:lnTo>
                <a:lnTo>
                  <a:pt x="2923" y="407"/>
                </a:lnTo>
                <a:lnTo>
                  <a:pt x="2985" y="472"/>
                </a:lnTo>
                <a:lnTo>
                  <a:pt x="3041" y="541"/>
                </a:lnTo>
                <a:lnTo>
                  <a:pt x="3094" y="613"/>
                </a:lnTo>
                <a:lnTo>
                  <a:pt x="3140" y="688"/>
                </a:lnTo>
                <a:lnTo>
                  <a:pt x="3183" y="767"/>
                </a:lnTo>
                <a:lnTo>
                  <a:pt x="3222" y="848"/>
                </a:lnTo>
                <a:lnTo>
                  <a:pt x="3253" y="933"/>
                </a:lnTo>
                <a:lnTo>
                  <a:pt x="3281" y="1019"/>
                </a:lnTo>
                <a:lnTo>
                  <a:pt x="3302" y="1109"/>
                </a:lnTo>
                <a:lnTo>
                  <a:pt x="3318" y="1200"/>
                </a:lnTo>
                <a:lnTo>
                  <a:pt x="3328" y="1293"/>
                </a:lnTo>
                <a:lnTo>
                  <a:pt x="3331" y="1388"/>
                </a:lnTo>
                <a:lnTo>
                  <a:pt x="3328" y="1410"/>
                </a:lnTo>
                <a:lnTo>
                  <a:pt x="3321" y="1431"/>
                </a:lnTo>
                <a:lnTo>
                  <a:pt x="3310" y="1449"/>
                </a:lnTo>
                <a:lnTo>
                  <a:pt x="3294" y="1464"/>
                </a:lnTo>
                <a:lnTo>
                  <a:pt x="3276" y="1477"/>
                </a:lnTo>
                <a:lnTo>
                  <a:pt x="3256" y="1484"/>
                </a:lnTo>
                <a:lnTo>
                  <a:pt x="3232" y="1486"/>
                </a:lnTo>
                <a:lnTo>
                  <a:pt x="1943" y="1486"/>
                </a:lnTo>
                <a:lnTo>
                  <a:pt x="1920" y="1484"/>
                </a:lnTo>
                <a:lnTo>
                  <a:pt x="1899" y="1477"/>
                </a:lnTo>
                <a:lnTo>
                  <a:pt x="1881" y="1464"/>
                </a:lnTo>
                <a:lnTo>
                  <a:pt x="1866" y="1449"/>
                </a:lnTo>
                <a:lnTo>
                  <a:pt x="1854" y="1431"/>
                </a:lnTo>
                <a:lnTo>
                  <a:pt x="1847" y="1410"/>
                </a:lnTo>
                <a:lnTo>
                  <a:pt x="1844" y="1388"/>
                </a:lnTo>
                <a:lnTo>
                  <a:pt x="1844" y="98"/>
                </a:lnTo>
                <a:lnTo>
                  <a:pt x="1847" y="75"/>
                </a:lnTo>
                <a:lnTo>
                  <a:pt x="1854" y="55"/>
                </a:lnTo>
                <a:lnTo>
                  <a:pt x="1866" y="37"/>
                </a:lnTo>
                <a:lnTo>
                  <a:pt x="1881" y="22"/>
                </a:lnTo>
                <a:lnTo>
                  <a:pt x="1899" y="10"/>
                </a:lnTo>
                <a:lnTo>
                  <a:pt x="1920" y="3"/>
                </a:lnTo>
                <a:lnTo>
                  <a:pt x="1943" y="0"/>
                </a:lnTo>
                <a:lnTo>
                  <a:pt x="194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grpSp>
        <p:nvGrpSpPr>
          <p:cNvPr id="25" name="Group 118">
            <a:extLst>
              <a:ext uri="{FF2B5EF4-FFF2-40B4-BE49-F238E27FC236}">
                <a16:creationId xmlns:a16="http://schemas.microsoft.com/office/drawing/2014/main" id="{CAF9E197-9357-4ED0-BAEF-24E288A57380}"/>
              </a:ext>
            </a:extLst>
          </p:cNvPr>
          <p:cNvGrpSpPr/>
          <p:nvPr/>
        </p:nvGrpSpPr>
        <p:grpSpPr>
          <a:xfrm>
            <a:off x="6188940" y="5013768"/>
            <a:ext cx="424156" cy="419610"/>
            <a:chOff x="2587625" y="4291013"/>
            <a:chExt cx="444500" cy="439738"/>
          </a:xfrm>
          <a:solidFill>
            <a:schemeClr val="bg1"/>
          </a:solidFill>
        </p:grpSpPr>
        <p:sp>
          <p:nvSpPr>
            <p:cNvPr id="27" name="Freeform 290">
              <a:extLst>
                <a:ext uri="{FF2B5EF4-FFF2-40B4-BE49-F238E27FC236}">
                  <a16:creationId xmlns:a16="http://schemas.microsoft.com/office/drawing/2014/main" id="{D57A4C78-BC71-43E1-AF45-C9B84203B5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0825" y="4491038"/>
              <a:ext cx="241300" cy="239713"/>
            </a:xfrm>
            <a:custGeom>
              <a:avLst/>
              <a:gdLst>
                <a:gd name="T0" fmla="*/ 582 w 1676"/>
                <a:gd name="T1" fmla="*/ 282 h 1813"/>
                <a:gd name="T2" fmla="*/ 453 w 1676"/>
                <a:gd name="T3" fmla="*/ 343 h 1813"/>
                <a:gd name="T4" fmla="*/ 344 w 1676"/>
                <a:gd name="T5" fmla="*/ 449 h 1813"/>
                <a:gd name="T6" fmla="*/ 274 w 1676"/>
                <a:gd name="T7" fmla="*/ 582 h 1813"/>
                <a:gd name="T8" fmla="*/ 246 w 1676"/>
                <a:gd name="T9" fmla="*/ 729 h 1813"/>
                <a:gd name="T10" fmla="*/ 260 w 1676"/>
                <a:gd name="T11" fmla="*/ 878 h 1813"/>
                <a:gd name="T12" fmla="*/ 316 w 1676"/>
                <a:gd name="T13" fmla="*/ 1018 h 1813"/>
                <a:gd name="T14" fmla="*/ 414 w 1676"/>
                <a:gd name="T15" fmla="*/ 1136 h 1813"/>
                <a:gd name="T16" fmla="*/ 538 w 1676"/>
                <a:gd name="T17" fmla="*/ 1212 h 1813"/>
                <a:gd name="T18" fmla="*/ 673 w 1676"/>
                <a:gd name="T19" fmla="*/ 1242 h 1813"/>
                <a:gd name="T20" fmla="*/ 811 w 1676"/>
                <a:gd name="T21" fmla="*/ 1227 h 1813"/>
                <a:gd name="T22" fmla="*/ 941 w 1676"/>
                <a:gd name="T23" fmla="*/ 1166 h 1813"/>
                <a:gd name="T24" fmla="*/ 1049 w 1676"/>
                <a:gd name="T25" fmla="*/ 1061 h 1813"/>
                <a:gd name="T26" fmla="*/ 1119 w 1676"/>
                <a:gd name="T27" fmla="*/ 927 h 1813"/>
                <a:gd name="T28" fmla="*/ 1147 w 1676"/>
                <a:gd name="T29" fmla="*/ 779 h 1813"/>
                <a:gd name="T30" fmla="*/ 1133 w 1676"/>
                <a:gd name="T31" fmla="*/ 630 h 1813"/>
                <a:gd name="T32" fmla="*/ 1077 w 1676"/>
                <a:gd name="T33" fmla="*/ 491 h 1813"/>
                <a:gd name="T34" fmla="*/ 980 w 1676"/>
                <a:gd name="T35" fmla="*/ 374 h 1813"/>
                <a:gd name="T36" fmla="*/ 855 w 1676"/>
                <a:gd name="T37" fmla="*/ 298 h 1813"/>
                <a:gd name="T38" fmla="*/ 720 w 1676"/>
                <a:gd name="T39" fmla="*/ 267 h 1813"/>
                <a:gd name="T40" fmla="*/ 781 w 1676"/>
                <a:gd name="T41" fmla="*/ 5 h 1813"/>
                <a:gd name="T42" fmla="*/ 946 w 1676"/>
                <a:gd name="T43" fmla="*/ 49 h 1813"/>
                <a:gd name="T44" fmla="*/ 1099 w 1676"/>
                <a:gd name="T45" fmla="*/ 137 h 1813"/>
                <a:gd name="T46" fmla="*/ 1230 w 1676"/>
                <a:gd name="T47" fmla="*/ 267 h 1813"/>
                <a:gd name="T48" fmla="*/ 1324 w 1676"/>
                <a:gd name="T49" fmla="*/ 424 h 1813"/>
                <a:gd name="T50" fmla="*/ 1378 w 1676"/>
                <a:gd name="T51" fmla="*/ 596 h 1813"/>
                <a:gd name="T52" fmla="*/ 1393 w 1676"/>
                <a:gd name="T53" fmla="*/ 775 h 1813"/>
                <a:gd name="T54" fmla="*/ 1368 w 1676"/>
                <a:gd name="T55" fmla="*/ 953 h 1813"/>
                <a:gd name="T56" fmla="*/ 1603 w 1676"/>
                <a:gd name="T57" fmla="*/ 1363 h 1813"/>
                <a:gd name="T58" fmla="*/ 1656 w 1676"/>
                <a:gd name="T59" fmla="*/ 1449 h 1813"/>
                <a:gd name="T60" fmla="*/ 1676 w 1676"/>
                <a:gd name="T61" fmla="*/ 1550 h 1813"/>
                <a:gd name="T62" fmla="*/ 1656 w 1676"/>
                <a:gd name="T63" fmla="*/ 1651 h 1813"/>
                <a:gd name="T64" fmla="*/ 1603 w 1676"/>
                <a:gd name="T65" fmla="*/ 1737 h 1813"/>
                <a:gd name="T66" fmla="*/ 1515 w 1676"/>
                <a:gd name="T67" fmla="*/ 1798 h 1813"/>
                <a:gd name="T68" fmla="*/ 1414 w 1676"/>
                <a:gd name="T69" fmla="*/ 1813 h 1813"/>
                <a:gd name="T70" fmla="*/ 1316 w 1676"/>
                <a:gd name="T71" fmla="*/ 1783 h 1813"/>
                <a:gd name="T72" fmla="*/ 986 w 1676"/>
                <a:gd name="T73" fmla="*/ 1441 h 1813"/>
                <a:gd name="T74" fmla="*/ 826 w 1676"/>
                <a:gd name="T75" fmla="*/ 1496 h 1813"/>
                <a:gd name="T76" fmla="*/ 660 w 1676"/>
                <a:gd name="T77" fmla="*/ 1508 h 1813"/>
                <a:gd name="T78" fmla="*/ 496 w 1676"/>
                <a:gd name="T79" fmla="*/ 1477 h 1813"/>
                <a:gd name="T80" fmla="*/ 341 w 1676"/>
                <a:gd name="T81" fmla="*/ 1404 h 1813"/>
                <a:gd name="T82" fmla="*/ 204 w 1676"/>
                <a:gd name="T83" fmla="*/ 1289 h 1813"/>
                <a:gd name="T84" fmla="*/ 95 w 1676"/>
                <a:gd name="T85" fmla="*/ 1137 h 1813"/>
                <a:gd name="T86" fmla="*/ 27 w 1676"/>
                <a:gd name="T87" fmla="*/ 966 h 1813"/>
                <a:gd name="T88" fmla="*/ 0 w 1676"/>
                <a:gd name="T89" fmla="*/ 785 h 1813"/>
                <a:gd name="T90" fmla="*/ 13 w 1676"/>
                <a:gd name="T91" fmla="*/ 602 h 1813"/>
                <a:gd name="T92" fmla="*/ 67 w 1676"/>
                <a:gd name="T93" fmla="*/ 427 h 1813"/>
                <a:gd name="T94" fmla="*/ 162 w 1676"/>
                <a:gd name="T95" fmla="*/ 268 h 1813"/>
                <a:gd name="T96" fmla="*/ 294 w 1676"/>
                <a:gd name="T97" fmla="*/ 137 h 1813"/>
                <a:gd name="T98" fmla="*/ 447 w 1676"/>
                <a:gd name="T99" fmla="*/ 49 h 1813"/>
                <a:gd name="T100" fmla="*/ 612 w 1676"/>
                <a:gd name="T101" fmla="*/ 5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676" h="1813">
                  <a:moveTo>
                    <a:pt x="673" y="267"/>
                  </a:moveTo>
                  <a:lnTo>
                    <a:pt x="627" y="272"/>
                  </a:lnTo>
                  <a:lnTo>
                    <a:pt x="582" y="282"/>
                  </a:lnTo>
                  <a:lnTo>
                    <a:pt x="538" y="298"/>
                  </a:lnTo>
                  <a:lnTo>
                    <a:pt x="495" y="317"/>
                  </a:lnTo>
                  <a:lnTo>
                    <a:pt x="453" y="343"/>
                  </a:lnTo>
                  <a:lnTo>
                    <a:pt x="414" y="374"/>
                  </a:lnTo>
                  <a:lnTo>
                    <a:pt x="377" y="409"/>
                  </a:lnTo>
                  <a:lnTo>
                    <a:pt x="344" y="449"/>
                  </a:lnTo>
                  <a:lnTo>
                    <a:pt x="316" y="491"/>
                  </a:lnTo>
                  <a:lnTo>
                    <a:pt x="293" y="536"/>
                  </a:lnTo>
                  <a:lnTo>
                    <a:pt x="274" y="582"/>
                  </a:lnTo>
                  <a:lnTo>
                    <a:pt x="260" y="630"/>
                  </a:lnTo>
                  <a:lnTo>
                    <a:pt x="251" y="679"/>
                  </a:lnTo>
                  <a:lnTo>
                    <a:pt x="246" y="729"/>
                  </a:lnTo>
                  <a:lnTo>
                    <a:pt x="246" y="779"/>
                  </a:lnTo>
                  <a:lnTo>
                    <a:pt x="251" y="829"/>
                  </a:lnTo>
                  <a:lnTo>
                    <a:pt x="260" y="878"/>
                  </a:lnTo>
                  <a:lnTo>
                    <a:pt x="274" y="927"/>
                  </a:lnTo>
                  <a:lnTo>
                    <a:pt x="293" y="974"/>
                  </a:lnTo>
                  <a:lnTo>
                    <a:pt x="316" y="1018"/>
                  </a:lnTo>
                  <a:lnTo>
                    <a:pt x="344" y="1061"/>
                  </a:lnTo>
                  <a:lnTo>
                    <a:pt x="377" y="1100"/>
                  </a:lnTo>
                  <a:lnTo>
                    <a:pt x="414" y="1136"/>
                  </a:lnTo>
                  <a:lnTo>
                    <a:pt x="453" y="1166"/>
                  </a:lnTo>
                  <a:lnTo>
                    <a:pt x="495" y="1191"/>
                  </a:lnTo>
                  <a:lnTo>
                    <a:pt x="538" y="1212"/>
                  </a:lnTo>
                  <a:lnTo>
                    <a:pt x="582" y="1227"/>
                  </a:lnTo>
                  <a:lnTo>
                    <a:pt x="627" y="1237"/>
                  </a:lnTo>
                  <a:lnTo>
                    <a:pt x="673" y="1242"/>
                  </a:lnTo>
                  <a:lnTo>
                    <a:pt x="720" y="1242"/>
                  </a:lnTo>
                  <a:lnTo>
                    <a:pt x="766" y="1237"/>
                  </a:lnTo>
                  <a:lnTo>
                    <a:pt x="811" y="1227"/>
                  </a:lnTo>
                  <a:lnTo>
                    <a:pt x="855" y="1212"/>
                  </a:lnTo>
                  <a:lnTo>
                    <a:pt x="898" y="1191"/>
                  </a:lnTo>
                  <a:lnTo>
                    <a:pt x="941" y="1166"/>
                  </a:lnTo>
                  <a:lnTo>
                    <a:pt x="980" y="1136"/>
                  </a:lnTo>
                  <a:lnTo>
                    <a:pt x="1016" y="1100"/>
                  </a:lnTo>
                  <a:lnTo>
                    <a:pt x="1049" y="1061"/>
                  </a:lnTo>
                  <a:lnTo>
                    <a:pt x="1077" y="1018"/>
                  </a:lnTo>
                  <a:lnTo>
                    <a:pt x="1100" y="974"/>
                  </a:lnTo>
                  <a:lnTo>
                    <a:pt x="1119" y="927"/>
                  </a:lnTo>
                  <a:lnTo>
                    <a:pt x="1133" y="878"/>
                  </a:lnTo>
                  <a:lnTo>
                    <a:pt x="1142" y="829"/>
                  </a:lnTo>
                  <a:lnTo>
                    <a:pt x="1147" y="779"/>
                  </a:lnTo>
                  <a:lnTo>
                    <a:pt x="1147" y="729"/>
                  </a:lnTo>
                  <a:lnTo>
                    <a:pt x="1142" y="679"/>
                  </a:lnTo>
                  <a:lnTo>
                    <a:pt x="1133" y="630"/>
                  </a:lnTo>
                  <a:lnTo>
                    <a:pt x="1119" y="582"/>
                  </a:lnTo>
                  <a:lnTo>
                    <a:pt x="1100" y="536"/>
                  </a:lnTo>
                  <a:lnTo>
                    <a:pt x="1077" y="491"/>
                  </a:lnTo>
                  <a:lnTo>
                    <a:pt x="1049" y="449"/>
                  </a:lnTo>
                  <a:lnTo>
                    <a:pt x="1016" y="409"/>
                  </a:lnTo>
                  <a:lnTo>
                    <a:pt x="980" y="374"/>
                  </a:lnTo>
                  <a:lnTo>
                    <a:pt x="941" y="343"/>
                  </a:lnTo>
                  <a:lnTo>
                    <a:pt x="898" y="317"/>
                  </a:lnTo>
                  <a:lnTo>
                    <a:pt x="855" y="298"/>
                  </a:lnTo>
                  <a:lnTo>
                    <a:pt x="811" y="282"/>
                  </a:lnTo>
                  <a:lnTo>
                    <a:pt x="766" y="272"/>
                  </a:lnTo>
                  <a:lnTo>
                    <a:pt x="720" y="267"/>
                  </a:lnTo>
                  <a:lnTo>
                    <a:pt x="673" y="267"/>
                  </a:lnTo>
                  <a:close/>
                  <a:moveTo>
                    <a:pt x="725" y="0"/>
                  </a:moveTo>
                  <a:lnTo>
                    <a:pt x="781" y="5"/>
                  </a:lnTo>
                  <a:lnTo>
                    <a:pt x="837" y="15"/>
                  </a:lnTo>
                  <a:lnTo>
                    <a:pt x="892" y="29"/>
                  </a:lnTo>
                  <a:lnTo>
                    <a:pt x="946" y="49"/>
                  </a:lnTo>
                  <a:lnTo>
                    <a:pt x="999" y="74"/>
                  </a:lnTo>
                  <a:lnTo>
                    <a:pt x="1050" y="103"/>
                  </a:lnTo>
                  <a:lnTo>
                    <a:pt x="1099" y="137"/>
                  </a:lnTo>
                  <a:lnTo>
                    <a:pt x="1145" y="176"/>
                  </a:lnTo>
                  <a:lnTo>
                    <a:pt x="1190" y="219"/>
                  </a:lnTo>
                  <a:lnTo>
                    <a:pt x="1230" y="267"/>
                  </a:lnTo>
                  <a:lnTo>
                    <a:pt x="1266" y="317"/>
                  </a:lnTo>
                  <a:lnTo>
                    <a:pt x="1297" y="369"/>
                  </a:lnTo>
                  <a:lnTo>
                    <a:pt x="1324" y="424"/>
                  </a:lnTo>
                  <a:lnTo>
                    <a:pt x="1346" y="479"/>
                  </a:lnTo>
                  <a:lnTo>
                    <a:pt x="1364" y="537"/>
                  </a:lnTo>
                  <a:lnTo>
                    <a:pt x="1378" y="596"/>
                  </a:lnTo>
                  <a:lnTo>
                    <a:pt x="1387" y="655"/>
                  </a:lnTo>
                  <a:lnTo>
                    <a:pt x="1392" y="715"/>
                  </a:lnTo>
                  <a:lnTo>
                    <a:pt x="1393" y="775"/>
                  </a:lnTo>
                  <a:lnTo>
                    <a:pt x="1389" y="835"/>
                  </a:lnTo>
                  <a:lnTo>
                    <a:pt x="1381" y="895"/>
                  </a:lnTo>
                  <a:lnTo>
                    <a:pt x="1368" y="953"/>
                  </a:lnTo>
                  <a:lnTo>
                    <a:pt x="1351" y="1011"/>
                  </a:lnTo>
                  <a:lnTo>
                    <a:pt x="1330" y="1067"/>
                  </a:lnTo>
                  <a:lnTo>
                    <a:pt x="1603" y="1363"/>
                  </a:lnTo>
                  <a:lnTo>
                    <a:pt x="1625" y="1389"/>
                  </a:lnTo>
                  <a:lnTo>
                    <a:pt x="1642" y="1419"/>
                  </a:lnTo>
                  <a:lnTo>
                    <a:pt x="1656" y="1449"/>
                  </a:lnTo>
                  <a:lnTo>
                    <a:pt x="1668" y="1482"/>
                  </a:lnTo>
                  <a:lnTo>
                    <a:pt x="1674" y="1515"/>
                  </a:lnTo>
                  <a:lnTo>
                    <a:pt x="1676" y="1550"/>
                  </a:lnTo>
                  <a:lnTo>
                    <a:pt x="1674" y="1585"/>
                  </a:lnTo>
                  <a:lnTo>
                    <a:pt x="1668" y="1619"/>
                  </a:lnTo>
                  <a:lnTo>
                    <a:pt x="1656" y="1651"/>
                  </a:lnTo>
                  <a:lnTo>
                    <a:pt x="1642" y="1682"/>
                  </a:lnTo>
                  <a:lnTo>
                    <a:pt x="1625" y="1711"/>
                  </a:lnTo>
                  <a:lnTo>
                    <a:pt x="1603" y="1737"/>
                  </a:lnTo>
                  <a:lnTo>
                    <a:pt x="1576" y="1762"/>
                  </a:lnTo>
                  <a:lnTo>
                    <a:pt x="1547" y="1783"/>
                  </a:lnTo>
                  <a:lnTo>
                    <a:pt x="1515" y="1798"/>
                  </a:lnTo>
                  <a:lnTo>
                    <a:pt x="1482" y="1809"/>
                  </a:lnTo>
                  <a:lnTo>
                    <a:pt x="1449" y="1813"/>
                  </a:lnTo>
                  <a:lnTo>
                    <a:pt x="1414" y="1813"/>
                  </a:lnTo>
                  <a:lnTo>
                    <a:pt x="1380" y="1809"/>
                  </a:lnTo>
                  <a:lnTo>
                    <a:pt x="1347" y="1798"/>
                  </a:lnTo>
                  <a:lnTo>
                    <a:pt x="1316" y="1783"/>
                  </a:lnTo>
                  <a:lnTo>
                    <a:pt x="1286" y="1762"/>
                  </a:lnTo>
                  <a:lnTo>
                    <a:pt x="1259" y="1737"/>
                  </a:lnTo>
                  <a:lnTo>
                    <a:pt x="986" y="1441"/>
                  </a:lnTo>
                  <a:lnTo>
                    <a:pt x="934" y="1464"/>
                  </a:lnTo>
                  <a:lnTo>
                    <a:pt x="880" y="1483"/>
                  </a:lnTo>
                  <a:lnTo>
                    <a:pt x="826" y="1496"/>
                  </a:lnTo>
                  <a:lnTo>
                    <a:pt x="771" y="1504"/>
                  </a:lnTo>
                  <a:lnTo>
                    <a:pt x="716" y="1509"/>
                  </a:lnTo>
                  <a:lnTo>
                    <a:pt x="660" y="1508"/>
                  </a:lnTo>
                  <a:lnTo>
                    <a:pt x="605" y="1503"/>
                  </a:lnTo>
                  <a:lnTo>
                    <a:pt x="550" y="1493"/>
                  </a:lnTo>
                  <a:lnTo>
                    <a:pt x="496" y="1477"/>
                  </a:lnTo>
                  <a:lnTo>
                    <a:pt x="443" y="1458"/>
                  </a:lnTo>
                  <a:lnTo>
                    <a:pt x="391" y="1434"/>
                  </a:lnTo>
                  <a:lnTo>
                    <a:pt x="341" y="1404"/>
                  </a:lnTo>
                  <a:lnTo>
                    <a:pt x="293" y="1371"/>
                  </a:lnTo>
                  <a:lnTo>
                    <a:pt x="247" y="1332"/>
                  </a:lnTo>
                  <a:lnTo>
                    <a:pt x="204" y="1289"/>
                  </a:lnTo>
                  <a:lnTo>
                    <a:pt x="162" y="1240"/>
                  </a:lnTo>
                  <a:lnTo>
                    <a:pt x="126" y="1190"/>
                  </a:lnTo>
                  <a:lnTo>
                    <a:pt x="95" y="1137"/>
                  </a:lnTo>
                  <a:lnTo>
                    <a:pt x="68" y="1082"/>
                  </a:lnTo>
                  <a:lnTo>
                    <a:pt x="45" y="1024"/>
                  </a:lnTo>
                  <a:lnTo>
                    <a:pt x="27" y="966"/>
                  </a:lnTo>
                  <a:lnTo>
                    <a:pt x="13" y="906"/>
                  </a:lnTo>
                  <a:lnTo>
                    <a:pt x="4" y="846"/>
                  </a:lnTo>
                  <a:lnTo>
                    <a:pt x="0" y="785"/>
                  </a:lnTo>
                  <a:lnTo>
                    <a:pt x="0" y="724"/>
                  </a:lnTo>
                  <a:lnTo>
                    <a:pt x="4" y="663"/>
                  </a:lnTo>
                  <a:lnTo>
                    <a:pt x="13" y="602"/>
                  </a:lnTo>
                  <a:lnTo>
                    <a:pt x="27" y="543"/>
                  </a:lnTo>
                  <a:lnTo>
                    <a:pt x="45" y="485"/>
                  </a:lnTo>
                  <a:lnTo>
                    <a:pt x="67" y="427"/>
                  </a:lnTo>
                  <a:lnTo>
                    <a:pt x="94" y="373"/>
                  </a:lnTo>
                  <a:lnTo>
                    <a:pt x="126" y="319"/>
                  </a:lnTo>
                  <a:lnTo>
                    <a:pt x="162" y="268"/>
                  </a:lnTo>
                  <a:lnTo>
                    <a:pt x="203" y="220"/>
                  </a:lnTo>
                  <a:lnTo>
                    <a:pt x="247" y="176"/>
                  </a:lnTo>
                  <a:lnTo>
                    <a:pt x="294" y="137"/>
                  </a:lnTo>
                  <a:lnTo>
                    <a:pt x="343" y="103"/>
                  </a:lnTo>
                  <a:lnTo>
                    <a:pt x="394" y="74"/>
                  </a:lnTo>
                  <a:lnTo>
                    <a:pt x="447" y="49"/>
                  </a:lnTo>
                  <a:lnTo>
                    <a:pt x="501" y="29"/>
                  </a:lnTo>
                  <a:lnTo>
                    <a:pt x="556" y="15"/>
                  </a:lnTo>
                  <a:lnTo>
                    <a:pt x="612" y="5"/>
                  </a:lnTo>
                  <a:lnTo>
                    <a:pt x="668" y="0"/>
                  </a:lnTo>
                  <a:lnTo>
                    <a:pt x="72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91">
              <a:extLst>
                <a:ext uri="{FF2B5EF4-FFF2-40B4-BE49-F238E27FC236}">
                  <a16:creationId xmlns:a16="http://schemas.microsoft.com/office/drawing/2014/main" id="{7474BCA4-76E2-4ACA-9486-51913C06AC83}"/>
                </a:ext>
              </a:extLst>
            </p:cNvPr>
            <p:cNvSpPr/>
            <p:nvPr/>
          </p:nvSpPr>
          <p:spPr bwMode="auto">
            <a:xfrm>
              <a:off x="2811463" y="4335463"/>
              <a:ext cx="217488" cy="274638"/>
            </a:xfrm>
            <a:custGeom>
              <a:avLst/>
              <a:gdLst>
                <a:gd name="T0" fmla="*/ 459 w 1508"/>
                <a:gd name="T1" fmla="*/ 30 h 2083"/>
                <a:gd name="T2" fmla="*/ 619 w 1508"/>
                <a:gd name="T3" fmla="*/ 254 h 2083"/>
                <a:gd name="T4" fmla="*/ 841 w 1508"/>
                <a:gd name="T5" fmla="*/ 542 h 2083"/>
                <a:gd name="T6" fmla="*/ 960 w 1508"/>
                <a:gd name="T7" fmla="*/ 441 h 2083"/>
                <a:gd name="T8" fmla="*/ 1249 w 1508"/>
                <a:gd name="T9" fmla="*/ 400 h 2083"/>
                <a:gd name="T10" fmla="*/ 1340 w 1508"/>
                <a:gd name="T11" fmla="*/ 564 h 2083"/>
                <a:gd name="T12" fmla="*/ 1411 w 1508"/>
                <a:gd name="T13" fmla="*/ 741 h 2083"/>
                <a:gd name="T14" fmla="*/ 1464 w 1508"/>
                <a:gd name="T15" fmla="*/ 927 h 2083"/>
                <a:gd name="T16" fmla="*/ 1497 w 1508"/>
                <a:gd name="T17" fmla="*/ 1121 h 2083"/>
                <a:gd name="T18" fmla="*/ 1508 w 1508"/>
                <a:gd name="T19" fmla="*/ 1322 h 2083"/>
                <a:gd name="T20" fmla="*/ 1497 w 1508"/>
                <a:gd name="T21" fmla="*/ 1526 h 2083"/>
                <a:gd name="T22" fmla="*/ 1463 w 1508"/>
                <a:gd name="T23" fmla="*/ 1720 h 2083"/>
                <a:gd name="T24" fmla="*/ 1409 w 1508"/>
                <a:gd name="T25" fmla="*/ 1907 h 2083"/>
                <a:gd name="T26" fmla="*/ 1337 w 1508"/>
                <a:gd name="T27" fmla="*/ 2083 h 2083"/>
                <a:gd name="T28" fmla="*/ 1349 w 1508"/>
                <a:gd name="T29" fmla="*/ 1945 h 2083"/>
                <a:gd name="T30" fmla="*/ 1341 w 1508"/>
                <a:gd name="T31" fmla="*/ 1808 h 2083"/>
                <a:gd name="T32" fmla="*/ 1313 w 1508"/>
                <a:gd name="T33" fmla="*/ 1675 h 2083"/>
                <a:gd name="T34" fmla="*/ 1266 w 1508"/>
                <a:gd name="T35" fmla="*/ 1547 h 2083"/>
                <a:gd name="T36" fmla="*/ 1201 w 1508"/>
                <a:gd name="T37" fmla="*/ 1429 h 2083"/>
                <a:gd name="T38" fmla="*/ 1117 w 1508"/>
                <a:gd name="T39" fmla="*/ 1321 h 2083"/>
                <a:gd name="T40" fmla="*/ 1021 w 1508"/>
                <a:gd name="T41" fmla="*/ 1233 h 2083"/>
                <a:gd name="T42" fmla="*/ 915 w 1508"/>
                <a:gd name="T43" fmla="*/ 1162 h 2083"/>
                <a:gd name="T44" fmla="*/ 801 w 1508"/>
                <a:gd name="T45" fmla="*/ 1111 h 2083"/>
                <a:gd name="T46" fmla="*/ 680 w 1508"/>
                <a:gd name="T47" fmla="*/ 1080 h 2083"/>
                <a:gd name="T48" fmla="*/ 554 w 1508"/>
                <a:gd name="T49" fmla="*/ 1069 h 2083"/>
                <a:gd name="T50" fmla="*/ 416 w 1508"/>
                <a:gd name="T51" fmla="*/ 1082 h 2083"/>
                <a:gd name="T52" fmla="*/ 283 w 1508"/>
                <a:gd name="T53" fmla="*/ 1120 h 2083"/>
                <a:gd name="T54" fmla="*/ 160 w 1508"/>
                <a:gd name="T55" fmla="*/ 1182 h 2083"/>
                <a:gd name="T56" fmla="*/ 591 w 1508"/>
                <a:gd name="T57" fmla="*/ 812 h 2083"/>
                <a:gd name="T58" fmla="*/ 751 w 1508"/>
                <a:gd name="T59" fmla="*/ 755 h 2083"/>
                <a:gd name="T60" fmla="*/ 500 w 1508"/>
                <a:gd name="T61" fmla="*/ 407 h 2083"/>
                <a:gd name="T62" fmla="*/ 338 w 1508"/>
                <a:gd name="T63" fmla="*/ 367 h 2083"/>
                <a:gd name="T64" fmla="*/ 175 w 1508"/>
                <a:gd name="T65" fmla="*/ 519 h 2083"/>
                <a:gd name="T66" fmla="*/ 0 w 1508"/>
                <a:gd name="T67" fmla="*/ 375 h 2083"/>
                <a:gd name="T68" fmla="*/ 166 w 1508"/>
                <a:gd name="T69" fmla="*/ 151 h 2083"/>
                <a:gd name="T70" fmla="*/ 287 w 1508"/>
                <a:gd name="T71" fmla="*/ 289 h 2083"/>
                <a:gd name="T72" fmla="*/ 445 w 1508"/>
                <a:gd name="T73" fmla="*/ 351 h 2083"/>
                <a:gd name="T74" fmla="*/ 453 w 1508"/>
                <a:gd name="T75" fmla="*/ 220 h 2083"/>
                <a:gd name="T76" fmla="*/ 316 w 1508"/>
                <a:gd name="T77" fmla="*/ 0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08" h="2083">
                  <a:moveTo>
                    <a:pt x="316" y="0"/>
                  </a:moveTo>
                  <a:lnTo>
                    <a:pt x="459" y="30"/>
                  </a:lnTo>
                  <a:lnTo>
                    <a:pt x="582" y="149"/>
                  </a:lnTo>
                  <a:lnTo>
                    <a:pt x="619" y="254"/>
                  </a:lnTo>
                  <a:lnTo>
                    <a:pt x="647" y="352"/>
                  </a:lnTo>
                  <a:lnTo>
                    <a:pt x="841" y="542"/>
                  </a:lnTo>
                  <a:lnTo>
                    <a:pt x="891" y="559"/>
                  </a:lnTo>
                  <a:lnTo>
                    <a:pt x="960" y="441"/>
                  </a:lnTo>
                  <a:lnTo>
                    <a:pt x="1204" y="417"/>
                  </a:lnTo>
                  <a:lnTo>
                    <a:pt x="1249" y="400"/>
                  </a:lnTo>
                  <a:lnTo>
                    <a:pt x="1297" y="481"/>
                  </a:lnTo>
                  <a:lnTo>
                    <a:pt x="1340" y="564"/>
                  </a:lnTo>
                  <a:lnTo>
                    <a:pt x="1378" y="651"/>
                  </a:lnTo>
                  <a:lnTo>
                    <a:pt x="1411" y="741"/>
                  </a:lnTo>
                  <a:lnTo>
                    <a:pt x="1440" y="832"/>
                  </a:lnTo>
                  <a:lnTo>
                    <a:pt x="1464" y="927"/>
                  </a:lnTo>
                  <a:lnTo>
                    <a:pt x="1483" y="1022"/>
                  </a:lnTo>
                  <a:lnTo>
                    <a:pt x="1497" y="1121"/>
                  </a:lnTo>
                  <a:lnTo>
                    <a:pt x="1505" y="1221"/>
                  </a:lnTo>
                  <a:lnTo>
                    <a:pt x="1508" y="1322"/>
                  </a:lnTo>
                  <a:lnTo>
                    <a:pt x="1505" y="1425"/>
                  </a:lnTo>
                  <a:lnTo>
                    <a:pt x="1497" y="1526"/>
                  </a:lnTo>
                  <a:lnTo>
                    <a:pt x="1483" y="1623"/>
                  </a:lnTo>
                  <a:lnTo>
                    <a:pt x="1463" y="1720"/>
                  </a:lnTo>
                  <a:lnTo>
                    <a:pt x="1439" y="1815"/>
                  </a:lnTo>
                  <a:lnTo>
                    <a:pt x="1409" y="1907"/>
                  </a:lnTo>
                  <a:lnTo>
                    <a:pt x="1375" y="1996"/>
                  </a:lnTo>
                  <a:lnTo>
                    <a:pt x="1337" y="2083"/>
                  </a:lnTo>
                  <a:lnTo>
                    <a:pt x="1345" y="2015"/>
                  </a:lnTo>
                  <a:lnTo>
                    <a:pt x="1349" y="1945"/>
                  </a:lnTo>
                  <a:lnTo>
                    <a:pt x="1347" y="1877"/>
                  </a:lnTo>
                  <a:lnTo>
                    <a:pt x="1341" y="1808"/>
                  </a:lnTo>
                  <a:lnTo>
                    <a:pt x="1329" y="1741"/>
                  </a:lnTo>
                  <a:lnTo>
                    <a:pt x="1313" y="1675"/>
                  </a:lnTo>
                  <a:lnTo>
                    <a:pt x="1293" y="1610"/>
                  </a:lnTo>
                  <a:lnTo>
                    <a:pt x="1266" y="1547"/>
                  </a:lnTo>
                  <a:lnTo>
                    <a:pt x="1236" y="1486"/>
                  </a:lnTo>
                  <a:lnTo>
                    <a:pt x="1201" y="1429"/>
                  </a:lnTo>
                  <a:lnTo>
                    <a:pt x="1161" y="1373"/>
                  </a:lnTo>
                  <a:lnTo>
                    <a:pt x="1117" y="1321"/>
                  </a:lnTo>
                  <a:lnTo>
                    <a:pt x="1071" y="1276"/>
                  </a:lnTo>
                  <a:lnTo>
                    <a:pt x="1021" y="1233"/>
                  </a:lnTo>
                  <a:lnTo>
                    <a:pt x="969" y="1195"/>
                  </a:lnTo>
                  <a:lnTo>
                    <a:pt x="915" y="1162"/>
                  </a:lnTo>
                  <a:lnTo>
                    <a:pt x="859" y="1134"/>
                  </a:lnTo>
                  <a:lnTo>
                    <a:pt x="801" y="1111"/>
                  </a:lnTo>
                  <a:lnTo>
                    <a:pt x="741" y="1093"/>
                  </a:lnTo>
                  <a:lnTo>
                    <a:pt x="680" y="1080"/>
                  </a:lnTo>
                  <a:lnTo>
                    <a:pt x="617" y="1072"/>
                  </a:lnTo>
                  <a:lnTo>
                    <a:pt x="554" y="1069"/>
                  </a:lnTo>
                  <a:lnTo>
                    <a:pt x="484" y="1072"/>
                  </a:lnTo>
                  <a:lnTo>
                    <a:pt x="416" y="1082"/>
                  </a:lnTo>
                  <a:lnTo>
                    <a:pt x="349" y="1098"/>
                  </a:lnTo>
                  <a:lnTo>
                    <a:pt x="283" y="1120"/>
                  </a:lnTo>
                  <a:lnTo>
                    <a:pt x="220" y="1148"/>
                  </a:lnTo>
                  <a:lnTo>
                    <a:pt x="160" y="1182"/>
                  </a:lnTo>
                  <a:lnTo>
                    <a:pt x="338" y="952"/>
                  </a:lnTo>
                  <a:lnTo>
                    <a:pt x="591" y="812"/>
                  </a:lnTo>
                  <a:lnTo>
                    <a:pt x="738" y="833"/>
                  </a:lnTo>
                  <a:lnTo>
                    <a:pt x="751" y="755"/>
                  </a:lnTo>
                  <a:lnTo>
                    <a:pt x="570" y="556"/>
                  </a:lnTo>
                  <a:lnTo>
                    <a:pt x="500" y="407"/>
                  </a:lnTo>
                  <a:lnTo>
                    <a:pt x="400" y="407"/>
                  </a:lnTo>
                  <a:lnTo>
                    <a:pt x="338" y="367"/>
                  </a:lnTo>
                  <a:lnTo>
                    <a:pt x="203" y="345"/>
                  </a:lnTo>
                  <a:lnTo>
                    <a:pt x="175" y="519"/>
                  </a:lnTo>
                  <a:lnTo>
                    <a:pt x="12" y="484"/>
                  </a:lnTo>
                  <a:lnTo>
                    <a:pt x="0" y="375"/>
                  </a:lnTo>
                  <a:lnTo>
                    <a:pt x="125" y="345"/>
                  </a:lnTo>
                  <a:lnTo>
                    <a:pt x="166" y="151"/>
                  </a:lnTo>
                  <a:lnTo>
                    <a:pt x="291" y="207"/>
                  </a:lnTo>
                  <a:lnTo>
                    <a:pt x="287" y="289"/>
                  </a:lnTo>
                  <a:lnTo>
                    <a:pt x="382" y="332"/>
                  </a:lnTo>
                  <a:lnTo>
                    <a:pt x="445" y="351"/>
                  </a:lnTo>
                  <a:lnTo>
                    <a:pt x="522" y="308"/>
                  </a:lnTo>
                  <a:lnTo>
                    <a:pt x="453" y="220"/>
                  </a:lnTo>
                  <a:lnTo>
                    <a:pt x="313" y="71"/>
                  </a:lnTo>
                  <a:lnTo>
                    <a:pt x="3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9" name="Freeform 292">
              <a:extLst>
                <a:ext uri="{FF2B5EF4-FFF2-40B4-BE49-F238E27FC236}">
                  <a16:creationId xmlns:a16="http://schemas.microsoft.com/office/drawing/2014/main" id="{F4EBEBBD-E9E1-4726-9C07-4F6126F3B4FA}"/>
                </a:ext>
              </a:extLst>
            </p:cNvPr>
            <p:cNvSpPr/>
            <p:nvPr/>
          </p:nvSpPr>
          <p:spPr bwMode="auto">
            <a:xfrm>
              <a:off x="2786063" y="4497388"/>
              <a:ext cx="30163" cy="26988"/>
            </a:xfrm>
            <a:custGeom>
              <a:avLst/>
              <a:gdLst>
                <a:gd name="T0" fmla="*/ 118 w 208"/>
                <a:gd name="T1" fmla="*/ 0 h 197"/>
                <a:gd name="T2" fmla="*/ 208 w 208"/>
                <a:gd name="T3" fmla="*/ 45 h 197"/>
                <a:gd name="T4" fmla="*/ 186 w 208"/>
                <a:gd name="T5" fmla="*/ 66 h 197"/>
                <a:gd name="T6" fmla="*/ 165 w 208"/>
                <a:gd name="T7" fmla="*/ 89 h 197"/>
                <a:gd name="T8" fmla="*/ 147 w 208"/>
                <a:gd name="T9" fmla="*/ 109 h 197"/>
                <a:gd name="T10" fmla="*/ 130 w 208"/>
                <a:gd name="T11" fmla="*/ 131 h 197"/>
                <a:gd name="T12" fmla="*/ 81 w 208"/>
                <a:gd name="T13" fmla="*/ 132 h 197"/>
                <a:gd name="T14" fmla="*/ 29 w 208"/>
                <a:gd name="T15" fmla="*/ 197 h 197"/>
                <a:gd name="T16" fmla="*/ 0 w 208"/>
                <a:gd name="T17" fmla="*/ 61 h 197"/>
                <a:gd name="T18" fmla="*/ 118 w 208"/>
                <a:gd name="T1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" h="197">
                  <a:moveTo>
                    <a:pt x="118" y="0"/>
                  </a:moveTo>
                  <a:lnTo>
                    <a:pt x="208" y="45"/>
                  </a:lnTo>
                  <a:lnTo>
                    <a:pt x="186" y="66"/>
                  </a:lnTo>
                  <a:lnTo>
                    <a:pt x="165" y="89"/>
                  </a:lnTo>
                  <a:lnTo>
                    <a:pt x="147" y="109"/>
                  </a:lnTo>
                  <a:lnTo>
                    <a:pt x="130" y="131"/>
                  </a:lnTo>
                  <a:lnTo>
                    <a:pt x="81" y="132"/>
                  </a:lnTo>
                  <a:lnTo>
                    <a:pt x="29" y="197"/>
                  </a:lnTo>
                  <a:lnTo>
                    <a:pt x="0" y="61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0" name="Freeform 293">
              <a:extLst>
                <a:ext uri="{FF2B5EF4-FFF2-40B4-BE49-F238E27FC236}">
                  <a16:creationId xmlns:a16="http://schemas.microsoft.com/office/drawing/2014/main" id="{70B73FC2-4A16-488C-8D1A-C80F22A0E986}"/>
                </a:ext>
              </a:extLst>
            </p:cNvPr>
            <p:cNvSpPr/>
            <p:nvPr/>
          </p:nvSpPr>
          <p:spPr bwMode="auto">
            <a:xfrm>
              <a:off x="2860675" y="4702175"/>
              <a:ext cx="52388" cy="20638"/>
            </a:xfrm>
            <a:custGeom>
              <a:avLst/>
              <a:gdLst>
                <a:gd name="T0" fmla="*/ 368 w 368"/>
                <a:gd name="T1" fmla="*/ 0 h 153"/>
                <a:gd name="T2" fmla="*/ 298 w 368"/>
                <a:gd name="T3" fmla="*/ 38 h 153"/>
                <a:gd name="T4" fmla="*/ 227 w 368"/>
                <a:gd name="T5" fmla="*/ 73 h 153"/>
                <a:gd name="T6" fmla="*/ 152 w 368"/>
                <a:gd name="T7" fmla="*/ 105 h 153"/>
                <a:gd name="T8" fmla="*/ 77 w 368"/>
                <a:gd name="T9" fmla="*/ 131 h 153"/>
                <a:gd name="T10" fmla="*/ 0 w 368"/>
                <a:gd name="T11" fmla="*/ 153 h 153"/>
                <a:gd name="T12" fmla="*/ 28 w 368"/>
                <a:gd name="T13" fmla="*/ 44 h 153"/>
                <a:gd name="T14" fmla="*/ 83 w 368"/>
                <a:gd name="T15" fmla="*/ 5 h 153"/>
                <a:gd name="T16" fmla="*/ 148 w 368"/>
                <a:gd name="T17" fmla="*/ 13 h 153"/>
                <a:gd name="T18" fmla="*/ 215 w 368"/>
                <a:gd name="T19" fmla="*/ 16 h 153"/>
                <a:gd name="T20" fmla="*/ 266 w 368"/>
                <a:gd name="T21" fmla="*/ 14 h 153"/>
                <a:gd name="T22" fmla="*/ 317 w 368"/>
                <a:gd name="T23" fmla="*/ 9 h 153"/>
                <a:gd name="T24" fmla="*/ 368 w 368"/>
                <a:gd name="T25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8" h="153">
                  <a:moveTo>
                    <a:pt x="368" y="0"/>
                  </a:moveTo>
                  <a:lnTo>
                    <a:pt x="298" y="38"/>
                  </a:lnTo>
                  <a:lnTo>
                    <a:pt x="227" y="73"/>
                  </a:lnTo>
                  <a:lnTo>
                    <a:pt x="152" y="105"/>
                  </a:lnTo>
                  <a:lnTo>
                    <a:pt x="77" y="131"/>
                  </a:lnTo>
                  <a:lnTo>
                    <a:pt x="0" y="153"/>
                  </a:lnTo>
                  <a:lnTo>
                    <a:pt x="28" y="44"/>
                  </a:lnTo>
                  <a:lnTo>
                    <a:pt x="83" y="5"/>
                  </a:lnTo>
                  <a:lnTo>
                    <a:pt x="148" y="13"/>
                  </a:lnTo>
                  <a:lnTo>
                    <a:pt x="215" y="16"/>
                  </a:lnTo>
                  <a:lnTo>
                    <a:pt x="266" y="14"/>
                  </a:lnTo>
                  <a:lnTo>
                    <a:pt x="317" y="9"/>
                  </a:lnTo>
                  <a:lnTo>
                    <a:pt x="3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1" name="Freeform 294">
              <a:extLst>
                <a:ext uri="{FF2B5EF4-FFF2-40B4-BE49-F238E27FC236}">
                  <a16:creationId xmlns:a16="http://schemas.microsoft.com/office/drawing/2014/main" id="{4477F6F9-7F7A-4BDB-AE48-F3DFE785A8CE}"/>
                </a:ext>
              </a:extLst>
            </p:cNvPr>
            <p:cNvSpPr/>
            <p:nvPr/>
          </p:nvSpPr>
          <p:spPr bwMode="auto">
            <a:xfrm>
              <a:off x="2587625" y="4395788"/>
              <a:ext cx="249238" cy="333375"/>
            </a:xfrm>
            <a:custGeom>
              <a:avLst/>
              <a:gdLst>
                <a:gd name="T0" fmla="*/ 210 w 1723"/>
                <a:gd name="T1" fmla="*/ 95 h 2519"/>
                <a:gd name="T2" fmla="*/ 468 w 1723"/>
                <a:gd name="T3" fmla="*/ 157 h 2519"/>
                <a:gd name="T4" fmla="*/ 884 w 1723"/>
                <a:gd name="T5" fmla="*/ 389 h 2519"/>
                <a:gd name="T6" fmla="*/ 1103 w 1723"/>
                <a:gd name="T7" fmla="*/ 976 h 2519"/>
                <a:gd name="T8" fmla="*/ 1141 w 1723"/>
                <a:gd name="T9" fmla="*/ 862 h 2519"/>
                <a:gd name="T10" fmla="*/ 1389 w 1723"/>
                <a:gd name="T11" fmla="*/ 1094 h 2519"/>
                <a:gd name="T12" fmla="*/ 1344 w 1723"/>
                <a:gd name="T13" fmla="*/ 1213 h 2519"/>
                <a:gd name="T14" fmla="*/ 1316 w 1723"/>
                <a:gd name="T15" fmla="*/ 1341 h 2519"/>
                <a:gd name="T16" fmla="*/ 1307 w 1723"/>
                <a:gd name="T17" fmla="*/ 1472 h 2519"/>
                <a:gd name="T18" fmla="*/ 1317 w 1723"/>
                <a:gd name="T19" fmla="*/ 1609 h 2519"/>
                <a:gd name="T20" fmla="*/ 1346 w 1723"/>
                <a:gd name="T21" fmla="*/ 1741 h 2519"/>
                <a:gd name="T22" fmla="*/ 1394 w 1723"/>
                <a:gd name="T23" fmla="*/ 1865 h 2519"/>
                <a:gd name="T24" fmla="*/ 1459 w 1723"/>
                <a:gd name="T25" fmla="*/ 1979 h 2519"/>
                <a:gd name="T26" fmla="*/ 1541 w 1723"/>
                <a:gd name="T27" fmla="*/ 2083 h 2519"/>
                <a:gd name="T28" fmla="*/ 1628 w 1723"/>
                <a:gd name="T29" fmla="*/ 2165 h 2519"/>
                <a:gd name="T30" fmla="*/ 1723 w 1723"/>
                <a:gd name="T31" fmla="*/ 2230 h 2519"/>
                <a:gd name="T32" fmla="*/ 1714 w 1723"/>
                <a:gd name="T33" fmla="*/ 2268 h 2519"/>
                <a:gd name="T34" fmla="*/ 1708 w 1723"/>
                <a:gd name="T35" fmla="*/ 2294 h 2519"/>
                <a:gd name="T36" fmla="*/ 1706 w 1723"/>
                <a:gd name="T37" fmla="*/ 2304 h 2519"/>
                <a:gd name="T38" fmla="*/ 1659 w 1723"/>
                <a:gd name="T39" fmla="*/ 2513 h 2519"/>
                <a:gd name="T40" fmla="*/ 1530 w 1723"/>
                <a:gd name="T41" fmla="*/ 2519 h 2519"/>
                <a:gd name="T42" fmla="*/ 1338 w 1723"/>
                <a:gd name="T43" fmla="*/ 2506 h 2519"/>
                <a:gd name="T44" fmla="*/ 1154 w 1723"/>
                <a:gd name="T45" fmla="*/ 2468 h 2519"/>
                <a:gd name="T46" fmla="*/ 977 w 1723"/>
                <a:gd name="T47" fmla="*/ 2407 h 2519"/>
                <a:gd name="T48" fmla="*/ 810 w 1723"/>
                <a:gd name="T49" fmla="*/ 2325 h 2519"/>
                <a:gd name="T50" fmla="*/ 656 w 1723"/>
                <a:gd name="T51" fmla="*/ 2222 h 2519"/>
                <a:gd name="T52" fmla="*/ 514 w 1723"/>
                <a:gd name="T53" fmla="*/ 2101 h 2519"/>
                <a:gd name="T54" fmla="*/ 387 w 1723"/>
                <a:gd name="T55" fmla="*/ 1963 h 2519"/>
                <a:gd name="T56" fmla="*/ 274 w 1723"/>
                <a:gd name="T57" fmla="*/ 1809 h 2519"/>
                <a:gd name="T58" fmla="*/ 180 w 1723"/>
                <a:gd name="T59" fmla="*/ 1641 h 2519"/>
                <a:gd name="T60" fmla="*/ 103 w 1723"/>
                <a:gd name="T61" fmla="*/ 1461 h 2519"/>
                <a:gd name="T62" fmla="*/ 47 w 1723"/>
                <a:gd name="T63" fmla="*/ 1270 h 2519"/>
                <a:gd name="T64" fmla="*/ 12 w 1723"/>
                <a:gd name="T65" fmla="*/ 1070 h 2519"/>
                <a:gd name="T66" fmla="*/ 0 w 1723"/>
                <a:gd name="T67" fmla="*/ 862 h 2519"/>
                <a:gd name="T68" fmla="*/ 11 w 1723"/>
                <a:gd name="T69" fmla="*/ 662 h 2519"/>
                <a:gd name="T70" fmla="*/ 44 w 1723"/>
                <a:gd name="T71" fmla="*/ 470 h 2519"/>
                <a:gd name="T72" fmla="*/ 96 w 1723"/>
                <a:gd name="T73" fmla="*/ 285 h 2519"/>
                <a:gd name="T74" fmla="*/ 168 w 1723"/>
                <a:gd name="T75" fmla="*/ 111 h 2519"/>
                <a:gd name="T76" fmla="*/ 320 w 1723"/>
                <a:gd name="T77" fmla="*/ 0 h 2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23" h="2519">
                  <a:moveTo>
                    <a:pt x="320" y="0"/>
                  </a:moveTo>
                  <a:lnTo>
                    <a:pt x="210" y="95"/>
                  </a:lnTo>
                  <a:lnTo>
                    <a:pt x="296" y="157"/>
                  </a:lnTo>
                  <a:lnTo>
                    <a:pt x="468" y="157"/>
                  </a:lnTo>
                  <a:lnTo>
                    <a:pt x="724" y="107"/>
                  </a:lnTo>
                  <a:lnTo>
                    <a:pt x="884" y="389"/>
                  </a:lnTo>
                  <a:lnTo>
                    <a:pt x="884" y="655"/>
                  </a:lnTo>
                  <a:lnTo>
                    <a:pt x="1103" y="976"/>
                  </a:lnTo>
                  <a:lnTo>
                    <a:pt x="1141" y="976"/>
                  </a:lnTo>
                  <a:lnTo>
                    <a:pt x="1141" y="862"/>
                  </a:lnTo>
                  <a:lnTo>
                    <a:pt x="1225" y="1054"/>
                  </a:lnTo>
                  <a:lnTo>
                    <a:pt x="1389" y="1094"/>
                  </a:lnTo>
                  <a:lnTo>
                    <a:pt x="1365" y="1153"/>
                  </a:lnTo>
                  <a:lnTo>
                    <a:pt x="1344" y="1213"/>
                  </a:lnTo>
                  <a:lnTo>
                    <a:pt x="1328" y="1277"/>
                  </a:lnTo>
                  <a:lnTo>
                    <a:pt x="1316" y="1341"/>
                  </a:lnTo>
                  <a:lnTo>
                    <a:pt x="1309" y="1406"/>
                  </a:lnTo>
                  <a:lnTo>
                    <a:pt x="1307" y="1472"/>
                  </a:lnTo>
                  <a:lnTo>
                    <a:pt x="1309" y="1542"/>
                  </a:lnTo>
                  <a:lnTo>
                    <a:pt x="1317" y="1609"/>
                  </a:lnTo>
                  <a:lnTo>
                    <a:pt x="1329" y="1676"/>
                  </a:lnTo>
                  <a:lnTo>
                    <a:pt x="1346" y="1741"/>
                  </a:lnTo>
                  <a:lnTo>
                    <a:pt x="1368" y="1803"/>
                  </a:lnTo>
                  <a:lnTo>
                    <a:pt x="1394" y="1865"/>
                  </a:lnTo>
                  <a:lnTo>
                    <a:pt x="1424" y="1923"/>
                  </a:lnTo>
                  <a:lnTo>
                    <a:pt x="1459" y="1979"/>
                  </a:lnTo>
                  <a:lnTo>
                    <a:pt x="1498" y="2032"/>
                  </a:lnTo>
                  <a:lnTo>
                    <a:pt x="1541" y="2083"/>
                  </a:lnTo>
                  <a:lnTo>
                    <a:pt x="1583" y="2126"/>
                  </a:lnTo>
                  <a:lnTo>
                    <a:pt x="1628" y="2165"/>
                  </a:lnTo>
                  <a:lnTo>
                    <a:pt x="1675" y="2200"/>
                  </a:lnTo>
                  <a:lnTo>
                    <a:pt x="1723" y="2230"/>
                  </a:lnTo>
                  <a:lnTo>
                    <a:pt x="1718" y="2251"/>
                  </a:lnTo>
                  <a:lnTo>
                    <a:pt x="1714" y="2268"/>
                  </a:lnTo>
                  <a:lnTo>
                    <a:pt x="1711" y="2283"/>
                  </a:lnTo>
                  <a:lnTo>
                    <a:pt x="1708" y="2294"/>
                  </a:lnTo>
                  <a:lnTo>
                    <a:pt x="1706" y="2302"/>
                  </a:lnTo>
                  <a:lnTo>
                    <a:pt x="1706" y="2304"/>
                  </a:lnTo>
                  <a:lnTo>
                    <a:pt x="1722" y="2505"/>
                  </a:lnTo>
                  <a:lnTo>
                    <a:pt x="1659" y="2513"/>
                  </a:lnTo>
                  <a:lnTo>
                    <a:pt x="1594" y="2517"/>
                  </a:lnTo>
                  <a:lnTo>
                    <a:pt x="1530" y="2519"/>
                  </a:lnTo>
                  <a:lnTo>
                    <a:pt x="1433" y="2516"/>
                  </a:lnTo>
                  <a:lnTo>
                    <a:pt x="1338" y="2506"/>
                  </a:lnTo>
                  <a:lnTo>
                    <a:pt x="1245" y="2490"/>
                  </a:lnTo>
                  <a:lnTo>
                    <a:pt x="1154" y="2468"/>
                  </a:lnTo>
                  <a:lnTo>
                    <a:pt x="1064" y="2441"/>
                  </a:lnTo>
                  <a:lnTo>
                    <a:pt x="977" y="2407"/>
                  </a:lnTo>
                  <a:lnTo>
                    <a:pt x="893" y="2369"/>
                  </a:lnTo>
                  <a:lnTo>
                    <a:pt x="810" y="2325"/>
                  </a:lnTo>
                  <a:lnTo>
                    <a:pt x="732" y="2276"/>
                  </a:lnTo>
                  <a:lnTo>
                    <a:pt x="656" y="2222"/>
                  </a:lnTo>
                  <a:lnTo>
                    <a:pt x="583" y="2164"/>
                  </a:lnTo>
                  <a:lnTo>
                    <a:pt x="514" y="2101"/>
                  </a:lnTo>
                  <a:lnTo>
                    <a:pt x="448" y="2034"/>
                  </a:lnTo>
                  <a:lnTo>
                    <a:pt x="387" y="1963"/>
                  </a:lnTo>
                  <a:lnTo>
                    <a:pt x="328" y="1888"/>
                  </a:lnTo>
                  <a:lnTo>
                    <a:pt x="274" y="1809"/>
                  </a:lnTo>
                  <a:lnTo>
                    <a:pt x="225" y="1727"/>
                  </a:lnTo>
                  <a:lnTo>
                    <a:pt x="180" y="1641"/>
                  </a:lnTo>
                  <a:lnTo>
                    <a:pt x="139" y="1553"/>
                  </a:lnTo>
                  <a:lnTo>
                    <a:pt x="103" y="1461"/>
                  </a:lnTo>
                  <a:lnTo>
                    <a:pt x="72" y="1367"/>
                  </a:lnTo>
                  <a:lnTo>
                    <a:pt x="47" y="1270"/>
                  </a:lnTo>
                  <a:lnTo>
                    <a:pt x="27" y="1171"/>
                  </a:lnTo>
                  <a:lnTo>
                    <a:pt x="12" y="1070"/>
                  </a:lnTo>
                  <a:lnTo>
                    <a:pt x="3" y="968"/>
                  </a:lnTo>
                  <a:lnTo>
                    <a:pt x="0" y="862"/>
                  </a:lnTo>
                  <a:lnTo>
                    <a:pt x="3" y="761"/>
                  </a:lnTo>
                  <a:lnTo>
                    <a:pt x="11" y="662"/>
                  </a:lnTo>
                  <a:lnTo>
                    <a:pt x="25" y="565"/>
                  </a:lnTo>
                  <a:lnTo>
                    <a:pt x="44" y="470"/>
                  </a:lnTo>
                  <a:lnTo>
                    <a:pt x="68" y="376"/>
                  </a:lnTo>
                  <a:lnTo>
                    <a:pt x="96" y="285"/>
                  </a:lnTo>
                  <a:lnTo>
                    <a:pt x="131" y="197"/>
                  </a:lnTo>
                  <a:lnTo>
                    <a:pt x="168" y="111"/>
                  </a:lnTo>
                  <a:lnTo>
                    <a:pt x="210" y="27"/>
                  </a:lnTo>
                  <a:lnTo>
                    <a:pt x="3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2" name="Freeform 295">
              <a:extLst>
                <a:ext uri="{FF2B5EF4-FFF2-40B4-BE49-F238E27FC236}">
                  <a16:creationId xmlns:a16="http://schemas.microsoft.com/office/drawing/2014/main" id="{9C06D900-063A-4FEA-BFC3-70E1C1DA67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8425" y="4291013"/>
              <a:ext cx="263525" cy="79375"/>
            </a:xfrm>
            <a:custGeom>
              <a:avLst/>
              <a:gdLst>
                <a:gd name="T0" fmla="*/ 782 w 1831"/>
                <a:gd name="T1" fmla="*/ 179 h 603"/>
                <a:gd name="T2" fmla="*/ 779 w 1831"/>
                <a:gd name="T3" fmla="*/ 185 h 603"/>
                <a:gd name="T4" fmla="*/ 773 w 1831"/>
                <a:gd name="T5" fmla="*/ 194 h 603"/>
                <a:gd name="T6" fmla="*/ 763 w 1831"/>
                <a:gd name="T7" fmla="*/ 204 h 603"/>
                <a:gd name="T8" fmla="*/ 750 w 1831"/>
                <a:gd name="T9" fmla="*/ 214 h 603"/>
                <a:gd name="T10" fmla="*/ 737 w 1831"/>
                <a:gd name="T11" fmla="*/ 225 h 603"/>
                <a:gd name="T12" fmla="*/ 724 w 1831"/>
                <a:gd name="T13" fmla="*/ 235 h 603"/>
                <a:gd name="T14" fmla="*/ 711 w 1831"/>
                <a:gd name="T15" fmla="*/ 246 h 603"/>
                <a:gd name="T16" fmla="*/ 699 w 1831"/>
                <a:gd name="T17" fmla="*/ 254 h 603"/>
                <a:gd name="T18" fmla="*/ 690 w 1831"/>
                <a:gd name="T19" fmla="*/ 261 h 603"/>
                <a:gd name="T20" fmla="*/ 683 w 1831"/>
                <a:gd name="T21" fmla="*/ 266 h 603"/>
                <a:gd name="T22" fmla="*/ 681 w 1831"/>
                <a:gd name="T23" fmla="*/ 267 h 603"/>
                <a:gd name="T24" fmla="*/ 782 w 1831"/>
                <a:gd name="T25" fmla="*/ 331 h 603"/>
                <a:gd name="T26" fmla="*/ 990 w 1831"/>
                <a:gd name="T27" fmla="*/ 271 h 603"/>
                <a:gd name="T28" fmla="*/ 941 w 1831"/>
                <a:gd name="T29" fmla="*/ 179 h 603"/>
                <a:gd name="T30" fmla="*/ 851 w 1831"/>
                <a:gd name="T31" fmla="*/ 210 h 603"/>
                <a:gd name="T32" fmla="*/ 782 w 1831"/>
                <a:gd name="T33" fmla="*/ 179 h 603"/>
                <a:gd name="T34" fmla="*/ 1401 w 1831"/>
                <a:gd name="T35" fmla="*/ 72 h 603"/>
                <a:gd name="T36" fmla="*/ 1244 w 1831"/>
                <a:gd name="T37" fmla="*/ 166 h 603"/>
                <a:gd name="T38" fmla="*/ 1155 w 1831"/>
                <a:gd name="T39" fmla="*/ 226 h 603"/>
                <a:gd name="T40" fmla="*/ 1217 w 1831"/>
                <a:gd name="T41" fmla="*/ 270 h 603"/>
                <a:gd name="T42" fmla="*/ 1356 w 1831"/>
                <a:gd name="T43" fmla="*/ 255 h 603"/>
                <a:gd name="T44" fmla="*/ 1502 w 1831"/>
                <a:gd name="T45" fmla="*/ 135 h 603"/>
                <a:gd name="T46" fmla="*/ 1401 w 1831"/>
                <a:gd name="T47" fmla="*/ 72 h 603"/>
                <a:gd name="T48" fmla="*/ 1180 w 1831"/>
                <a:gd name="T49" fmla="*/ 0 h 603"/>
                <a:gd name="T50" fmla="*/ 1180 w 1831"/>
                <a:gd name="T51" fmla="*/ 0 h 603"/>
                <a:gd name="T52" fmla="*/ 1267 w 1831"/>
                <a:gd name="T53" fmla="*/ 4 h 603"/>
                <a:gd name="T54" fmla="*/ 1352 w 1831"/>
                <a:gd name="T55" fmla="*/ 11 h 603"/>
                <a:gd name="T56" fmla="*/ 1436 w 1831"/>
                <a:gd name="T57" fmla="*/ 24 h 603"/>
                <a:gd name="T58" fmla="*/ 1519 w 1831"/>
                <a:gd name="T59" fmla="*/ 43 h 603"/>
                <a:gd name="T60" fmla="*/ 1600 w 1831"/>
                <a:gd name="T61" fmla="*/ 66 h 603"/>
                <a:gd name="T62" fmla="*/ 1679 w 1831"/>
                <a:gd name="T63" fmla="*/ 93 h 603"/>
                <a:gd name="T64" fmla="*/ 1756 w 1831"/>
                <a:gd name="T65" fmla="*/ 124 h 603"/>
                <a:gd name="T66" fmla="*/ 1831 w 1831"/>
                <a:gd name="T67" fmla="*/ 160 h 603"/>
                <a:gd name="T68" fmla="*/ 1776 w 1831"/>
                <a:gd name="T69" fmla="*/ 169 h 603"/>
                <a:gd name="T70" fmla="*/ 1626 w 1831"/>
                <a:gd name="T71" fmla="*/ 145 h 603"/>
                <a:gd name="T72" fmla="*/ 1521 w 1831"/>
                <a:gd name="T73" fmla="*/ 221 h 603"/>
                <a:gd name="T74" fmla="*/ 1445 w 1831"/>
                <a:gd name="T75" fmla="*/ 311 h 603"/>
                <a:gd name="T76" fmla="*/ 1171 w 1831"/>
                <a:gd name="T77" fmla="*/ 338 h 603"/>
                <a:gd name="T78" fmla="*/ 1059 w 1831"/>
                <a:gd name="T79" fmla="*/ 319 h 603"/>
                <a:gd name="T80" fmla="*/ 981 w 1831"/>
                <a:gd name="T81" fmla="*/ 449 h 603"/>
                <a:gd name="T82" fmla="*/ 757 w 1831"/>
                <a:gd name="T83" fmla="*/ 463 h 603"/>
                <a:gd name="T84" fmla="*/ 616 w 1831"/>
                <a:gd name="T85" fmla="*/ 420 h 603"/>
                <a:gd name="T86" fmla="*/ 490 w 1831"/>
                <a:gd name="T87" fmla="*/ 494 h 603"/>
                <a:gd name="T88" fmla="*/ 218 w 1831"/>
                <a:gd name="T89" fmla="*/ 535 h 603"/>
                <a:gd name="T90" fmla="*/ 0 w 1831"/>
                <a:gd name="T91" fmla="*/ 603 h 603"/>
                <a:gd name="T92" fmla="*/ 0 w 1831"/>
                <a:gd name="T93" fmla="*/ 603 h 603"/>
                <a:gd name="T94" fmla="*/ 58 w 1831"/>
                <a:gd name="T95" fmla="*/ 531 h 603"/>
                <a:gd name="T96" fmla="*/ 120 w 1831"/>
                <a:gd name="T97" fmla="*/ 463 h 603"/>
                <a:gd name="T98" fmla="*/ 185 w 1831"/>
                <a:gd name="T99" fmla="*/ 399 h 603"/>
                <a:gd name="T100" fmla="*/ 253 w 1831"/>
                <a:gd name="T101" fmla="*/ 338 h 603"/>
                <a:gd name="T102" fmla="*/ 325 w 1831"/>
                <a:gd name="T103" fmla="*/ 283 h 603"/>
                <a:gd name="T104" fmla="*/ 400 w 1831"/>
                <a:gd name="T105" fmla="*/ 232 h 603"/>
                <a:gd name="T106" fmla="*/ 477 w 1831"/>
                <a:gd name="T107" fmla="*/ 185 h 603"/>
                <a:gd name="T108" fmla="*/ 558 w 1831"/>
                <a:gd name="T109" fmla="*/ 144 h 603"/>
                <a:gd name="T110" fmla="*/ 640 w 1831"/>
                <a:gd name="T111" fmla="*/ 107 h 603"/>
                <a:gd name="T112" fmla="*/ 725 w 1831"/>
                <a:gd name="T113" fmla="*/ 75 h 603"/>
                <a:gd name="T114" fmla="*/ 813 w 1831"/>
                <a:gd name="T115" fmla="*/ 49 h 603"/>
                <a:gd name="T116" fmla="*/ 902 w 1831"/>
                <a:gd name="T117" fmla="*/ 27 h 603"/>
                <a:gd name="T118" fmla="*/ 992 w 1831"/>
                <a:gd name="T119" fmla="*/ 13 h 603"/>
                <a:gd name="T120" fmla="*/ 1086 w 1831"/>
                <a:gd name="T121" fmla="*/ 4 h 603"/>
                <a:gd name="T122" fmla="*/ 1180 w 1831"/>
                <a:gd name="T123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31" h="603">
                  <a:moveTo>
                    <a:pt x="782" y="179"/>
                  </a:moveTo>
                  <a:lnTo>
                    <a:pt x="779" y="185"/>
                  </a:lnTo>
                  <a:lnTo>
                    <a:pt x="773" y="194"/>
                  </a:lnTo>
                  <a:lnTo>
                    <a:pt x="763" y="204"/>
                  </a:lnTo>
                  <a:lnTo>
                    <a:pt x="750" y="214"/>
                  </a:lnTo>
                  <a:lnTo>
                    <a:pt x="737" y="225"/>
                  </a:lnTo>
                  <a:lnTo>
                    <a:pt x="724" y="235"/>
                  </a:lnTo>
                  <a:lnTo>
                    <a:pt x="711" y="246"/>
                  </a:lnTo>
                  <a:lnTo>
                    <a:pt x="699" y="254"/>
                  </a:lnTo>
                  <a:lnTo>
                    <a:pt x="690" y="261"/>
                  </a:lnTo>
                  <a:lnTo>
                    <a:pt x="683" y="266"/>
                  </a:lnTo>
                  <a:lnTo>
                    <a:pt x="681" y="267"/>
                  </a:lnTo>
                  <a:lnTo>
                    <a:pt x="782" y="331"/>
                  </a:lnTo>
                  <a:lnTo>
                    <a:pt x="990" y="271"/>
                  </a:lnTo>
                  <a:lnTo>
                    <a:pt x="941" y="179"/>
                  </a:lnTo>
                  <a:lnTo>
                    <a:pt x="851" y="210"/>
                  </a:lnTo>
                  <a:lnTo>
                    <a:pt x="782" y="179"/>
                  </a:lnTo>
                  <a:close/>
                  <a:moveTo>
                    <a:pt x="1401" y="72"/>
                  </a:moveTo>
                  <a:lnTo>
                    <a:pt x="1244" y="166"/>
                  </a:lnTo>
                  <a:lnTo>
                    <a:pt x="1155" y="226"/>
                  </a:lnTo>
                  <a:lnTo>
                    <a:pt x="1217" y="270"/>
                  </a:lnTo>
                  <a:lnTo>
                    <a:pt x="1356" y="255"/>
                  </a:lnTo>
                  <a:lnTo>
                    <a:pt x="1502" y="135"/>
                  </a:lnTo>
                  <a:lnTo>
                    <a:pt x="1401" y="72"/>
                  </a:lnTo>
                  <a:close/>
                  <a:moveTo>
                    <a:pt x="1180" y="0"/>
                  </a:moveTo>
                  <a:lnTo>
                    <a:pt x="1180" y="0"/>
                  </a:lnTo>
                  <a:lnTo>
                    <a:pt x="1267" y="4"/>
                  </a:lnTo>
                  <a:lnTo>
                    <a:pt x="1352" y="11"/>
                  </a:lnTo>
                  <a:lnTo>
                    <a:pt x="1436" y="24"/>
                  </a:lnTo>
                  <a:lnTo>
                    <a:pt x="1519" y="43"/>
                  </a:lnTo>
                  <a:lnTo>
                    <a:pt x="1600" y="66"/>
                  </a:lnTo>
                  <a:lnTo>
                    <a:pt x="1679" y="93"/>
                  </a:lnTo>
                  <a:lnTo>
                    <a:pt x="1756" y="124"/>
                  </a:lnTo>
                  <a:lnTo>
                    <a:pt x="1831" y="160"/>
                  </a:lnTo>
                  <a:lnTo>
                    <a:pt x="1776" y="169"/>
                  </a:lnTo>
                  <a:lnTo>
                    <a:pt x="1626" y="145"/>
                  </a:lnTo>
                  <a:lnTo>
                    <a:pt x="1521" y="221"/>
                  </a:lnTo>
                  <a:lnTo>
                    <a:pt x="1445" y="311"/>
                  </a:lnTo>
                  <a:lnTo>
                    <a:pt x="1171" y="338"/>
                  </a:lnTo>
                  <a:lnTo>
                    <a:pt x="1059" y="319"/>
                  </a:lnTo>
                  <a:lnTo>
                    <a:pt x="981" y="449"/>
                  </a:lnTo>
                  <a:lnTo>
                    <a:pt x="757" y="463"/>
                  </a:lnTo>
                  <a:lnTo>
                    <a:pt x="616" y="420"/>
                  </a:lnTo>
                  <a:lnTo>
                    <a:pt x="490" y="494"/>
                  </a:lnTo>
                  <a:lnTo>
                    <a:pt x="218" y="535"/>
                  </a:lnTo>
                  <a:lnTo>
                    <a:pt x="0" y="603"/>
                  </a:lnTo>
                  <a:lnTo>
                    <a:pt x="0" y="603"/>
                  </a:lnTo>
                  <a:lnTo>
                    <a:pt x="58" y="531"/>
                  </a:lnTo>
                  <a:lnTo>
                    <a:pt x="120" y="463"/>
                  </a:lnTo>
                  <a:lnTo>
                    <a:pt x="185" y="399"/>
                  </a:lnTo>
                  <a:lnTo>
                    <a:pt x="253" y="338"/>
                  </a:lnTo>
                  <a:lnTo>
                    <a:pt x="325" y="283"/>
                  </a:lnTo>
                  <a:lnTo>
                    <a:pt x="400" y="232"/>
                  </a:lnTo>
                  <a:lnTo>
                    <a:pt x="477" y="185"/>
                  </a:lnTo>
                  <a:lnTo>
                    <a:pt x="558" y="144"/>
                  </a:lnTo>
                  <a:lnTo>
                    <a:pt x="640" y="107"/>
                  </a:lnTo>
                  <a:lnTo>
                    <a:pt x="725" y="75"/>
                  </a:lnTo>
                  <a:lnTo>
                    <a:pt x="813" y="49"/>
                  </a:lnTo>
                  <a:lnTo>
                    <a:pt x="902" y="27"/>
                  </a:lnTo>
                  <a:lnTo>
                    <a:pt x="992" y="13"/>
                  </a:lnTo>
                  <a:lnTo>
                    <a:pt x="1086" y="4"/>
                  </a:lnTo>
                  <a:lnTo>
                    <a:pt x="11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6" name="Freeform 121">
            <a:extLst>
              <a:ext uri="{FF2B5EF4-FFF2-40B4-BE49-F238E27FC236}">
                <a16:creationId xmlns:a16="http://schemas.microsoft.com/office/drawing/2014/main" id="{BCB9B2BA-7DB4-44D0-B395-79CE8311F973}"/>
              </a:ext>
            </a:extLst>
          </p:cNvPr>
          <p:cNvSpPr>
            <a:spLocks noEditPoints="1"/>
          </p:cNvSpPr>
          <p:nvPr/>
        </p:nvSpPr>
        <p:spPr bwMode="auto">
          <a:xfrm>
            <a:off x="7709271" y="3714383"/>
            <a:ext cx="361628" cy="424750"/>
          </a:xfrm>
          <a:custGeom>
            <a:avLst/>
            <a:gdLst>
              <a:gd name="T0" fmla="*/ 318 w 3028"/>
              <a:gd name="T1" fmla="*/ 551 h 3550"/>
              <a:gd name="T2" fmla="*/ 308 w 3028"/>
              <a:gd name="T3" fmla="*/ 651 h 3550"/>
              <a:gd name="T4" fmla="*/ 294 w 3028"/>
              <a:gd name="T5" fmla="*/ 832 h 3550"/>
              <a:gd name="T6" fmla="*/ 289 w 3028"/>
              <a:gd name="T7" fmla="*/ 1076 h 3550"/>
              <a:gd name="T8" fmla="*/ 303 w 3028"/>
              <a:gd name="T9" fmla="*/ 1361 h 3550"/>
              <a:gd name="T10" fmla="*/ 346 w 3028"/>
              <a:gd name="T11" fmla="*/ 1668 h 3550"/>
              <a:gd name="T12" fmla="*/ 1517 w 3028"/>
              <a:gd name="T13" fmla="*/ 3168 h 3550"/>
              <a:gd name="T14" fmla="*/ 1575 w 3028"/>
              <a:gd name="T15" fmla="*/ 3131 h 3550"/>
              <a:gd name="T16" fmla="*/ 1694 w 3028"/>
              <a:gd name="T17" fmla="*/ 3048 h 3550"/>
              <a:gd name="T18" fmla="*/ 1855 w 3028"/>
              <a:gd name="T19" fmla="*/ 2924 h 3550"/>
              <a:gd name="T20" fmla="*/ 2040 w 3028"/>
              <a:gd name="T21" fmla="*/ 2763 h 3550"/>
              <a:gd name="T22" fmla="*/ 2229 w 3028"/>
              <a:gd name="T23" fmla="*/ 2572 h 3550"/>
              <a:gd name="T24" fmla="*/ 2405 w 3028"/>
              <a:gd name="T25" fmla="*/ 2354 h 3550"/>
              <a:gd name="T26" fmla="*/ 2546 w 3028"/>
              <a:gd name="T27" fmla="*/ 2115 h 3550"/>
              <a:gd name="T28" fmla="*/ 2646 w 3028"/>
              <a:gd name="T29" fmla="*/ 1828 h 3550"/>
              <a:gd name="T30" fmla="*/ 1514 w 3028"/>
              <a:gd name="T31" fmla="*/ 0 h 3550"/>
              <a:gd name="T32" fmla="*/ 2939 w 3028"/>
              <a:gd name="T33" fmla="*/ 262 h 3550"/>
              <a:gd name="T34" fmla="*/ 2990 w 3028"/>
              <a:gd name="T35" fmla="*/ 329 h 3550"/>
              <a:gd name="T36" fmla="*/ 2999 w 3028"/>
              <a:gd name="T37" fmla="*/ 402 h 3550"/>
              <a:gd name="T38" fmla="*/ 3015 w 3028"/>
              <a:gd name="T39" fmla="*/ 571 h 3550"/>
              <a:gd name="T40" fmla="*/ 3027 w 3028"/>
              <a:gd name="T41" fmla="*/ 817 h 3550"/>
              <a:gd name="T42" fmla="*/ 3025 w 3028"/>
              <a:gd name="T43" fmla="*/ 1120 h 3550"/>
              <a:gd name="T44" fmla="*/ 2998 w 3028"/>
              <a:gd name="T45" fmla="*/ 1462 h 3550"/>
              <a:gd name="T46" fmla="*/ 2935 w 3028"/>
              <a:gd name="T47" fmla="*/ 1820 h 3550"/>
              <a:gd name="T48" fmla="*/ 2831 w 3028"/>
              <a:gd name="T49" fmla="*/ 2163 h 3550"/>
              <a:gd name="T50" fmla="*/ 2690 w 3028"/>
              <a:gd name="T51" fmla="*/ 2442 h 3550"/>
              <a:gd name="T52" fmla="*/ 2510 w 3028"/>
              <a:gd name="T53" fmla="*/ 2699 h 3550"/>
              <a:gd name="T54" fmla="*/ 2306 w 3028"/>
              <a:gd name="T55" fmla="*/ 2930 h 3550"/>
              <a:gd name="T56" fmla="*/ 2097 w 3028"/>
              <a:gd name="T57" fmla="*/ 3130 h 3550"/>
              <a:gd name="T58" fmla="*/ 1900 w 3028"/>
              <a:gd name="T59" fmla="*/ 3295 h 3550"/>
              <a:gd name="T60" fmla="*/ 1734 w 3028"/>
              <a:gd name="T61" fmla="*/ 3420 h 3550"/>
              <a:gd name="T62" fmla="*/ 1615 w 3028"/>
              <a:gd name="T63" fmla="*/ 3502 h 3550"/>
              <a:gd name="T64" fmla="*/ 1562 w 3028"/>
              <a:gd name="T65" fmla="*/ 3537 h 3550"/>
              <a:gd name="T66" fmla="*/ 1497 w 3028"/>
              <a:gd name="T67" fmla="*/ 3549 h 3550"/>
              <a:gd name="T68" fmla="*/ 1449 w 3028"/>
              <a:gd name="T69" fmla="*/ 3526 h 3550"/>
              <a:gd name="T70" fmla="*/ 1360 w 3028"/>
              <a:gd name="T71" fmla="*/ 3467 h 3550"/>
              <a:gd name="T72" fmla="*/ 1216 w 3028"/>
              <a:gd name="T73" fmla="*/ 3362 h 3550"/>
              <a:gd name="T74" fmla="*/ 1032 w 3028"/>
              <a:gd name="T75" fmla="*/ 3217 h 3550"/>
              <a:gd name="T76" fmla="*/ 827 w 3028"/>
              <a:gd name="T77" fmla="*/ 3034 h 3550"/>
              <a:gd name="T78" fmla="*/ 619 w 3028"/>
              <a:gd name="T79" fmla="*/ 2818 h 3550"/>
              <a:gd name="T80" fmla="*/ 425 w 3028"/>
              <a:gd name="T81" fmla="*/ 2573 h 3550"/>
              <a:gd name="T82" fmla="*/ 262 w 3028"/>
              <a:gd name="T83" fmla="*/ 2305 h 3550"/>
              <a:gd name="T84" fmla="*/ 141 w 3028"/>
              <a:gd name="T85" fmla="*/ 2001 h 3550"/>
              <a:gd name="T86" fmla="*/ 57 w 3028"/>
              <a:gd name="T87" fmla="*/ 1640 h 3550"/>
              <a:gd name="T88" fmla="*/ 13 w 3028"/>
              <a:gd name="T89" fmla="*/ 1287 h 3550"/>
              <a:gd name="T90" fmla="*/ 0 w 3028"/>
              <a:gd name="T91" fmla="*/ 963 h 3550"/>
              <a:gd name="T92" fmla="*/ 7 w 3028"/>
              <a:gd name="T93" fmla="*/ 686 h 3550"/>
              <a:gd name="T94" fmla="*/ 22 w 3028"/>
              <a:gd name="T95" fmla="*/ 476 h 3550"/>
              <a:gd name="T96" fmla="*/ 35 w 3028"/>
              <a:gd name="T97" fmla="*/ 352 h 3550"/>
              <a:gd name="T98" fmla="*/ 56 w 3028"/>
              <a:gd name="T99" fmla="*/ 289 h 3550"/>
              <a:gd name="T100" fmla="*/ 1498 w 3028"/>
              <a:gd name="T101" fmla="*/ 1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028" h="3550">
                <a:moveTo>
                  <a:pt x="1515" y="324"/>
                </a:moveTo>
                <a:lnTo>
                  <a:pt x="321" y="538"/>
                </a:lnTo>
                <a:lnTo>
                  <a:pt x="321" y="541"/>
                </a:lnTo>
                <a:lnTo>
                  <a:pt x="318" y="551"/>
                </a:lnTo>
                <a:lnTo>
                  <a:pt x="316" y="567"/>
                </a:lnTo>
                <a:lnTo>
                  <a:pt x="314" y="590"/>
                </a:lnTo>
                <a:lnTo>
                  <a:pt x="311" y="618"/>
                </a:lnTo>
                <a:lnTo>
                  <a:pt x="308" y="651"/>
                </a:lnTo>
                <a:lnTo>
                  <a:pt x="304" y="690"/>
                </a:lnTo>
                <a:lnTo>
                  <a:pt x="300" y="734"/>
                </a:lnTo>
                <a:lnTo>
                  <a:pt x="297" y="781"/>
                </a:lnTo>
                <a:lnTo>
                  <a:pt x="294" y="832"/>
                </a:lnTo>
                <a:lnTo>
                  <a:pt x="291" y="889"/>
                </a:lnTo>
                <a:lnTo>
                  <a:pt x="290" y="948"/>
                </a:lnTo>
                <a:lnTo>
                  <a:pt x="289" y="1011"/>
                </a:lnTo>
                <a:lnTo>
                  <a:pt x="289" y="1076"/>
                </a:lnTo>
                <a:lnTo>
                  <a:pt x="290" y="1144"/>
                </a:lnTo>
                <a:lnTo>
                  <a:pt x="293" y="1214"/>
                </a:lnTo>
                <a:lnTo>
                  <a:pt x="297" y="1287"/>
                </a:lnTo>
                <a:lnTo>
                  <a:pt x="303" y="1361"/>
                </a:lnTo>
                <a:lnTo>
                  <a:pt x="311" y="1437"/>
                </a:lnTo>
                <a:lnTo>
                  <a:pt x="320" y="1513"/>
                </a:lnTo>
                <a:lnTo>
                  <a:pt x="332" y="1591"/>
                </a:lnTo>
                <a:lnTo>
                  <a:pt x="346" y="1668"/>
                </a:lnTo>
                <a:lnTo>
                  <a:pt x="362" y="1746"/>
                </a:lnTo>
                <a:lnTo>
                  <a:pt x="1515" y="1746"/>
                </a:lnTo>
                <a:lnTo>
                  <a:pt x="1515" y="3170"/>
                </a:lnTo>
                <a:lnTo>
                  <a:pt x="1517" y="3168"/>
                </a:lnTo>
                <a:lnTo>
                  <a:pt x="1525" y="3163"/>
                </a:lnTo>
                <a:lnTo>
                  <a:pt x="1537" y="3156"/>
                </a:lnTo>
                <a:lnTo>
                  <a:pt x="1554" y="3145"/>
                </a:lnTo>
                <a:lnTo>
                  <a:pt x="1575" y="3131"/>
                </a:lnTo>
                <a:lnTo>
                  <a:pt x="1599" y="3114"/>
                </a:lnTo>
                <a:lnTo>
                  <a:pt x="1627" y="3095"/>
                </a:lnTo>
                <a:lnTo>
                  <a:pt x="1659" y="3072"/>
                </a:lnTo>
                <a:lnTo>
                  <a:pt x="1694" y="3048"/>
                </a:lnTo>
                <a:lnTo>
                  <a:pt x="1731" y="3020"/>
                </a:lnTo>
                <a:lnTo>
                  <a:pt x="1771" y="2991"/>
                </a:lnTo>
                <a:lnTo>
                  <a:pt x="1812" y="2958"/>
                </a:lnTo>
                <a:lnTo>
                  <a:pt x="1855" y="2924"/>
                </a:lnTo>
                <a:lnTo>
                  <a:pt x="1900" y="2887"/>
                </a:lnTo>
                <a:lnTo>
                  <a:pt x="1946" y="2848"/>
                </a:lnTo>
                <a:lnTo>
                  <a:pt x="1993" y="2807"/>
                </a:lnTo>
                <a:lnTo>
                  <a:pt x="2040" y="2763"/>
                </a:lnTo>
                <a:lnTo>
                  <a:pt x="2088" y="2719"/>
                </a:lnTo>
                <a:lnTo>
                  <a:pt x="2135" y="2672"/>
                </a:lnTo>
                <a:lnTo>
                  <a:pt x="2183" y="2623"/>
                </a:lnTo>
                <a:lnTo>
                  <a:pt x="2229" y="2572"/>
                </a:lnTo>
                <a:lnTo>
                  <a:pt x="2275" y="2520"/>
                </a:lnTo>
                <a:lnTo>
                  <a:pt x="2320" y="2467"/>
                </a:lnTo>
                <a:lnTo>
                  <a:pt x="2363" y="2411"/>
                </a:lnTo>
                <a:lnTo>
                  <a:pt x="2405" y="2354"/>
                </a:lnTo>
                <a:lnTo>
                  <a:pt x="2444" y="2296"/>
                </a:lnTo>
                <a:lnTo>
                  <a:pt x="2481" y="2236"/>
                </a:lnTo>
                <a:lnTo>
                  <a:pt x="2515" y="2177"/>
                </a:lnTo>
                <a:lnTo>
                  <a:pt x="2546" y="2115"/>
                </a:lnTo>
                <a:lnTo>
                  <a:pt x="2574" y="2052"/>
                </a:lnTo>
                <a:lnTo>
                  <a:pt x="2598" y="1988"/>
                </a:lnTo>
                <a:lnTo>
                  <a:pt x="2623" y="1908"/>
                </a:lnTo>
                <a:lnTo>
                  <a:pt x="2646" y="1828"/>
                </a:lnTo>
                <a:lnTo>
                  <a:pt x="2666" y="1746"/>
                </a:lnTo>
                <a:lnTo>
                  <a:pt x="1515" y="1746"/>
                </a:lnTo>
                <a:lnTo>
                  <a:pt x="1515" y="324"/>
                </a:lnTo>
                <a:close/>
                <a:moveTo>
                  <a:pt x="1514" y="0"/>
                </a:moveTo>
                <a:lnTo>
                  <a:pt x="1515" y="0"/>
                </a:lnTo>
                <a:lnTo>
                  <a:pt x="1531" y="1"/>
                </a:lnTo>
                <a:lnTo>
                  <a:pt x="2917" y="255"/>
                </a:lnTo>
                <a:lnTo>
                  <a:pt x="2939" y="262"/>
                </a:lnTo>
                <a:lnTo>
                  <a:pt x="2957" y="273"/>
                </a:lnTo>
                <a:lnTo>
                  <a:pt x="2973" y="289"/>
                </a:lnTo>
                <a:lnTo>
                  <a:pt x="2984" y="308"/>
                </a:lnTo>
                <a:lnTo>
                  <a:pt x="2990" y="329"/>
                </a:lnTo>
                <a:lnTo>
                  <a:pt x="2991" y="338"/>
                </a:lnTo>
                <a:lnTo>
                  <a:pt x="2993" y="352"/>
                </a:lnTo>
                <a:lnTo>
                  <a:pt x="2996" y="374"/>
                </a:lnTo>
                <a:lnTo>
                  <a:pt x="2999" y="402"/>
                </a:lnTo>
                <a:lnTo>
                  <a:pt x="3003" y="436"/>
                </a:lnTo>
                <a:lnTo>
                  <a:pt x="3008" y="476"/>
                </a:lnTo>
                <a:lnTo>
                  <a:pt x="3011" y="521"/>
                </a:lnTo>
                <a:lnTo>
                  <a:pt x="3015" y="571"/>
                </a:lnTo>
                <a:lnTo>
                  <a:pt x="3019" y="626"/>
                </a:lnTo>
                <a:lnTo>
                  <a:pt x="3023" y="686"/>
                </a:lnTo>
                <a:lnTo>
                  <a:pt x="3025" y="749"/>
                </a:lnTo>
                <a:lnTo>
                  <a:pt x="3027" y="817"/>
                </a:lnTo>
                <a:lnTo>
                  <a:pt x="3028" y="888"/>
                </a:lnTo>
                <a:lnTo>
                  <a:pt x="3028" y="963"/>
                </a:lnTo>
                <a:lnTo>
                  <a:pt x="3027" y="1040"/>
                </a:lnTo>
                <a:lnTo>
                  <a:pt x="3025" y="1120"/>
                </a:lnTo>
                <a:lnTo>
                  <a:pt x="3021" y="1203"/>
                </a:lnTo>
                <a:lnTo>
                  <a:pt x="3015" y="1287"/>
                </a:lnTo>
                <a:lnTo>
                  <a:pt x="3008" y="1374"/>
                </a:lnTo>
                <a:lnTo>
                  <a:pt x="2998" y="1462"/>
                </a:lnTo>
                <a:lnTo>
                  <a:pt x="2986" y="1550"/>
                </a:lnTo>
                <a:lnTo>
                  <a:pt x="2971" y="1640"/>
                </a:lnTo>
                <a:lnTo>
                  <a:pt x="2955" y="1730"/>
                </a:lnTo>
                <a:lnTo>
                  <a:pt x="2935" y="1820"/>
                </a:lnTo>
                <a:lnTo>
                  <a:pt x="2912" y="1910"/>
                </a:lnTo>
                <a:lnTo>
                  <a:pt x="2887" y="2001"/>
                </a:lnTo>
                <a:lnTo>
                  <a:pt x="2859" y="2090"/>
                </a:lnTo>
                <a:lnTo>
                  <a:pt x="2831" y="2163"/>
                </a:lnTo>
                <a:lnTo>
                  <a:pt x="2801" y="2234"/>
                </a:lnTo>
                <a:lnTo>
                  <a:pt x="2767" y="2305"/>
                </a:lnTo>
                <a:lnTo>
                  <a:pt x="2731" y="2374"/>
                </a:lnTo>
                <a:lnTo>
                  <a:pt x="2690" y="2442"/>
                </a:lnTo>
                <a:lnTo>
                  <a:pt x="2649" y="2509"/>
                </a:lnTo>
                <a:lnTo>
                  <a:pt x="2604" y="2573"/>
                </a:lnTo>
                <a:lnTo>
                  <a:pt x="2558" y="2637"/>
                </a:lnTo>
                <a:lnTo>
                  <a:pt x="2510" y="2699"/>
                </a:lnTo>
                <a:lnTo>
                  <a:pt x="2459" y="2759"/>
                </a:lnTo>
                <a:lnTo>
                  <a:pt x="2409" y="2818"/>
                </a:lnTo>
                <a:lnTo>
                  <a:pt x="2357" y="2875"/>
                </a:lnTo>
                <a:lnTo>
                  <a:pt x="2306" y="2930"/>
                </a:lnTo>
                <a:lnTo>
                  <a:pt x="2254" y="2983"/>
                </a:lnTo>
                <a:lnTo>
                  <a:pt x="2201" y="3034"/>
                </a:lnTo>
                <a:lnTo>
                  <a:pt x="2148" y="3083"/>
                </a:lnTo>
                <a:lnTo>
                  <a:pt x="2097" y="3130"/>
                </a:lnTo>
                <a:lnTo>
                  <a:pt x="2046" y="3174"/>
                </a:lnTo>
                <a:lnTo>
                  <a:pt x="1996" y="3217"/>
                </a:lnTo>
                <a:lnTo>
                  <a:pt x="1947" y="3257"/>
                </a:lnTo>
                <a:lnTo>
                  <a:pt x="1900" y="3295"/>
                </a:lnTo>
                <a:lnTo>
                  <a:pt x="1855" y="3330"/>
                </a:lnTo>
                <a:lnTo>
                  <a:pt x="1812" y="3362"/>
                </a:lnTo>
                <a:lnTo>
                  <a:pt x="1772" y="3393"/>
                </a:lnTo>
                <a:lnTo>
                  <a:pt x="1734" y="3420"/>
                </a:lnTo>
                <a:lnTo>
                  <a:pt x="1700" y="3445"/>
                </a:lnTo>
                <a:lnTo>
                  <a:pt x="1668" y="3467"/>
                </a:lnTo>
                <a:lnTo>
                  <a:pt x="1640" y="3486"/>
                </a:lnTo>
                <a:lnTo>
                  <a:pt x="1615" y="3502"/>
                </a:lnTo>
                <a:lnTo>
                  <a:pt x="1596" y="3515"/>
                </a:lnTo>
                <a:lnTo>
                  <a:pt x="1579" y="3526"/>
                </a:lnTo>
                <a:lnTo>
                  <a:pt x="1568" y="3533"/>
                </a:lnTo>
                <a:lnTo>
                  <a:pt x="1562" y="3537"/>
                </a:lnTo>
                <a:lnTo>
                  <a:pt x="1546" y="3545"/>
                </a:lnTo>
                <a:lnTo>
                  <a:pt x="1531" y="3549"/>
                </a:lnTo>
                <a:lnTo>
                  <a:pt x="1515" y="3550"/>
                </a:lnTo>
                <a:lnTo>
                  <a:pt x="1497" y="3549"/>
                </a:lnTo>
                <a:lnTo>
                  <a:pt x="1482" y="3545"/>
                </a:lnTo>
                <a:lnTo>
                  <a:pt x="1467" y="3537"/>
                </a:lnTo>
                <a:lnTo>
                  <a:pt x="1460" y="3533"/>
                </a:lnTo>
                <a:lnTo>
                  <a:pt x="1449" y="3526"/>
                </a:lnTo>
                <a:lnTo>
                  <a:pt x="1433" y="3515"/>
                </a:lnTo>
                <a:lnTo>
                  <a:pt x="1413" y="3502"/>
                </a:lnTo>
                <a:lnTo>
                  <a:pt x="1389" y="3486"/>
                </a:lnTo>
                <a:lnTo>
                  <a:pt x="1360" y="3467"/>
                </a:lnTo>
                <a:lnTo>
                  <a:pt x="1329" y="3445"/>
                </a:lnTo>
                <a:lnTo>
                  <a:pt x="1295" y="3420"/>
                </a:lnTo>
                <a:lnTo>
                  <a:pt x="1256" y="3393"/>
                </a:lnTo>
                <a:lnTo>
                  <a:pt x="1216" y="3362"/>
                </a:lnTo>
                <a:lnTo>
                  <a:pt x="1173" y="3330"/>
                </a:lnTo>
                <a:lnTo>
                  <a:pt x="1128" y="3295"/>
                </a:lnTo>
                <a:lnTo>
                  <a:pt x="1081" y="3257"/>
                </a:lnTo>
                <a:lnTo>
                  <a:pt x="1032" y="3217"/>
                </a:lnTo>
                <a:lnTo>
                  <a:pt x="983" y="3174"/>
                </a:lnTo>
                <a:lnTo>
                  <a:pt x="931" y="3130"/>
                </a:lnTo>
                <a:lnTo>
                  <a:pt x="880" y="3083"/>
                </a:lnTo>
                <a:lnTo>
                  <a:pt x="827" y="3034"/>
                </a:lnTo>
                <a:lnTo>
                  <a:pt x="776" y="2983"/>
                </a:lnTo>
                <a:lnTo>
                  <a:pt x="723" y="2930"/>
                </a:lnTo>
                <a:lnTo>
                  <a:pt x="671" y="2875"/>
                </a:lnTo>
                <a:lnTo>
                  <a:pt x="619" y="2818"/>
                </a:lnTo>
                <a:lnTo>
                  <a:pt x="569" y="2759"/>
                </a:lnTo>
                <a:lnTo>
                  <a:pt x="519" y="2699"/>
                </a:lnTo>
                <a:lnTo>
                  <a:pt x="471" y="2637"/>
                </a:lnTo>
                <a:lnTo>
                  <a:pt x="425" y="2573"/>
                </a:lnTo>
                <a:lnTo>
                  <a:pt x="380" y="2509"/>
                </a:lnTo>
                <a:lnTo>
                  <a:pt x="338" y="2442"/>
                </a:lnTo>
                <a:lnTo>
                  <a:pt x="298" y="2374"/>
                </a:lnTo>
                <a:lnTo>
                  <a:pt x="262" y="2305"/>
                </a:lnTo>
                <a:lnTo>
                  <a:pt x="228" y="2234"/>
                </a:lnTo>
                <a:lnTo>
                  <a:pt x="197" y="2163"/>
                </a:lnTo>
                <a:lnTo>
                  <a:pt x="170" y="2090"/>
                </a:lnTo>
                <a:lnTo>
                  <a:pt x="141" y="2001"/>
                </a:lnTo>
                <a:lnTo>
                  <a:pt x="116" y="1910"/>
                </a:lnTo>
                <a:lnTo>
                  <a:pt x="93" y="1820"/>
                </a:lnTo>
                <a:lnTo>
                  <a:pt x="73" y="1730"/>
                </a:lnTo>
                <a:lnTo>
                  <a:pt x="57" y="1640"/>
                </a:lnTo>
                <a:lnTo>
                  <a:pt x="43" y="1550"/>
                </a:lnTo>
                <a:lnTo>
                  <a:pt x="31" y="1462"/>
                </a:lnTo>
                <a:lnTo>
                  <a:pt x="21" y="1374"/>
                </a:lnTo>
                <a:lnTo>
                  <a:pt x="13" y="1287"/>
                </a:lnTo>
                <a:lnTo>
                  <a:pt x="8" y="1203"/>
                </a:lnTo>
                <a:lnTo>
                  <a:pt x="3" y="1120"/>
                </a:lnTo>
                <a:lnTo>
                  <a:pt x="1" y="1040"/>
                </a:lnTo>
                <a:lnTo>
                  <a:pt x="0" y="963"/>
                </a:lnTo>
                <a:lnTo>
                  <a:pt x="0" y="888"/>
                </a:lnTo>
                <a:lnTo>
                  <a:pt x="1" y="817"/>
                </a:lnTo>
                <a:lnTo>
                  <a:pt x="3" y="749"/>
                </a:lnTo>
                <a:lnTo>
                  <a:pt x="7" y="686"/>
                </a:lnTo>
                <a:lnTo>
                  <a:pt x="10" y="626"/>
                </a:lnTo>
                <a:lnTo>
                  <a:pt x="13" y="571"/>
                </a:lnTo>
                <a:lnTo>
                  <a:pt x="18" y="521"/>
                </a:lnTo>
                <a:lnTo>
                  <a:pt x="22" y="476"/>
                </a:lnTo>
                <a:lnTo>
                  <a:pt x="25" y="436"/>
                </a:lnTo>
                <a:lnTo>
                  <a:pt x="30" y="402"/>
                </a:lnTo>
                <a:lnTo>
                  <a:pt x="33" y="374"/>
                </a:lnTo>
                <a:lnTo>
                  <a:pt x="35" y="352"/>
                </a:lnTo>
                <a:lnTo>
                  <a:pt x="37" y="338"/>
                </a:lnTo>
                <a:lnTo>
                  <a:pt x="38" y="329"/>
                </a:lnTo>
                <a:lnTo>
                  <a:pt x="45" y="308"/>
                </a:lnTo>
                <a:lnTo>
                  <a:pt x="56" y="289"/>
                </a:lnTo>
                <a:lnTo>
                  <a:pt x="71" y="273"/>
                </a:lnTo>
                <a:lnTo>
                  <a:pt x="90" y="262"/>
                </a:lnTo>
                <a:lnTo>
                  <a:pt x="112" y="255"/>
                </a:lnTo>
                <a:lnTo>
                  <a:pt x="1498" y="1"/>
                </a:lnTo>
                <a:lnTo>
                  <a:pt x="151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D8BC0D2-5B77-4950-B925-C8BC01CEA772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4C1BAA1-42B1-4EBE-B6FE-98AC0988CDA4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437B9F1E-4338-4C22-8637-39A1A090C383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3C472868-6C36-4697-B85C-CF7BEE3A7A83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5FC5D077-BD45-421D-A6DB-75BFE37DF913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98AD118A-4C37-46E3-BF43-170048660868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8F001617-E794-42FB-9E8B-B9A99A37DACA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71037FAB-2DDA-413C-9E23-50D2046EF9D7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C04E17FA-AAF1-4C94-A0A0-202ECC0DD9DF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9129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565B9-38DB-41B1-BBFA-7E6592098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zh-CN" altLang="en-US" dirty="0"/>
          </a:p>
        </p:txBody>
      </p:sp>
      <p:sp>
        <p:nvSpPr>
          <p:cNvPr id="3" name="箭头: V 形 2">
            <a:extLst>
              <a:ext uri="{FF2B5EF4-FFF2-40B4-BE49-F238E27FC236}">
                <a16:creationId xmlns:a16="http://schemas.microsoft.com/office/drawing/2014/main" id="{D843A8E7-ECCC-4CB3-8899-B47C7C747DC4}"/>
              </a:ext>
            </a:extLst>
          </p:cNvPr>
          <p:cNvSpPr/>
          <p:nvPr/>
        </p:nvSpPr>
        <p:spPr>
          <a:xfrm>
            <a:off x="280237" y="3437835"/>
            <a:ext cx="796551" cy="329747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箭头: V 形 3">
            <a:extLst>
              <a:ext uri="{FF2B5EF4-FFF2-40B4-BE49-F238E27FC236}">
                <a16:creationId xmlns:a16="http://schemas.microsoft.com/office/drawing/2014/main" id="{6556A1E1-6454-4C9B-A61E-24369FBA9FE5}"/>
              </a:ext>
            </a:extLst>
          </p:cNvPr>
          <p:cNvSpPr/>
          <p:nvPr/>
        </p:nvSpPr>
        <p:spPr>
          <a:xfrm>
            <a:off x="1484123" y="3437835"/>
            <a:ext cx="796551" cy="329747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EB5A4BAB-B585-4D46-97BD-98542FF701D0}"/>
              </a:ext>
            </a:extLst>
          </p:cNvPr>
          <p:cNvSpPr/>
          <p:nvPr/>
        </p:nvSpPr>
        <p:spPr>
          <a:xfrm>
            <a:off x="2688009" y="3437835"/>
            <a:ext cx="796551" cy="329747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2638CED0-F892-4991-8AA5-53F9702F7B7F}"/>
              </a:ext>
            </a:extLst>
          </p:cNvPr>
          <p:cNvSpPr/>
          <p:nvPr/>
        </p:nvSpPr>
        <p:spPr>
          <a:xfrm>
            <a:off x="3891895" y="3437835"/>
            <a:ext cx="796551" cy="329747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1D19F4A1-D652-4E1E-A038-13D0016B7C0B}"/>
              </a:ext>
            </a:extLst>
          </p:cNvPr>
          <p:cNvSpPr/>
          <p:nvPr/>
        </p:nvSpPr>
        <p:spPr>
          <a:xfrm>
            <a:off x="5095781" y="3437835"/>
            <a:ext cx="796551" cy="329747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箭头: V 形 7">
            <a:extLst>
              <a:ext uri="{FF2B5EF4-FFF2-40B4-BE49-F238E27FC236}">
                <a16:creationId xmlns:a16="http://schemas.microsoft.com/office/drawing/2014/main" id="{9ED9B504-2760-4A88-8F87-E743ACABB8B6}"/>
              </a:ext>
            </a:extLst>
          </p:cNvPr>
          <p:cNvSpPr/>
          <p:nvPr/>
        </p:nvSpPr>
        <p:spPr>
          <a:xfrm>
            <a:off x="6299668" y="3437835"/>
            <a:ext cx="796551" cy="329747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B087A39B-6C8F-4AB2-AF34-4399F232045A}"/>
              </a:ext>
            </a:extLst>
          </p:cNvPr>
          <p:cNvSpPr/>
          <p:nvPr/>
        </p:nvSpPr>
        <p:spPr>
          <a:xfrm>
            <a:off x="7503553" y="3437835"/>
            <a:ext cx="796551" cy="329747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箭头: V 形 9">
            <a:extLst>
              <a:ext uri="{FF2B5EF4-FFF2-40B4-BE49-F238E27FC236}">
                <a16:creationId xmlns:a16="http://schemas.microsoft.com/office/drawing/2014/main" id="{BDD711E4-15BC-4A9B-8947-7B76712C46C6}"/>
              </a:ext>
            </a:extLst>
          </p:cNvPr>
          <p:cNvSpPr/>
          <p:nvPr/>
        </p:nvSpPr>
        <p:spPr>
          <a:xfrm>
            <a:off x="8707439" y="3437835"/>
            <a:ext cx="796551" cy="329747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6C32752F-8824-48EB-9917-326DC75E562B}"/>
              </a:ext>
            </a:extLst>
          </p:cNvPr>
          <p:cNvSpPr/>
          <p:nvPr/>
        </p:nvSpPr>
        <p:spPr>
          <a:xfrm>
            <a:off x="9911325" y="3437835"/>
            <a:ext cx="796551" cy="329747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箭头: V 形 11">
            <a:extLst>
              <a:ext uri="{FF2B5EF4-FFF2-40B4-BE49-F238E27FC236}">
                <a16:creationId xmlns:a16="http://schemas.microsoft.com/office/drawing/2014/main" id="{5AB9EE1F-C6C6-4012-88FB-ED88213DB908}"/>
              </a:ext>
            </a:extLst>
          </p:cNvPr>
          <p:cNvSpPr/>
          <p:nvPr/>
        </p:nvSpPr>
        <p:spPr>
          <a:xfrm>
            <a:off x="11115211" y="3419602"/>
            <a:ext cx="796551" cy="329747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EA9EA15-94CC-460A-90DC-3544475A4687}"/>
              </a:ext>
            </a:extLst>
          </p:cNvPr>
          <p:cNvSpPr/>
          <p:nvPr/>
        </p:nvSpPr>
        <p:spPr>
          <a:xfrm>
            <a:off x="1145882" y="3483694"/>
            <a:ext cx="265655" cy="26565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0797147-23A8-4EE6-BF4F-7B3B72038EB1}"/>
              </a:ext>
            </a:extLst>
          </p:cNvPr>
          <p:cNvSpPr/>
          <p:nvPr/>
        </p:nvSpPr>
        <p:spPr>
          <a:xfrm>
            <a:off x="2351514" y="3483693"/>
            <a:ext cx="265655" cy="2656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395095A-5A92-4268-A466-46A1FB3D9F54}"/>
              </a:ext>
            </a:extLst>
          </p:cNvPr>
          <p:cNvSpPr/>
          <p:nvPr/>
        </p:nvSpPr>
        <p:spPr>
          <a:xfrm>
            <a:off x="3555399" y="3483692"/>
            <a:ext cx="265655" cy="2656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B147E45-94EA-432A-BF3D-83C13A4714AB}"/>
              </a:ext>
            </a:extLst>
          </p:cNvPr>
          <p:cNvSpPr/>
          <p:nvPr/>
        </p:nvSpPr>
        <p:spPr>
          <a:xfrm>
            <a:off x="4759286" y="3483691"/>
            <a:ext cx="265655" cy="26565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FB71DD6-4175-48D0-A3DE-F02BE34A3FF6}"/>
              </a:ext>
            </a:extLst>
          </p:cNvPr>
          <p:cNvSpPr/>
          <p:nvPr/>
        </p:nvSpPr>
        <p:spPr>
          <a:xfrm>
            <a:off x="5963172" y="3483691"/>
            <a:ext cx="265655" cy="2656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C089503E-E5F4-49B7-BCF4-F2C12863DBC2}"/>
              </a:ext>
            </a:extLst>
          </p:cNvPr>
          <p:cNvSpPr/>
          <p:nvPr/>
        </p:nvSpPr>
        <p:spPr>
          <a:xfrm>
            <a:off x="7167058" y="3483691"/>
            <a:ext cx="265655" cy="26565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C1F47C3-786B-4480-829C-EFFF7ADE43FD}"/>
              </a:ext>
            </a:extLst>
          </p:cNvPr>
          <p:cNvSpPr/>
          <p:nvPr/>
        </p:nvSpPr>
        <p:spPr>
          <a:xfrm>
            <a:off x="8370944" y="3483691"/>
            <a:ext cx="265655" cy="26565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3B50F2C-4A99-4272-B418-D8D31CB87A50}"/>
              </a:ext>
            </a:extLst>
          </p:cNvPr>
          <p:cNvSpPr/>
          <p:nvPr/>
        </p:nvSpPr>
        <p:spPr>
          <a:xfrm>
            <a:off x="9574830" y="3483691"/>
            <a:ext cx="265655" cy="2656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952FC15A-68FB-4E02-ADC1-B391CA0AA1E0}"/>
              </a:ext>
            </a:extLst>
          </p:cNvPr>
          <p:cNvSpPr/>
          <p:nvPr/>
        </p:nvSpPr>
        <p:spPr>
          <a:xfrm>
            <a:off x="10778716" y="3483691"/>
            <a:ext cx="265655" cy="2656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Inhaltsplatzhalter 4">
            <a:extLst>
              <a:ext uri="{FF2B5EF4-FFF2-40B4-BE49-F238E27FC236}">
                <a16:creationId xmlns:a16="http://schemas.microsoft.com/office/drawing/2014/main" id="{B63D039B-79F2-41E2-9F2B-272A5110D67F}"/>
              </a:ext>
            </a:extLst>
          </p:cNvPr>
          <p:cNvSpPr txBox="1"/>
          <p:nvPr/>
        </p:nvSpPr>
        <p:spPr>
          <a:xfrm>
            <a:off x="382580" y="4351545"/>
            <a:ext cx="1792257" cy="11769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5" name="Inhaltsplatzhalter 4">
            <a:extLst>
              <a:ext uri="{FF2B5EF4-FFF2-40B4-BE49-F238E27FC236}">
                <a16:creationId xmlns:a16="http://schemas.microsoft.com/office/drawing/2014/main" id="{7CEDA312-780C-4DBE-AAD3-38D9292376FE}"/>
              </a:ext>
            </a:extLst>
          </p:cNvPr>
          <p:cNvSpPr txBox="1"/>
          <p:nvPr/>
        </p:nvSpPr>
        <p:spPr>
          <a:xfrm>
            <a:off x="1652260" y="1667803"/>
            <a:ext cx="1792257" cy="11769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6" name="Inhaltsplatzhalter 4">
            <a:extLst>
              <a:ext uri="{FF2B5EF4-FFF2-40B4-BE49-F238E27FC236}">
                <a16:creationId xmlns:a16="http://schemas.microsoft.com/office/drawing/2014/main" id="{06F99DA9-C95D-4E5F-8412-ADFE76DC17AF}"/>
              </a:ext>
            </a:extLst>
          </p:cNvPr>
          <p:cNvSpPr txBox="1"/>
          <p:nvPr/>
        </p:nvSpPr>
        <p:spPr>
          <a:xfrm>
            <a:off x="2792097" y="4351544"/>
            <a:ext cx="1792257" cy="11769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7" name="Inhaltsplatzhalter 4">
            <a:extLst>
              <a:ext uri="{FF2B5EF4-FFF2-40B4-BE49-F238E27FC236}">
                <a16:creationId xmlns:a16="http://schemas.microsoft.com/office/drawing/2014/main" id="{08CB4708-C6D2-4434-95A3-323FD2B1B386}"/>
              </a:ext>
            </a:extLst>
          </p:cNvPr>
          <p:cNvSpPr txBox="1"/>
          <p:nvPr/>
        </p:nvSpPr>
        <p:spPr>
          <a:xfrm>
            <a:off x="3995984" y="1667803"/>
            <a:ext cx="1792257" cy="11769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8" name="Inhaltsplatzhalter 4">
            <a:extLst>
              <a:ext uri="{FF2B5EF4-FFF2-40B4-BE49-F238E27FC236}">
                <a16:creationId xmlns:a16="http://schemas.microsoft.com/office/drawing/2014/main" id="{4075D40C-7031-4637-8730-E7B9EB292C5E}"/>
              </a:ext>
            </a:extLst>
          </p:cNvPr>
          <p:cNvSpPr txBox="1"/>
          <p:nvPr/>
        </p:nvSpPr>
        <p:spPr>
          <a:xfrm>
            <a:off x="5208815" y="4351544"/>
            <a:ext cx="1792257" cy="11769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9" name="Inhaltsplatzhalter 4">
            <a:extLst>
              <a:ext uri="{FF2B5EF4-FFF2-40B4-BE49-F238E27FC236}">
                <a16:creationId xmlns:a16="http://schemas.microsoft.com/office/drawing/2014/main" id="{C14AC30B-95AB-4032-922D-613192A3243A}"/>
              </a:ext>
            </a:extLst>
          </p:cNvPr>
          <p:cNvSpPr txBox="1"/>
          <p:nvPr/>
        </p:nvSpPr>
        <p:spPr>
          <a:xfrm>
            <a:off x="6403761" y="1667803"/>
            <a:ext cx="1792257" cy="11769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0" name="Inhaltsplatzhalter 4">
            <a:extLst>
              <a:ext uri="{FF2B5EF4-FFF2-40B4-BE49-F238E27FC236}">
                <a16:creationId xmlns:a16="http://schemas.microsoft.com/office/drawing/2014/main" id="{96A30490-EF87-4400-BE34-288FF28BE6FC}"/>
              </a:ext>
            </a:extLst>
          </p:cNvPr>
          <p:cNvSpPr txBox="1"/>
          <p:nvPr/>
        </p:nvSpPr>
        <p:spPr>
          <a:xfrm>
            <a:off x="7607642" y="4351544"/>
            <a:ext cx="1792257" cy="11769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1" name="Inhaltsplatzhalter 4">
            <a:extLst>
              <a:ext uri="{FF2B5EF4-FFF2-40B4-BE49-F238E27FC236}">
                <a16:creationId xmlns:a16="http://schemas.microsoft.com/office/drawing/2014/main" id="{59095035-F1E1-4955-953B-F7BD94313A11}"/>
              </a:ext>
            </a:extLst>
          </p:cNvPr>
          <p:cNvSpPr txBox="1"/>
          <p:nvPr/>
        </p:nvSpPr>
        <p:spPr>
          <a:xfrm>
            <a:off x="8811538" y="1667802"/>
            <a:ext cx="1792257" cy="11769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" name="Inhaltsplatzhalter 4">
            <a:extLst>
              <a:ext uri="{FF2B5EF4-FFF2-40B4-BE49-F238E27FC236}">
                <a16:creationId xmlns:a16="http://schemas.microsoft.com/office/drawing/2014/main" id="{75DB41B4-4DD4-4F09-BB84-2F0EB22C7DD6}"/>
              </a:ext>
            </a:extLst>
          </p:cNvPr>
          <p:cNvSpPr txBox="1"/>
          <p:nvPr/>
        </p:nvSpPr>
        <p:spPr>
          <a:xfrm>
            <a:off x="10017163" y="4351544"/>
            <a:ext cx="1792257" cy="11769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3" name="Inhaltsplatzhalter 4">
            <a:extLst>
              <a:ext uri="{FF2B5EF4-FFF2-40B4-BE49-F238E27FC236}">
                <a16:creationId xmlns:a16="http://schemas.microsoft.com/office/drawing/2014/main" id="{B8161F8E-5FA4-447D-AC58-B94BFA90B905}"/>
              </a:ext>
            </a:extLst>
          </p:cNvPr>
          <p:cNvSpPr txBox="1"/>
          <p:nvPr/>
        </p:nvSpPr>
        <p:spPr>
          <a:xfrm>
            <a:off x="411518" y="3911947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+mj-lt"/>
              </a:rPr>
              <a:t>小标题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74DFDAB5-97EA-4953-BEEC-A5EFA767A5A2}"/>
              </a:ext>
            </a:extLst>
          </p:cNvPr>
          <p:cNvSpPr txBox="1"/>
          <p:nvPr/>
        </p:nvSpPr>
        <p:spPr>
          <a:xfrm>
            <a:off x="1641654" y="3004807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5" name="Inhaltsplatzhalter 4">
            <a:extLst>
              <a:ext uri="{FF2B5EF4-FFF2-40B4-BE49-F238E27FC236}">
                <a16:creationId xmlns:a16="http://schemas.microsoft.com/office/drawing/2014/main" id="{37F6A810-B8B8-4756-BD22-ABCFC3AB21A9}"/>
              </a:ext>
            </a:extLst>
          </p:cNvPr>
          <p:cNvSpPr txBox="1"/>
          <p:nvPr/>
        </p:nvSpPr>
        <p:spPr>
          <a:xfrm>
            <a:off x="2845538" y="3911946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3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36" name="Inhaltsplatzhalter 4">
            <a:extLst>
              <a:ext uri="{FF2B5EF4-FFF2-40B4-BE49-F238E27FC236}">
                <a16:creationId xmlns:a16="http://schemas.microsoft.com/office/drawing/2014/main" id="{6207B230-0B90-4A50-AEA8-02034382A100}"/>
              </a:ext>
            </a:extLst>
          </p:cNvPr>
          <p:cNvSpPr txBox="1"/>
          <p:nvPr/>
        </p:nvSpPr>
        <p:spPr>
          <a:xfrm>
            <a:off x="4049425" y="3004808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4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37" name="Inhaltsplatzhalter 4">
            <a:extLst>
              <a:ext uri="{FF2B5EF4-FFF2-40B4-BE49-F238E27FC236}">
                <a16:creationId xmlns:a16="http://schemas.microsoft.com/office/drawing/2014/main" id="{500DB1A5-E9D8-4407-AA8E-E8834BEBFF69}"/>
              </a:ext>
            </a:extLst>
          </p:cNvPr>
          <p:cNvSpPr txBox="1"/>
          <p:nvPr/>
        </p:nvSpPr>
        <p:spPr>
          <a:xfrm>
            <a:off x="5250638" y="3911945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5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38" name="Inhaltsplatzhalter 4">
            <a:extLst>
              <a:ext uri="{FF2B5EF4-FFF2-40B4-BE49-F238E27FC236}">
                <a16:creationId xmlns:a16="http://schemas.microsoft.com/office/drawing/2014/main" id="{E21ACF68-EEA4-4D3F-9232-E138E9F0E444}"/>
              </a:ext>
            </a:extLst>
          </p:cNvPr>
          <p:cNvSpPr txBox="1"/>
          <p:nvPr/>
        </p:nvSpPr>
        <p:spPr>
          <a:xfrm>
            <a:off x="6457198" y="3004807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6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39" name="Inhaltsplatzhalter 4">
            <a:extLst>
              <a:ext uri="{FF2B5EF4-FFF2-40B4-BE49-F238E27FC236}">
                <a16:creationId xmlns:a16="http://schemas.microsoft.com/office/drawing/2014/main" id="{3AF3AD6F-13AD-4EB3-8AAA-8B90F9BF1D0F}"/>
              </a:ext>
            </a:extLst>
          </p:cNvPr>
          <p:cNvSpPr txBox="1"/>
          <p:nvPr/>
        </p:nvSpPr>
        <p:spPr>
          <a:xfrm>
            <a:off x="8864969" y="3004806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40" name="Inhaltsplatzhalter 4">
            <a:extLst>
              <a:ext uri="{FF2B5EF4-FFF2-40B4-BE49-F238E27FC236}">
                <a16:creationId xmlns:a16="http://schemas.microsoft.com/office/drawing/2014/main" id="{DAC25F33-74A2-4D87-87BE-4B746A4C3543}"/>
              </a:ext>
            </a:extLst>
          </p:cNvPr>
          <p:cNvSpPr txBox="1"/>
          <p:nvPr/>
        </p:nvSpPr>
        <p:spPr>
          <a:xfrm>
            <a:off x="7655738" y="3911944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+mj-lt"/>
              </a:rPr>
              <a:t>小标题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1" name="Inhaltsplatzhalter 4">
            <a:extLst>
              <a:ext uri="{FF2B5EF4-FFF2-40B4-BE49-F238E27FC236}">
                <a16:creationId xmlns:a16="http://schemas.microsoft.com/office/drawing/2014/main" id="{9B53EE89-67D6-4DAD-98B3-B24A0D4FD692}"/>
              </a:ext>
            </a:extLst>
          </p:cNvPr>
          <p:cNvSpPr txBox="1"/>
          <p:nvPr/>
        </p:nvSpPr>
        <p:spPr>
          <a:xfrm>
            <a:off x="10068856" y="3911943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3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10F9834-AF6F-4DE0-A81D-9D1E8E9E9E0D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DB0570F-17B1-41A9-8A97-64B4404B1CEA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B93B80C-58E7-441A-ABA2-690ACEAD3FFE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2E7568A9-545A-46C3-BB2C-06EB4CF6D568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21A4831-C599-45E0-B862-2D3F45095219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D3FC8DF4-E3F8-4570-858A-7F6D6911891E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DD39121F-7796-4321-8C0E-E59BB47AA307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7820B8B-6927-444D-8B22-CF63E872983E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4AB05EE5-4449-4E0A-B2C9-F08C94E0A2F6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2469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10C51-9EC8-489D-8FF8-5F309C4AE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33A54C4-5289-42FA-9E07-99025D066C75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sp>
        <p:nvSpPr>
          <p:cNvPr id="22" name="Shape 2700">
            <a:extLst>
              <a:ext uri="{FF2B5EF4-FFF2-40B4-BE49-F238E27FC236}">
                <a16:creationId xmlns:a16="http://schemas.microsoft.com/office/drawing/2014/main" id="{2CC3849C-0C9C-466C-B19A-E6CD5F580BF8}"/>
              </a:ext>
            </a:extLst>
          </p:cNvPr>
          <p:cNvSpPr/>
          <p:nvPr/>
        </p:nvSpPr>
        <p:spPr>
          <a:xfrm>
            <a:off x="-1" y="3403568"/>
            <a:ext cx="12263113" cy="26210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400000"/>
          </a:ln>
          <a:effectLst/>
        </p:spPr>
        <p:txBody>
          <a:bodyPr lIns="0" tIns="0" rIns="0" bIns="0" anchor="ctr"/>
          <a:lstStyle/>
          <a:p>
            <a:pPr lvl="0">
              <a:lnSpc>
                <a:spcPct val="120000"/>
              </a:lnSpc>
              <a:defRPr sz="3200">
                <a:solidFill>
                  <a:srgbClr val="FFFFFF"/>
                </a:solidFill>
              </a:defRPr>
            </a:pPr>
            <a:endParaRPr sz="1680"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4" name="Shape 2713">
            <a:extLst>
              <a:ext uri="{FF2B5EF4-FFF2-40B4-BE49-F238E27FC236}">
                <a16:creationId xmlns:a16="http://schemas.microsoft.com/office/drawing/2014/main" id="{090A591E-A6F0-4D8F-BE56-293013AF90B5}"/>
              </a:ext>
            </a:extLst>
          </p:cNvPr>
          <p:cNvSpPr/>
          <p:nvPr/>
        </p:nvSpPr>
        <p:spPr>
          <a:xfrm rot="10800000" flipH="1">
            <a:off x="4902521" y="2377134"/>
            <a:ext cx="0" cy="714568"/>
          </a:xfrm>
          <a:prstGeom prst="line">
            <a:avLst/>
          </a:prstGeom>
          <a:noFill/>
          <a:ln w="25400" cap="flat">
            <a:solidFill>
              <a:schemeClr val="accent2"/>
            </a:solidFill>
            <a:prstDash val="solid"/>
            <a:miter lim="400000"/>
            <a:tailEnd type="oval" w="lg" len="lg"/>
          </a:ln>
          <a:effectLst/>
        </p:spPr>
        <p:txBody>
          <a:bodyPr wrap="square" lIns="23994" tIns="23994" rIns="23994" bIns="23994" numCol="1" anchor="t">
            <a:noAutofit/>
          </a:bodyPr>
          <a:lstStyle/>
          <a:p>
            <a:pPr defTabSz="179971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63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Arial" panose="020B0604020202020204" pitchFamily="34" charset="0"/>
              <a:sym typeface="思源黑体 CN Normal" panose="020B0400000000000000" pitchFamily="34" charset="-122"/>
            </a:endParaRPr>
          </a:p>
        </p:txBody>
      </p:sp>
      <p:sp>
        <p:nvSpPr>
          <p:cNvPr id="26" name="Shape 2702">
            <a:extLst>
              <a:ext uri="{FF2B5EF4-FFF2-40B4-BE49-F238E27FC236}">
                <a16:creationId xmlns:a16="http://schemas.microsoft.com/office/drawing/2014/main" id="{DF6324AA-4BA5-4161-9068-DC07EDEFF176}"/>
              </a:ext>
            </a:extLst>
          </p:cNvPr>
          <p:cNvSpPr/>
          <p:nvPr/>
        </p:nvSpPr>
        <p:spPr>
          <a:xfrm rot="10800000">
            <a:off x="4261946" y="2816088"/>
            <a:ext cx="1281151" cy="9513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" y="0"/>
                </a:moveTo>
                <a:lnTo>
                  <a:pt x="21600" y="0"/>
                </a:lnTo>
                <a:lnTo>
                  <a:pt x="21600" y="10440"/>
                </a:lnTo>
                <a:lnTo>
                  <a:pt x="10926" y="21600"/>
                </a:lnTo>
                <a:lnTo>
                  <a:pt x="0" y="10254"/>
                </a:lnTo>
                <a:lnTo>
                  <a:pt x="181" y="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lvl="0">
              <a:lnSpc>
                <a:spcPct val="120000"/>
              </a:lnSpc>
              <a:defRPr sz="3200"/>
            </a:pPr>
            <a:endParaRPr sz="1680"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7" name="Shape 2705">
            <a:extLst>
              <a:ext uri="{FF2B5EF4-FFF2-40B4-BE49-F238E27FC236}">
                <a16:creationId xmlns:a16="http://schemas.microsoft.com/office/drawing/2014/main" id="{5FAA911E-44AD-43A8-A8E0-CB65A9ED7B5A}"/>
              </a:ext>
            </a:extLst>
          </p:cNvPr>
          <p:cNvSpPr/>
          <p:nvPr/>
        </p:nvSpPr>
        <p:spPr>
          <a:xfrm>
            <a:off x="4743825" y="3347990"/>
            <a:ext cx="317395" cy="33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0" tIns="0" rIns="0" bIns="0" numCol="1" anchor="ctr">
            <a:spAutoFit/>
          </a:bodyPr>
          <a:lstStyle>
            <a:lvl1pPr>
              <a:defRPr sz="5800">
                <a:solidFill>
                  <a:srgbClr val="F9FAFC"/>
                </a:solidFill>
                <a:latin typeface="Sosa"/>
                <a:ea typeface="Sosa"/>
                <a:cs typeface="Sosa"/>
                <a:sym typeface="Sosa"/>
              </a:defRPr>
            </a:lvl1pPr>
          </a:lstStyle>
          <a:p>
            <a:pPr lvl="0" algn="ctr">
              <a:lnSpc>
                <a:spcPct val="120000"/>
              </a:lnSpc>
              <a:defRPr sz="1800">
                <a:solidFill>
                  <a:srgbClr val="000000"/>
                </a:solidFill>
              </a:defRPr>
            </a:pP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  <a:cs typeface="Chogokuboso Gothic" panose="02000600000000000000" charset="-128"/>
                <a:sym typeface="思源黑体 CN Normal" panose="020B0400000000000000" pitchFamily="34" charset="-122"/>
              </a:rPr>
              <a:t>02</a:t>
            </a:r>
            <a:endParaRPr sz="2000" b="1" dirty="0">
              <a:solidFill>
                <a:schemeClr val="bg1"/>
              </a:solidFill>
              <a:latin typeface="+mj-ea"/>
              <a:ea typeface="+mj-ea"/>
              <a:cs typeface="Chogokuboso Gothic" panose="02000600000000000000" charset="-128"/>
              <a:sym typeface="思源黑体 CN Normal" panose="020B0400000000000000" pitchFamily="34" charset="-122"/>
            </a:endParaRPr>
          </a:p>
        </p:txBody>
      </p:sp>
      <p:sp>
        <p:nvSpPr>
          <p:cNvPr id="29" name="Shape 2713">
            <a:extLst>
              <a:ext uri="{FF2B5EF4-FFF2-40B4-BE49-F238E27FC236}">
                <a16:creationId xmlns:a16="http://schemas.microsoft.com/office/drawing/2014/main" id="{8D8E372A-0171-4999-9EF2-97731A290561}"/>
              </a:ext>
            </a:extLst>
          </p:cNvPr>
          <p:cNvSpPr/>
          <p:nvPr/>
        </p:nvSpPr>
        <p:spPr>
          <a:xfrm flipH="1">
            <a:off x="7289476" y="3978910"/>
            <a:ext cx="0" cy="714568"/>
          </a:xfrm>
          <a:prstGeom prst="line">
            <a:avLst/>
          </a:prstGeom>
          <a:noFill/>
          <a:ln w="25400" cap="flat">
            <a:solidFill>
              <a:schemeClr val="accent3"/>
            </a:solidFill>
            <a:prstDash val="solid"/>
            <a:miter lim="400000"/>
            <a:tailEnd type="oval" w="lg" len="lg"/>
          </a:ln>
          <a:effectLst/>
        </p:spPr>
        <p:txBody>
          <a:bodyPr wrap="square" lIns="23994" tIns="23994" rIns="23994" bIns="23994" numCol="1" anchor="t">
            <a:noAutofit/>
          </a:bodyPr>
          <a:lstStyle/>
          <a:p>
            <a:pPr defTabSz="179971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63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Arial" panose="020B0604020202020204" pitchFamily="34" charset="0"/>
              <a:sym typeface="思源黑体 CN Normal" panose="020B0400000000000000" pitchFamily="34" charset="-122"/>
            </a:endParaRPr>
          </a:p>
        </p:txBody>
      </p:sp>
      <p:sp>
        <p:nvSpPr>
          <p:cNvPr id="30" name="Shape 2708">
            <a:extLst>
              <a:ext uri="{FF2B5EF4-FFF2-40B4-BE49-F238E27FC236}">
                <a16:creationId xmlns:a16="http://schemas.microsoft.com/office/drawing/2014/main" id="{2E7005F0-6EE1-4FA8-A42F-727AB18E74E7}"/>
              </a:ext>
            </a:extLst>
          </p:cNvPr>
          <p:cNvSpPr/>
          <p:nvPr/>
        </p:nvSpPr>
        <p:spPr>
          <a:xfrm>
            <a:off x="6648901" y="3322258"/>
            <a:ext cx="1281150" cy="9513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" y="0"/>
                </a:moveTo>
                <a:lnTo>
                  <a:pt x="21600" y="0"/>
                </a:lnTo>
                <a:lnTo>
                  <a:pt x="21600" y="10440"/>
                </a:lnTo>
                <a:lnTo>
                  <a:pt x="10926" y="21600"/>
                </a:lnTo>
                <a:lnTo>
                  <a:pt x="0" y="10254"/>
                </a:lnTo>
                <a:lnTo>
                  <a:pt x="181" y="0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lvl="0">
              <a:lnSpc>
                <a:spcPct val="120000"/>
              </a:lnSpc>
              <a:defRPr sz="3200"/>
            </a:pPr>
            <a:endParaRPr sz="1680"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31" name="Shape 2711">
            <a:extLst>
              <a:ext uri="{FF2B5EF4-FFF2-40B4-BE49-F238E27FC236}">
                <a16:creationId xmlns:a16="http://schemas.microsoft.com/office/drawing/2014/main" id="{28B8E29B-5443-4A8B-851F-DA88F1421D18}"/>
              </a:ext>
            </a:extLst>
          </p:cNvPr>
          <p:cNvSpPr/>
          <p:nvPr/>
        </p:nvSpPr>
        <p:spPr>
          <a:xfrm>
            <a:off x="7130780" y="3347990"/>
            <a:ext cx="317395" cy="33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0" tIns="0" rIns="0" bIns="0" numCol="1" anchor="ctr">
            <a:spAutoFit/>
          </a:bodyPr>
          <a:lstStyle>
            <a:lvl1pPr>
              <a:defRPr sz="5800">
                <a:solidFill>
                  <a:srgbClr val="F9FAFC"/>
                </a:solidFill>
                <a:latin typeface="Sosa"/>
                <a:ea typeface="Sosa"/>
                <a:cs typeface="Sosa"/>
                <a:sym typeface="Sosa"/>
              </a:defRPr>
            </a:lvl1pPr>
          </a:lstStyle>
          <a:p>
            <a:pPr lvl="0" algn="ctr">
              <a:lnSpc>
                <a:spcPct val="120000"/>
              </a:lnSpc>
              <a:defRPr sz="1800">
                <a:solidFill>
                  <a:srgbClr val="000000"/>
                </a:solidFill>
              </a:defRPr>
            </a:pP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  <a:cs typeface="Chogokuboso Gothic" panose="02000600000000000000" charset="-128"/>
                <a:sym typeface="思源黑体 CN Normal" panose="020B0400000000000000" pitchFamily="34" charset="-122"/>
              </a:rPr>
              <a:t>03</a:t>
            </a:r>
            <a:endParaRPr sz="2000" b="1" dirty="0">
              <a:solidFill>
                <a:schemeClr val="bg1"/>
              </a:solidFill>
              <a:latin typeface="+mj-ea"/>
              <a:ea typeface="+mj-ea"/>
              <a:cs typeface="Chogokuboso Gothic" panose="02000600000000000000" charset="-128"/>
              <a:sym typeface="思源黑体 CN Normal" panose="020B0400000000000000" pitchFamily="34" charset="-122"/>
            </a:endParaRPr>
          </a:p>
        </p:txBody>
      </p:sp>
      <p:sp>
        <p:nvSpPr>
          <p:cNvPr id="33" name="Shape 2713">
            <a:extLst>
              <a:ext uri="{FF2B5EF4-FFF2-40B4-BE49-F238E27FC236}">
                <a16:creationId xmlns:a16="http://schemas.microsoft.com/office/drawing/2014/main" id="{6CD797DC-7CDF-430E-921D-60E0A335B64B}"/>
              </a:ext>
            </a:extLst>
          </p:cNvPr>
          <p:cNvSpPr/>
          <p:nvPr/>
        </p:nvSpPr>
        <p:spPr>
          <a:xfrm flipH="1">
            <a:off x="2515567" y="3978910"/>
            <a:ext cx="0" cy="714568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miter lim="400000"/>
            <a:tailEnd type="oval" w="lg" len="lg"/>
          </a:ln>
          <a:effectLst/>
        </p:spPr>
        <p:txBody>
          <a:bodyPr wrap="square" lIns="23994" tIns="23994" rIns="23994" bIns="23994" numCol="1" anchor="t">
            <a:noAutofit/>
          </a:bodyPr>
          <a:lstStyle/>
          <a:p>
            <a:pPr defTabSz="179971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63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Arial" panose="020B0604020202020204" pitchFamily="34" charset="0"/>
              <a:sym typeface="思源黑体 CN Normal" panose="020B0400000000000000" pitchFamily="34" charset="-122"/>
            </a:endParaRPr>
          </a:p>
        </p:txBody>
      </p:sp>
      <p:sp>
        <p:nvSpPr>
          <p:cNvPr id="37" name="Shape 2714">
            <a:extLst>
              <a:ext uri="{FF2B5EF4-FFF2-40B4-BE49-F238E27FC236}">
                <a16:creationId xmlns:a16="http://schemas.microsoft.com/office/drawing/2014/main" id="{67AB8500-ACF3-41D7-B2FD-F225C75A7446}"/>
              </a:ext>
            </a:extLst>
          </p:cNvPr>
          <p:cNvSpPr/>
          <p:nvPr/>
        </p:nvSpPr>
        <p:spPr>
          <a:xfrm>
            <a:off x="1874993" y="3291779"/>
            <a:ext cx="1281149" cy="9513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" y="0"/>
                </a:moveTo>
                <a:lnTo>
                  <a:pt x="21600" y="0"/>
                </a:lnTo>
                <a:lnTo>
                  <a:pt x="21600" y="10440"/>
                </a:lnTo>
                <a:lnTo>
                  <a:pt x="10926" y="21600"/>
                </a:lnTo>
                <a:lnTo>
                  <a:pt x="0" y="10254"/>
                </a:lnTo>
                <a:lnTo>
                  <a:pt x="181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lvl="0">
              <a:lnSpc>
                <a:spcPct val="120000"/>
              </a:lnSpc>
              <a:defRPr sz="3200"/>
            </a:pPr>
            <a:endParaRPr sz="1680"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40" name="Shape 2717">
            <a:extLst>
              <a:ext uri="{FF2B5EF4-FFF2-40B4-BE49-F238E27FC236}">
                <a16:creationId xmlns:a16="http://schemas.microsoft.com/office/drawing/2014/main" id="{44655A09-4C9D-4D4C-8A35-2D2A3275EE9F}"/>
              </a:ext>
            </a:extLst>
          </p:cNvPr>
          <p:cNvSpPr/>
          <p:nvPr/>
        </p:nvSpPr>
        <p:spPr>
          <a:xfrm>
            <a:off x="2356871" y="3347990"/>
            <a:ext cx="317395" cy="33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0" tIns="0" rIns="0" bIns="0" numCol="1" anchor="ctr">
            <a:spAutoFit/>
          </a:bodyPr>
          <a:lstStyle>
            <a:lvl1pPr>
              <a:defRPr sz="5800">
                <a:solidFill>
                  <a:srgbClr val="F9FAFC"/>
                </a:solidFill>
                <a:latin typeface="Sosa"/>
                <a:ea typeface="Sosa"/>
                <a:cs typeface="Sosa"/>
                <a:sym typeface="Sosa"/>
              </a:defRPr>
            </a:lvl1pPr>
          </a:lstStyle>
          <a:p>
            <a:pPr lvl="0" algn="ctr">
              <a:lnSpc>
                <a:spcPct val="120000"/>
              </a:lnSpc>
              <a:defRPr sz="1800">
                <a:solidFill>
                  <a:srgbClr val="000000"/>
                </a:solidFill>
              </a:defRPr>
            </a:pP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  <a:cs typeface="Chogokuboso Gothic" panose="02000600000000000000" charset="-128"/>
                <a:sym typeface="思源黑体 CN Normal" panose="020B0400000000000000" pitchFamily="34" charset="-122"/>
              </a:rPr>
              <a:t>01</a:t>
            </a:r>
            <a:endParaRPr sz="2000" b="1" dirty="0">
              <a:solidFill>
                <a:schemeClr val="bg1"/>
              </a:solidFill>
              <a:latin typeface="+mj-ea"/>
              <a:ea typeface="+mj-ea"/>
              <a:cs typeface="Chogokuboso Gothic" panose="02000600000000000000" charset="-128"/>
              <a:sym typeface="思源黑体 CN Normal" panose="020B0400000000000000" pitchFamily="34" charset="-122"/>
            </a:endParaRPr>
          </a:p>
        </p:txBody>
      </p:sp>
      <p:sp>
        <p:nvSpPr>
          <p:cNvPr id="42" name="Shape 2713">
            <a:extLst>
              <a:ext uri="{FF2B5EF4-FFF2-40B4-BE49-F238E27FC236}">
                <a16:creationId xmlns:a16="http://schemas.microsoft.com/office/drawing/2014/main" id="{BE4F45BF-7FF4-44C7-A46F-870AF7EAC954}"/>
              </a:ext>
            </a:extLst>
          </p:cNvPr>
          <p:cNvSpPr/>
          <p:nvPr/>
        </p:nvSpPr>
        <p:spPr>
          <a:xfrm rot="10800000" flipH="1">
            <a:off x="9676431" y="2371821"/>
            <a:ext cx="0" cy="714568"/>
          </a:xfrm>
          <a:prstGeom prst="line">
            <a:avLst/>
          </a:prstGeom>
          <a:noFill/>
          <a:ln w="25400" cap="flat">
            <a:solidFill>
              <a:schemeClr val="accent4"/>
            </a:solidFill>
            <a:prstDash val="solid"/>
            <a:miter lim="400000"/>
            <a:tailEnd type="oval" w="lg" len="lg"/>
          </a:ln>
          <a:effectLst/>
        </p:spPr>
        <p:txBody>
          <a:bodyPr wrap="square" lIns="23994" tIns="23994" rIns="23994" bIns="23994" numCol="1" anchor="t">
            <a:noAutofit/>
          </a:bodyPr>
          <a:lstStyle/>
          <a:p>
            <a:pPr defTabSz="179971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63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Arial" panose="020B0604020202020204" pitchFamily="34" charset="0"/>
              <a:sym typeface="思源黑体 CN Normal" panose="020B0400000000000000" pitchFamily="34" charset="-122"/>
            </a:endParaRPr>
          </a:p>
        </p:txBody>
      </p:sp>
      <p:sp>
        <p:nvSpPr>
          <p:cNvPr id="43" name="Shape 2720">
            <a:extLst>
              <a:ext uri="{FF2B5EF4-FFF2-40B4-BE49-F238E27FC236}">
                <a16:creationId xmlns:a16="http://schemas.microsoft.com/office/drawing/2014/main" id="{69F89A6C-892A-49B6-806C-08BC07BA8D1E}"/>
              </a:ext>
            </a:extLst>
          </p:cNvPr>
          <p:cNvSpPr/>
          <p:nvPr/>
        </p:nvSpPr>
        <p:spPr>
          <a:xfrm rot="10800000">
            <a:off x="9035856" y="2816087"/>
            <a:ext cx="1281151" cy="9513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" y="0"/>
                </a:moveTo>
                <a:lnTo>
                  <a:pt x="21600" y="0"/>
                </a:lnTo>
                <a:lnTo>
                  <a:pt x="21600" y="10440"/>
                </a:lnTo>
                <a:lnTo>
                  <a:pt x="10926" y="21600"/>
                </a:lnTo>
                <a:lnTo>
                  <a:pt x="0" y="10254"/>
                </a:lnTo>
                <a:lnTo>
                  <a:pt x="181" y="0"/>
                </a:lnTo>
                <a:close/>
              </a:path>
            </a:pathLst>
          </a:custGeom>
          <a:solidFill>
            <a:schemeClr val="accent4"/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lvl="0">
              <a:lnSpc>
                <a:spcPct val="120000"/>
              </a:lnSpc>
              <a:defRPr sz="3200"/>
            </a:pPr>
            <a:endParaRPr sz="1680"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45" name="Shape 2723">
            <a:extLst>
              <a:ext uri="{FF2B5EF4-FFF2-40B4-BE49-F238E27FC236}">
                <a16:creationId xmlns:a16="http://schemas.microsoft.com/office/drawing/2014/main" id="{24B85EF2-A5FA-4E48-B7FE-9C29588C130C}"/>
              </a:ext>
            </a:extLst>
          </p:cNvPr>
          <p:cNvSpPr/>
          <p:nvPr/>
        </p:nvSpPr>
        <p:spPr>
          <a:xfrm>
            <a:off x="9517735" y="3347990"/>
            <a:ext cx="317395" cy="33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0" tIns="0" rIns="0" bIns="0" numCol="1" anchor="ctr">
            <a:spAutoFit/>
          </a:bodyPr>
          <a:lstStyle>
            <a:lvl1pPr>
              <a:defRPr sz="5800">
                <a:solidFill>
                  <a:srgbClr val="F9FAFC"/>
                </a:solidFill>
                <a:latin typeface="Sosa"/>
                <a:ea typeface="Sosa"/>
                <a:cs typeface="Sosa"/>
                <a:sym typeface="Sosa"/>
              </a:defRPr>
            </a:lvl1pPr>
          </a:lstStyle>
          <a:p>
            <a:pPr lvl="0" algn="ctr">
              <a:lnSpc>
                <a:spcPct val="120000"/>
              </a:lnSpc>
              <a:defRPr sz="1800">
                <a:solidFill>
                  <a:srgbClr val="000000"/>
                </a:solidFill>
              </a:defRPr>
            </a:pP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  <a:cs typeface="Chogokuboso Gothic" panose="02000600000000000000" charset="-128"/>
                <a:sym typeface="思源黑体 CN Normal" panose="020B0400000000000000" pitchFamily="34" charset="-122"/>
              </a:rPr>
              <a:t>04</a:t>
            </a:r>
            <a:endParaRPr sz="2000" b="1" dirty="0">
              <a:solidFill>
                <a:schemeClr val="bg1"/>
              </a:solidFill>
              <a:latin typeface="+mj-ea"/>
              <a:ea typeface="+mj-ea"/>
              <a:cs typeface="Chogokuboso Gothic" panose="02000600000000000000" charset="-128"/>
              <a:sym typeface="思源黑体 CN Normal" panose="020B0400000000000000" pitchFamily="34" charset="-122"/>
            </a:endParaRPr>
          </a:p>
        </p:txBody>
      </p:sp>
      <p:sp>
        <p:nvSpPr>
          <p:cNvPr id="46" name="Inhaltsplatzhalter 4">
            <a:extLst>
              <a:ext uri="{FF2B5EF4-FFF2-40B4-BE49-F238E27FC236}">
                <a16:creationId xmlns:a16="http://schemas.microsoft.com/office/drawing/2014/main" id="{A950EEB7-8BF3-4305-B9CD-67B786602F71}"/>
              </a:ext>
            </a:extLst>
          </p:cNvPr>
          <p:cNvSpPr txBox="1"/>
          <p:nvPr/>
        </p:nvSpPr>
        <p:spPr>
          <a:xfrm>
            <a:off x="3632558" y="1203966"/>
            <a:ext cx="2539925" cy="9368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7" name="Inhaltsplatzhalter 4">
            <a:extLst>
              <a:ext uri="{FF2B5EF4-FFF2-40B4-BE49-F238E27FC236}">
                <a16:creationId xmlns:a16="http://schemas.microsoft.com/office/drawing/2014/main" id="{B8E639F5-BCCF-457F-8566-71E8C9072B8B}"/>
              </a:ext>
            </a:extLst>
          </p:cNvPr>
          <p:cNvSpPr txBox="1"/>
          <p:nvPr/>
        </p:nvSpPr>
        <p:spPr>
          <a:xfrm>
            <a:off x="1245604" y="4887993"/>
            <a:ext cx="2539925" cy="9368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8" name="Inhaltsplatzhalter 4">
            <a:extLst>
              <a:ext uri="{FF2B5EF4-FFF2-40B4-BE49-F238E27FC236}">
                <a16:creationId xmlns:a16="http://schemas.microsoft.com/office/drawing/2014/main" id="{F96302AF-F7E6-4D12-BA99-5D78B043E6B4}"/>
              </a:ext>
            </a:extLst>
          </p:cNvPr>
          <p:cNvSpPr txBox="1"/>
          <p:nvPr/>
        </p:nvSpPr>
        <p:spPr>
          <a:xfrm>
            <a:off x="6019513" y="4887993"/>
            <a:ext cx="2539925" cy="9368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9" name="Inhaltsplatzhalter 4">
            <a:extLst>
              <a:ext uri="{FF2B5EF4-FFF2-40B4-BE49-F238E27FC236}">
                <a16:creationId xmlns:a16="http://schemas.microsoft.com/office/drawing/2014/main" id="{B3617D70-EDDF-4F1B-9ADA-2613668F55C4}"/>
              </a:ext>
            </a:extLst>
          </p:cNvPr>
          <p:cNvSpPr txBox="1"/>
          <p:nvPr/>
        </p:nvSpPr>
        <p:spPr>
          <a:xfrm>
            <a:off x="8406468" y="1203966"/>
            <a:ext cx="2539925" cy="9368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B113ED3-F319-4AF5-AA2D-38DD160BDF47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90B924B-92D2-443E-9BB3-B5F7DB095B0B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01CDD84-D7B9-4D88-99D9-75CC1C803DF0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B050643-5B5E-44AB-9DA5-B0FABF25E453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4B45BD3-44FF-4BF3-B85C-8CAB8586985A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F5526BA-4212-45C2-922C-880FAF780172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DE5F5351-D893-4ED3-AED5-E04C5C4FB51D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41D854B6-C1F7-416A-8D2D-811C7AF092FE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9758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781AC-5F4C-4E19-9AF6-E0DD7812A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F35FDBB3-17E0-4080-976B-3354FAA17432}"/>
              </a:ext>
            </a:extLst>
          </p:cNvPr>
          <p:cNvGrpSpPr/>
          <p:nvPr/>
        </p:nvGrpSpPr>
        <p:grpSpPr>
          <a:xfrm>
            <a:off x="602591" y="3800554"/>
            <a:ext cx="4981462" cy="989041"/>
            <a:chOff x="508001" y="3918478"/>
            <a:chExt cx="4981462" cy="98904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0" name="Freeform 5">
              <a:extLst>
                <a:ext uri="{FF2B5EF4-FFF2-40B4-BE49-F238E27FC236}">
                  <a16:creationId xmlns:a16="http://schemas.microsoft.com/office/drawing/2014/main" id="{A0C01E94-1B91-4EF3-9AD8-B9E45164E915}"/>
                </a:ext>
              </a:extLst>
            </p:cNvPr>
            <p:cNvSpPr/>
            <p:nvPr/>
          </p:nvSpPr>
          <p:spPr bwMode="auto">
            <a:xfrm>
              <a:off x="508001" y="3918478"/>
              <a:ext cx="4850013" cy="989041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1" name="Freeform 8">
              <a:extLst>
                <a:ext uri="{FF2B5EF4-FFF2-40B4-BE49-F238E27FC236}">
                  <a16:creationId xmlns:a16="http://schemas.microsoft.com/office/drawing/2014/main" id="{DA2C47F9-F5D3-44F7-BCC4-66088B3F9D02}"/>
                </a:ext>
              </a:extLst>
            </p:cNvPr>
            <p:cNvSpPr/>
            <p:nvPr/>
          </p:nvSpPr>
          <p:spPr bwMode="auto">
            <a:xfrm>
              <a:off x="5358014" y="3918478"/>
              <a:ext cx="131449" cy="989041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73" name="Group 22">
            <a:extLst>
              <a:ext uri="{FF2B5EF4-FFF2-40B4-BE49-F238E27FC236}">
                <a16:creationId xmlns:a16="http://schemas.microsoft.com/office/drawing/2014/main" id="{0263627E-E49B-4497-AAE3-1E7992A348DC}"/>
              </a:ext>
            </a:extLst>
          </p:cNvPr>
          <p:cNvGrpSpPr/>
          <p:nvPr/>
        </p:nvGrpSpPr>
        <p:grpSpPr>
          <a:xfrm>
            <a:off x="802031" y="3728937"/>
            <a:ext cx="894759" cy="905639"/>
            <a:chOff x="707441" y="4151657"/>
            <a:chExt cx="894759" cy="905639"/>
          </a:xfrm>
        </p:grpSpPr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id="{1F2D5256-E9D2-43A3-BD42-2BA21D390993}"/>
                </a:ext>
              </a:extLst>
            </p:cNvPr>
            <p:cNvSpPr/>
            <p:nvPr/>
          </p:nvSpPr>
          <p:spPr bwMode="auto">
            <a:xfrm>
              <a:off x="778151" y="4151657"/>
              <a:ext cx="824049" cy="905639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</a:p>
          </p:txBody>
        </p:sp>
        <p:sp>
          <p:nvSpPr>
            <p:cNvPr id="79" name="Freeform 7">
              <a:extLst>
                <a:ext uri="{FF2B5EF4-FFF2-40B4-BE49-F238E27FC236}">
                  <a16:creationId xmlns:a16="http://schemas.microsoft.com/office/drawing/2014/main" id="{E48A420B-D026-4292-9C13-F223321ED617}"/>
                </a:ext>
              </a:extLst>
            </p:cNvPr>
            <p:cNvSpPr/>
            <p:nvPr/>
          </p:nvSpPr>
          <p:spPr bwMode="auto">
            <a:xfrm>
              <a:off x="707441" y="4151657"/>
              <a:ext cx="142327" cy="71617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76" name="Freeform 24">
            <a:extLst>
              <a:ext uri="{FF2B5EF4-FFF2-40B4-BE49-F238E27FC236}">
                <a16:creationId xmlns:a16="http://schemas.microsoft.com/office/drawing/2014/main" id="{78D58588-0085-485C-A3C3-8C02DCB90289}"/>
              </a:ext>
            </a:extLst>
          </p:cNvPr>
          <p:cNvSpPr/>
          <p:nvPr/>
        </p:nvSpPr>
        <p:spPr bwMode="auto">
          <a:xfrm>
            <a:off x="2585423" y="3877562"/>
            <a:ext cx="45719" cy="835024"/>
          </a:xfrm>
          <a:custGeom>
            <a:avLst/>
            <a:gdLst>
              <a:gd name="T0" fmla="*/ 22 w 22"/>
              <a:gd name="T1" fmla="*/ 0 h 268"/>
              <a:gd name="T2" fmla="*/ 22 w 22"/>
              <a:gd name="T3" fmla="*/ 268 h 268"/>
              <a:gd name="T4" fmla="*/ 0 w 22"/>
              <a:gd name="T5" fmla="*/ 268 h 268"/>
              <a:gd name="T6" fmla="*/ 0 w 22"/>
              <a:gd name="T7" fmla="*/ 0 h 268"/>
              <a:gd name="T8" fmla="*/ 22 w 22"/>
              <a:gd name="T9" fmla="*/ 0 h 268"/>
              <a:gd name="T10" fmla="*/ 22 w 22"/>
              <a:gd name="T11" fmla="*/ 0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" h="268">
                <a:moveTo>
                  <a:pt x="22" y="0"/>
                </a:moveTo>
                <a:lnTo>
                  <a:pt x="22" y="268"/>
                </a:lnTo>
                <a:lnTo>
                  <a:pt x="0" y="268"/>
                </a:lnTo>
                <a:lnTo>
                  <a:pt x="0" y="0"/>
                </a:lnTo>
                <a:lnTo>
                  <a:pt x="22" y="0"/>
                </a:lnTo>
                <a:lnTo>
                  <a:pt x="22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7" name="Inhaltsplatzhalter 4">
            <a:extLst>
              <a:ext uri="{FF2B5EF4-FFF2-40B4-BE49-F238E27FC236}">
                <a16:creationId xmlns:a16="http://schemas.microsoft.com/office/drawing/2014/main" id="{4E333AE9-5D4A-4343-BF07-46344BA29E19}"/>
              </a:ext>
            </a:extLst>
          </p:cNvPr>
          <p:cNvSpPr txBox="1"/>
          <p:nvPr/>
        </p:nvSpPr>
        <p:spPr>
          <a:xfrm>
            <a:off x="2757279" y="4066711"/>
            <a:ext cx="2614162" cy="45672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75" name="Freeform 171">
            <a:extLst>
              <a:ext uri="{FF2B5EF4-FFF2-40B4-BE49-F238E27FC236}">
                <a16:creationId xmlns:a16="http://schemas.microsoft.com/office/drawing/2014/main" id="{E029AD1F-7B3C-4F2B-B650-592CA4741E66}"/>
              </a:ext>
            </a:extLst>
          </p:cNvPr>
          <p:cNvSpPr/>
          <p:nvPr/>
        </p:nvSpPr>
        <p:spPr bwMode="auto">
          <a:xfrm>
            <a:off x="1927940" y="4093042"/>
            <a:ext cx="479948" cy="404064"/>
          </a:xfrm>
          <a:custGeom>
            <a:avLst/>
            <a:gdLst/>
            <a:ahLst/>
            <a:cxnLst>
              <a:cxn ang="0">
                <a:pos x="251" y="74"/>
              </a:cxn>
              <a:cxn ang="0">
                <a:pos x="251" y="74"/>
              </a:cxn>
              <a:cxn ang="0">
                <a:pos x="251" y="74"/>
              </a:cxn>
              <a:cxn ang="0">
                <a:pos x="147" y="146"/>
              </a:cxn>
              <a:cxn ang="0">
                <a:pos x="147" y="146"/>
              </a:cxn>
              <a:cxn ang="0">
                <a:pos x="140" y="148"/>
              </a:cxn>
              <a:cxn ang="0">
                <a:pos x="133" y="146"/>
              </a:cxn>
              <a:cxn ang="0">
                <a:pos x="133" y="146"/>
              </a:cxn>
              <a:cxn ang="0">
                <a:pos x="133" y="146"/>
              </a:cxn>
              <a:cxn ang="0">
                <a:pos x="133" y="146"/>
              </a:cxn>
              <a:cxn ang="0">
                <a:pos x="80" y="110"/>
              </a:cxn>
              <a:cxn ang="0">
                <a:pos x="24" y="143"/>
              </a:cxn>
              <a:cxn ang="0">
                <a:pos x="24" y="192"/>
              </a:cxn>
              <a:cxn ang="0">
                <a:pos x="244" y="192"/>
              </a:cxn>
              <a:cxn ang="0">
                <a:pos x="256" y="204"/>
              </a:cxn>
              <a:cxn ang="0">
                <a:pos x="244" y="216"/>
              </a:cxn>
              <a:cxn ang="0">
                <a:pos x="12" y="216"/>
              </a:cxn>
              <a:cxn ang="0">
                <a:pos x="0" y="204"/>
              </a:cxn>
              <a:cxn ang="0">
                <a:pos x="0" y="12"/>
              </a:cxn>
              <a:cxn ang="0">
                <a:pos x="12" y="0"/>
              </a:cxn>
              <a:cxn ang="0">
                <a:pos x="24" y="12"/>
              </a:cxn>
              <a:cxn ang="0">
                <a:pos x="24" y="115"/>
              </a:cxn>
              <a:cxn ang="0">
                <a:pos x="74" y="86"/>
              </a:cxn>
              <a:cxn ang="0">
                <a:pos x="74" y="86"/>
              </a:cxn>
              <a:cxn ang="0">
                <a:pos x="80" y="84"/>
              </a:cxn>
              <a:cxn ang="0">
                <a:pos x="87" y="86"/>
              </a:cxn>
              <a:cxn ang="0">
                <a:pos x="87" y="86"/>
              </a:cxn>
              <a:cxn ang="0">
                <a:pos x="87" y="86"/>
              </a:cxn>
              <a:cxn ang="0">
                <a:pos x="87" y="86"/>
              </a:cxn>
              <a:cxn ang="0">
                <a:pos x="140" y="121"/>
              </a:cxn>
              <a:cxn ang="0">
                <a:pos x="237" y="54"/>
              </a:cxn>
              <a:cxn ang="0">
                <a:pos x="237" y="54"/>
              </a:cxn>
              <a:cxn ang="0">
                <a:pos x="244" y="52"/>
              </a:cxn>
              <a:cxn ang="0">
                <a:pos x="256" y="64"/>
              </a:cxn>
              <a:cxn ang="0">
                <a:pos x="251" y="74"/>
              </a:cxn>
            </a:cxnLst>
            <a:rect l="0" t="0" r="r" b="b"/>
            <a:pathLst>
              <a:path w="256" h="216">
                <a:moveTo>
                  <a:pt x="251" y="74"/>
                </a:moveTo>
                <a:cubicBezTo>
                  <a:pt x="251" y="74"/>
                  <a:pt x="251" y="74"/>
                  <a:pt x="251" y="74"/>
                </a:cubicBezTo>
                <a:cubicBezTo>
                  <a:pt x="251" y="74"/>
                  <a:pt x="251" y="74"/>
                  <a:pt x="251" y="74"/>
                </a:cubicBezTo>
                <a:cubicBezTo>
                  <a:pt x="147" y="146"/>
                  <a:pt x="147" y="146"/>
                  <a:pt x="147" y="146"/>
                </a:cubicBezTo>
                <a:cubicBezTo>
                  <a:pt x="147" y="146"/>
                  <a:pt x="147" y="146"/>
                  <a:pt x="147" y="146"/>
                </a:cubicBezTo>
                <a:cubicBezTo>
                  <a:pt x="145" y="147"/>
                  <a:pt x="143" y="148"/>
                  <a:pt x="140" y="148"/>
                </a:cubicBezTo>
                <a:cubicBezTo>
                  <a:pt x="138" y="148"/>
                  <a:pt x="135" y="147"/>
                  <a:pt x="133" y="146"/>
                </a:cubicBezTo>
                <a:cubicBezTo>
                  <a:pt x="133" y="146"/>
                  <a:pt x="133" y="146"/>
                  <a:pt x="133" y="146"/>
                </a:cubicBezTo>
                <a:cubicBezTo>
                  <a:pt x="133" y="146"/>
                  <a:pt x="133" y="146"/>
                  <a:pt x="133" y="146"/>
                </a:cubicBezTo>
                <a:cubicBezTo>
                  <a:pt x="133" y="146"/>
                  <a:pt x="133" y="146"/>
                  <a:pt x="133" y="146"/>
                </a:cubicBezTo>
                <a:cubicBezTo>
                  <a:pt x="80" y="110"/>
                  <a:pt x="80" y="110"/>
                  <a:pt x="80" y="110"/>
                </a:cubicBezTo>
                <a:cubicBezTo>
                  <a:pt x="24" y="143"/>
                  <a:pt x="24" y="143"/>
                  <a:pt x="24" y="143"/>
                </a:cubicBezTo>
                <a:cubicBezTo>
                  <a:pt x="24" y="192"/>
                  <a:pt x="24" y="192"/>
                  <a:pt x="24" y="192"/>
                </a:cubicBezTo>
                <a:cubicBezTo>
                  <a:pt x="244" y="192"/>
                  <a:pt x="244" y="192"/>
                  <a:pt x="244" y="192"/>
                </a:cubicBezTo>
                <a:cubicBezTo>
                  <a:pt x="251" y="192"/>
                  <a:pt x="256" y="197"/>
                  <a:pt x="256" y="204"/>
                </a:cubicBezTo>
                <a:cubicBezTo>
                  <a:pt x="256" y="211"/>
                  <a:pt x="251" y="216"/>
                  <a:pt x="244" y="216"/>
                </a:cubicBezTo>
                <a:cubicBezTo>
                  <a:pt x="12" y="216"/>
                  <a:pt x="12" y="216"/>
                  <a:pt x="12" y="216"/>
                </a:cubicBezTo>
                <a:cubicBezTo>
                  <a:pt x="5" y="216"/>
                  <a:pt x="0" y="211"/>
                  <a:pt x="0" y="20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9" y="0"/>
                  <a:pt x="24" y="5"/>
                  <a:pt x="24" y="12"/>
                </a:cubicBezTo>
                <a:cubicBezTo>
                  <a:pt x="24" y="115"/>
                  <a:pt x="24" y="115"/>
                  <a:pt x="24" y="115"/>
                </a:cubicBezTo>
                <a:cubicBezTo>
                  <a:pt x="74" y="86"/>
                  <a:pt x="74" y="86"/>
                  <a:pt x="74" y="86"/>
                </a:cubicBezTo>
                <a:cubicBezTo>
                  <a:pt x="74" y="86"/>
                  <a:pt x="74" y="86"/>
                  <a:pt x="74" y="86"/>
                </a:cubicBezTo>
                <a:cubicBezTo>
                  <a:pt x="76" y="85"/>
                  <a:pt x="78" y="84"/>
                  <a:pt x="80" y="84"/>
                </a:cubicBezTo>
                <a:cubicBezTo>
                  <a:pt x="82" y="84"/>
                  <a:pt x="85" y="85"/>
                  <a:pt x="87" y="86"/>
                </a:cubicBezTo>
                <a:cubicBezTo>
                  <a:pt x="87" y="86"/>
                  <a:pt x="87" y="86"/>
                  <a:pt x="87" y="86"/>
                </a:cubicBezTo>
                <a:cubicBezTo>
                  <a:pt x="87" y="86"/>
                  <a:pt x="87" y="86"/>
                  <a:pt x="87" y="86"/>
                </a:cubicBezTo>
                <a:cubicBezTo>
                  <a:pt x="87" y="86"/>
                  <a:pt x="87" y="86"/>
                  <a:pt x="87" y="86"/>
                </a:cubicBezTo>
                <a:cubicBezTo>
                  <a:pt x="140" y="121"/>
                  <a:pt x="140" y="121"/>
                  <a:pt x="140" y="121"/>
                </a:cubicBezTo>
                <a:cubicBezTo>
                  <a:pt x="237" y="54"/>
                  <a:pt x="237" y="54"/>
                  <a:pt x="237" y="54"/>
                </a:cubicBezTo>
                <a:cubicBezTo>
                  <a:pt x="237" y="54"/>
                  <a:pt x="237" y="54"/>
                  <a:pt x="237" y="54"/>
                </a:cubicBezTo>
                <a:cubicBezTo>
                  <a:pt x="239" y="53"/>
                  <a:pt x="241" y="52"/>
                  <a:pt x="244" y="52"/>
                </a:cubicBezTo>
                <a:cubicBezTo>
                  <a:pt x="251" y="52"/>
                  <a:pt x="256" y="57"/>
                  <a:pt x="256" y="64"/>
                </a:cubicBezTo>
                <a:cubicBezTo>
                  <a:pt x="256" y="68"/>
                  <a:pt x="254" y="72"/>
                  <a:pt x="251" y="7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E9F37DD3-380E-43CA-8A64-90875ED9D9F0}"/>
              </a:ext>
            </a:extLst>
          </p:cNvPr>
          <p:cNvGrpSpPr/>
          <p:nvPr/>
        </p:nvGrpSpPr>
        <p:grpSpPr>
          <a:xfrm>
            <a:off x="602591" y="2624769"/>
            <a:ext cx="4981462" cy="989041"/>
            <a:chOff x="508001" y="2742693"/>
            <a:chExt cx="4981462" cy="98904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1" name="Freeform 5">
              <a:extLst>
                <a:ext uri="{FF2B5EF4-FFF2-40B4-BE49-F238E27FC236}">
                  <a16:creationId xmlns:a16="http://schemas.microsoft.com/office/drawing/2014/main" id="{B1AB9E50-76BF-483E-866F-1A0ED6C1B148}"/>
                </a:ext>
              </a:extLst>
            </p:cNvPr>
            <p:cNvSpPr/>
            <p:nvPr/>
          </p:nvSpPr>
          <p:spPr bwMode="auto">
            <a:xfrm>
              <a:off x="508001" y="2742693"/>
              <a:ext cx="4850013" cy="989041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2" name="Freeform 8">
              <a:extLst>
                <a:ext uri="{FF2B5EF4-FFF2-40B4-BE49-F238E27FC236}">
                  <a16:creationId xmlns:a16="http://schemas.microsoft.com/office/drawing/2014/main" id="{E6765578-304B-4B37-8D12-5126E1103E96}"/>
                </a:ext>
              </a:extLst>
            </p:cNvPr>
            <p:cNvSpPr/>
            <p:nvPr/>
          </p:nvSpPr>
          <p:spPr bwMode="auto">
            <a:xfrm>
              <a:off x="5358014" y="2742693"/>
              <a:ext cx="131449" cy="989041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84" name="Group 21">
            <a:extLst>
              <a:ext uri="{FF2B5EF4-FFF2-40B4-BE49-F238E27FC236}">
                <a16:creationId xmlns:a16="http://schemas.microsoft.com/office/drawing/2014/main" id="{389CC511-F8DC-4615-ACF3-6CE6A0BF3D73}"/>
              </a:ext>
            </a:extLst>
          </p:cNvPr>
          <p:cNvGrpSpPr/>
          <p:nvPr/>
        </p:nvGrpSpPr>
        <p:grpSpPr>
          <a:xfrm>
            <a:off x="802031" y="2553152"/>
            <a:ext cx="894759" cy="905639"/>
            <a:chOff x="707441" y="2975872"/>
            <a:chExt cx="894759" cy="905639"/>
          </a:xfrm>
        </p:grpSpPr>
        <p:sp>
          <p:nvSpPr>
            <p:cNvPr id="89" name="Freeform 6">
              <a:extLst>
                <a:ext uri="{FF2B5EF4-FFF2-40B4-BE49-F238E27FC236}">
                  <a16:creationId xmlns:a16="http://schemas.microsoft.com/office/drawing/2014/main" id="{88B00DD8-3CD5-4E55-A1F8-35C480811BDC}"/>
                </a:ext>
              </a:extLst>
            </p:cNvPr>
            <p:cNvSpPr/>
            <p:nvPr/>
          </p:nvSpPr>
          <p:spPr bwMode="auto">
            <a:xfrm>
              <a:off x="778151" y="2975872"/>
              <a:ext cx="824049" cy="905639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</a:p>
          </p:txBody>
        </p:sp>
        <p:sp>
          <p:nvSpPr>
            <p:cNvPr id="90" name="Freeform 7">
              <a:extLst>
                <a:ext uri="{FF2B5EF4-FFF2-40B4-BE49-F238E27FC236}">
                  <a16:creationId xmlns:a16="http://schemas.microsoft.com/office/drawing/2014/main" id="{9939E8C5-3412-4855-B6B3-20E89C82BE86}"/>
                </a:ext>
              </a:extLst>
            </p:cNvPr>
            <p:cNvSpPr/>
            <p:nvPr/>
          </p:nvSpPr>
          <p:spPr bwMode="auto">
            <a:xfrm>
              <a:off x="707441" y="2975872"/>
              <a:ext cx="142327" cy="71617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87" name="Freeform 24">
            <a:extLst>
              <a:ext uri="{FF2B5EF4-FFF2-40B4-BE49-F238E27FC236}">
                <a16:creationId xmlns:a16="http://schemas.microsoft.com/office/drawing/2014/main" id="{F30E2558-1856-4215-B214-5EAD3166BF1F}"/>
              </a:ext>
            </a:extLst>
          </p:cNvPr>
          <p:cNvSpPr/>
          <p:nvPr/>
        </p:nvSpPr>
        <p:spPr bwMode="auto">
          <a:xfrm>
            <a:off x="2585423" y="2701777"/>
            <a:ext cx="45719" cy="835024"/>
          </a:xfrm>
          <a:custGeom>
            <a:avLst/>
            <a:gdLst>
              <a:gd name="T0" fmla="*/ 22 w 22"/>
              <a:gd name="T1" fmla="*/ 0 h 268"/>
              <a:gd name="T2" fmla="*/ 22 w 22"/>
              <a:gd name="T3" fmla="*/ 268 h 268"/>
              <a:gd name="T4" fmla="*/ 0 w 22"/>
              <a:gd name="T5" fmla="*/ 268 h 268"/>
              <a:gd name="T6" fmla="*/ 0 w 22"/>
              <a:gd name="T7" fmla="*/ 0 h 268"/>
              <a:gd name="T8" fmla="*/ 22 w 22"/>
              <a:gd name="T9" fmla="*/ 0 h 268"/>
              <a:gd name="T10" fmla="*/ 22 w 22"/>
              <a:gd name="T11" fmla="*/ 0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" h="268">
                <a:moveTo>
                  <a:pt x="22" y="0"/>
                </a:moveTo>
                <a:lnTo>
                  <a:pt x="22" y="268"/>
                </a:lnTo>
                <a:lnTo>
                  <a:pt x="0" y="268"/>
                </a:lnTo>
                <a:lnTo>
                  <a:pt x="0" y="0"/>
                </a:lnTo>
                <a:lnTo>
                  <a:pt x="22" y="0"/>
                </a:lnTo>
                <a:lnTo>
                  <a:pt x="22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88" name="Inhaltsplatzhalter 4">
            <a:extLst>
              <a:ext uri="{FF2B5EF4-FFF2-40B4-BE49-F238E27FC236}">
                <a16:creationId xmlns:a16="http://schemas.microsoft.com/office/drawing/2014/main" id="{1635238E-8443-4B21-B4A4-B13E0C2EF0A7}"/>
              </a:ext>
            </a:extLst>
          </p:cNvPr>
          <p:cNvSpPr txBox="1"/>
          <p:nvPr/>
        </p:nvSpPr>
        <p:spPr>
          <a:xfrm>
            <a:off x="2757279" y="2890926"/>
            <a:ext cx="2614162" cy="45672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86" name="Freeform 191">
            <a:extLst>
              <a:ext uri="{FF2B5EF4-FFF2-40B4-BE49-F238E27FC236}">
                <a16:creationId xmlns:a16="http://schemas.microsoft.com/office/drawing/2014/main" id="{E8BFCF56-2572-4DF6-B287-EE79A4C5A5A7}"/>
              </a:ext>
            </a:extLst>
          </p:cNvPr>
          <p:cNvSpPr/>
          <p:nvPr/>
        </p:nvSpPr>
        <p:spPr bwMode="auto">
          <a:xfrm>
            <a:off x="1927940" y="2887852"/>
            <a:ext cx="478050" cy="462874"/>
          </a:xfrm>
          <a:custGeom>
            <a:avLst/>
            <a:gdLst/>
            <a:ahLst/>
            <a:cxnLst>
              <a:cxn ang="0">
                <a:pos x="256" y="236"/>
              </a:cxn>
              <a:cxn ang="0">
                <a:pos x="256" y="236"/>
              </a:cxn>
              <a:cxn ang="0">
                <a:pos x="244" y="248"/>
              </a:cxn>
              <a:cxn ang="0">
                <a:pos x="12" y="248"/>
              </a:cxn>
              <a:cxn ang="0">
                <a:pos x="0" y="236"/>
              </a:cxn>
              <a:cxn ang="0">
                <a:pos x="0" y="236"/>
              </a:cxn>
              <a:cxn ang="0">
                <a:pos x="0" y="236"/>
              </a:cxn>
              <a:cxn ang="0">
                <a:pos x="32" y="176"/>
              </a:cxn>
              <a:cxn ang="0">
                <a:pos x="69" y="164"/>
              </a:cxn>
              <a:cxn ang="0">
                <a:pos x="100" y="150"/>
              </a:cxn>
              <a:cxn ang="0">
                <a:pos x="100" y="127"/>
              </a:cxn>
              <a:cxn ang="0">
                <a:pos x="88" y="97"/>
              </a:cxn>
              <a:cxn ang="0">
                <a:pos x="80" y="85"/>
              </a:cxn>
              <a:cxn ang="0">
                <a:pos x="84" y="65"/>
              </a:cxn>
              <a:cxn ang="0">
                <a:pos x="82" y="39"/>
              </a:cxn>
              <a:cxn ang="0">
                <a:pos x="128" y="0"/>
              </a:cxn>
              <a:cxn ang="0">
                <a:pos x="175" y="39"/>
              </a:cxn>
              <a:cxn ang="0">
                <a:pos x="172" y="65"/>
              </a:cxn>
              <a:cxn ang="0">
                <a:pos x="176" y="85"/>
              </a:cxn>
              <a:cxn ang="0">
                <a:pos x="168" y="97"/>
              </a:cxn>
              <a:cxn ang="0">
                <a:pos x="156" y="126"/>
              </a:cxn>
              <a:cxn ang="0">
                <a:pos x="156" y="150"/>
              </a:cxn>
              <a:cxn ang="0">
                <a:pos x="187" y="164"/>
              </a:cxn>
              <a:cxn ang="0">
                <a:pos x="224" y="176"/>
              </a:cxn>
              <a:cxn ang="0">
                <a:pos x="256" y="236"/>
              </a:cxn>
            </a:cxnLst>
            <a:rect l="0" t="0" r="r" b="b"/>
            <a:pathLst>
              <a:path w="256" h="248">
                <a:moveTo>
                  <a:pt x="256" y="236"/>
                </a:moveTo>
                <a:cubicBezTo>
                  <a:pt x="256" y="236"/>
                  <a:pt x="256" y="236"/>
                  <a:pt x="256" y="236"/>
                </a:cubicBezTo>
                <a:cubicBezTo>
                  <a:pt x="256" y="243"/>
                  <a:pt x="251" y="248"/>
                  <a:pt x="244" y="248"/>
                </a:cubicBezTo>
                <a:cubicBezTo>
                  <a:pt x="12" y="248"/>
                  <a:pt x="12" y="248"/>
                  <a:pt x="12" y="248"/>
                </a:cubicBezTo>
                <a:cubicBezTo>
                  <a:pt x="5" y="248"/>
                  <a:pt x="0" y="243"/>
                  <a:pt x="0" y="236"/>
                </a:cubicBezTo>
                <a:cubicBezTo>
                  <a:pt x="0" y="236"/>
                  <a:pt x="0" y="236"/>
                  <a:pt x="0" y="236"/>
                </a:cubicBezTo>
                <a:cubicBezTo>
                  <a:pt x="0" y="236"/>
                  <a:pt x="0" y="236"/>
                  <a:pt x="0" y="236"/>
                </a:cubicBezTo>
                <a:cubicBezTo>
                  <a:pt x="0" y="236"/>
                  <a:pt x="0" y="192"/>
                  <a:pt x="32" y="176"/>
                </a:cubicBezTo>
                <a:cubicBezTo>
                  <a:pt x="52" y="166"/>
                  <a:pt x="44" y="174"/>
                  <a:pt x="69" y="164"/>
                </a:cubicBezTo>
                <a:cubicBezTo>
                  <a:pt x="94" y="154"/>
                  <a:pt x="100" y="150"/>
                  <a:pt x="100" y="150"/>
                </a:cubicBezTo>
                <a:cubicBezTo>
                  <a:pt x="100" y="127"/>
                  <a:pt x="100" y="127"/>
                  <a:pt x="100" y="127"/>
                </a:cubicBezTo>
                <a:cubicBezTo>
                  <a:pt x="100" y="127"/>
                  <a:pt x="91" y="119"/>
                  <a:pt x="88" y="97"/>
                </a:cubicBezTo>
                <a:cubicBezTo>
                  <a:pt x="82" y="99"/>
                  <a:pt x="80" y="90"/>
                  <a:pt x="80" y="85"/>
                </a:cubicBezTo>
                <a:cubicBezTo>
                  <a:pt x="80" y="80"/>
                  <a:pt x="77" y="63"/>
                  <a:pt x="84" y="65"/>
                </a:cubicBezTo>
                <a:cubicBezTo>
                  <a:pt x="82" y="54"/>
                  <a:pt x="81" y="44"/>
                  <a:pt x="82" y="39"/>
                </a:cubicBezTo>
                <a:cubicBezTo>
                  <a:pt x="83" y="21"/>
                  <a:pt x="101" y="1"/>
                  <a:pt x="128" y="0"/>
                </a:cubicBezTo>
                <a:cubicBezTo>
                  <a:pt x="160" y="1"/>
                  <a:pt x="173" y="21"/>
                  <a:pt x="175" y="39"/>
                </a:cubicBezTo>
                <a:cubicBezTo>
                  <a:pt x="175" y="44"/>
                  <a:pt x="174" y="54"/>
                  <a:pt x="172" y="65"/>
                </a:cubicBezTo>
                <a:cubicBezTo>
                  <a:pt x="180" y="63"/>
                  <a:pt x="177" y="80"/>
                  <a:pt x="176" y="85"/>
                </a:cubicBezTo>
                <a:cubicBezTo>
                  <a:pt x="176" y="90"/>
                  <a:pt x="174" y="99"/>
                  <a:pt x="168" y="97"/>
                </a:cubicBezTo>
                <a:cubicBezTo>
                  <a:pt x="165" y="119"/>
                  <a:pt x="156" y="126"/>
                  <a:pt x="156" y="126"/>
                </a:cubicBezTo>
                <a:cubicBezTo>
                  <a:pt x="156" y="150"/>
                  <a:pt x="156" y="150"/>
                  <a:pt x="156" y="150"/>
                </a:cubicBezTo>
                <a:cubicBezTo>
                  <a:pt x="156" y="150"/>
                  <a:pt x="162" y="153"/>
                  <a:pt x="187" y="164"/>
                </a:cubicBezTo>
                <a:cubicBezTo>
                  <a:pt x="212" y="174"/>
                  <a:pt x="204" y="166"/>
                  <a:pt x="224" y="176"/>
                </a:cubicBezTo>
                <a:cubicBezTo>
                  <a:pt x="256" y="192"/>
                  <a:pt x="256" y="236"/>
                  <a:pt x="256" y="23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C5967446-A97A-4027-961B-2F237684FFDC}"/>
              </a:ext>
            </a:extLst>
          </p:cNvPr>
          <p:cNvGrpSpPr/>
          <p:nvPr/>
        </p:nvGrpSpPr>
        <p:grpSpPr>
          <a:xfrm>
            <a:off x="602591" y="4976339"/>
            <a:ext cx="4981462" cy="989041"/>
            <a:chOff x="508001" y="5094263"/>
            <a:chExt cx="4981462" cy="98904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2" name="Freeform 5">
              <a:extLst>
                <a:ext uri="{FF2B5EF4-FFF2-40B4-BE49-F238E27FC236}">
                  <a16:creationId xmlns:a16="http://schemas.microsoft.com/office/drawing/2014/main" id="{BDBE392D-9BEB-47C1-89CC-ED3A19D4A036}"/>
                </a:ext>
              </a:extLst>
            </p:cNvPr>
            <p:cNvSpPr/>
            <p:nvPr/>
          </p:nvSpPr>
          <p:spPr bwMode="auto">
            <a:xfrm>
              <a:off x="508001" y="5094263"/>
              <a:ext cx="4850013" cy="989041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3" name="Freeform 8">
              <a:extLst>
                <a:ext uri="{FF2B5EF4-FFF2-40B4-BE49-F238E27FC236}">
                  <a16:creationId xmlns:a16="http://schemas.microsoft.com/office/drawing/2014/main" id="{7BC3910F-4814-499D-8B14-CA0379A96587}"/>
                </a:ext>
              </a:extLst>
            </p:cNvPr>
            <p:cNvSpPr/>
            <p:nvPr/>
          </p:nvSpPr>
          <p:spPr bwMode="auto">
            <a:xfrm>
              <a:off x="5358014" y="5094263"/>
              <a:ext cx="131449" cy="989041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95" name="Group 37">
            <a:extLst>
              <a:ext uri="{FF2B5EF4-FFF2-40B4-BE49-F238E27FC236}">
                <a16:creationId xmlns:a16="http://schemas.microsoft.com/office/drawing/2014/main" id="{9730F715-3E8D-4997-BD2B-B39D120A8AA3}"/>
              </a:ext>
            </a:extLst>
          </p:cNvPr>
          <p:cNvGrpSpPr/>
          <p:nvPr/>
        </p:nvGrpSpPr>
        <p:grpSpPr>
          <a:xfrm>
            <a:off x="802031" y="4904722"/>
            <a:ext cx="894759" cy="905639"/>
            <a:chOff x="707441" y="5327442"/>
            <a:chExt cx="894759" cy="905639"/>
          </a:xfrm>
        </p:grpSpPr>
        <p:sp>
          <p:nvSpPr>
            <p:cNvPr id="100" name="Freeform 6">
              <a:extLst>
                <a:ext uri="{FF2B5EF4-FFF2-40B4-BE49-F238E27FC236}">
                  <a16:creationId xmlns:a16="http://schemas.microsoft.com/office/drawing/2014/main" id="{C3763BB6-5CF8-47BD-BCFC-1C39DC89EF1E}"/>
                </a:ext>
              </a:extLst>
            </p:cNvPr>
            <p:cNvSpPr/>
            <p:nvPr/>
          </p:nvSpPr>
          <p:spPr bwMode="auto">
            <a:xfrm>
              <a:off x="778151" y="5327442"/>
              <a:ext cx="824049" cy="905639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</a:p>
          </p:txBody>
        </p:sp>
        <p:sp>
          <p:nvSpPr>
            <p:cNvPr id="101" name="Freeform 7">
              <a:extLst>
                <a:ext uri="{FF2B5EF4-FFF2-40B4-BE49-F238E27FC236}">
                  <a16:creationId xmlns:a16="http://schemas.microsoft.com/office/drawing/2014/main" id="{15AB91DD-EAA1-4FBE-86F5-098C86E39AED}"/>
                </a:ext>
              </a:extLst>
            </p:cNvPr>
            <p:cNvSpPr/>
            <p:nvPr/>
          </p:nvSpPr>
          <p:spPr bwMode="auto">
            <a:xfrm>
              <a:off x="707441" y="5327442"/>
              <a:ext cx="142327" cy="71617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98" name="Freeform 24">
            <a:extLst>
              <a:ext uri="{FF2B5EF4-FFF2-40B4-BE49-F238E27FC236}">
                <a16:creationId xmlns:a16="http://schemas.microsoft.com/office/drawing/2014/main" id="{49EA839F-11DC-4094-99BA-ECA815A80B2C}"/>
              </a:ext>
            </a:extLst>
          </p:cNvPr>
          <p:cNvSpPr/>
          <p:nvPr/>
        </p:nvSpPr>
        <p:spPr bwMode="auto">
          <a:xfrm>
            <a:off x="2585423" y="5053347"/>
            <a:ext cx="45719" cy="835024"/>
          </a:xfrm>
          <a:custGeom>
            <a:avLst/>
            <a:gdLst>
              <a:gd name="T0" fmla="*/ 22 w 22"/>
              <a:gd name="T1" fmla="*/ 0 h 268"/>
              <a:gd name="T2" fmla="*/ 22 w 22"/>
              <a:gd name="T3" fmla="*/ 268 h 268"/>
              <a:gd name="T4" fmla="*/ 0 w 22"/>
              <a:gd name="T5" fmla="*/ 268 h 268"/>
              <a:gd name="T6" fmla="*/ 0 w 22"/>
              <a:gd name="T7" fmla="*/ 0 h 268"/>
              <a:gd name="T8" fmla="*/ 22 w 22"/>
              <a:gd name="T9" fmla="*/ 0 h 268"/>
              <a:gd name="T10" fmla="*/ 22 w 22"/>
              <a:gd name="T11" fmla="*/ 0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" h="268">
                <a:moveTo>
                  <a:pt x="22" y="0"/>
                </a:moveTo>
                <a:lnTo>
                  <a:pt x="22" y="268"/>
                </a:lnTo>
                <a:lnTo>
                  <a:pt x="0" y="268"/>
                </a:lnTo>
                <a:lnTo>
                  <a:pt x="0" y="0"/>
                </a:lnTo>
                <a:lnTo>
                  <a:pt x="22" y="0"/>
                </a:lnTo>
                <a:lnTo>
                  <a:pt x="22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9" name="Inhaltsplatzhalter 4">
            <a:extLst>
              <a:ext uri="{FF2B5EF4-FFF2-40B4-BE49-F238E27FC236}">
                <a16:creationId xmlns:a16="http://schemas.microsoft.com/office/drawing/2014/main" id="{26E9F600-B50D-4C26-BD5B-21F8FFEFB743}"/>
              </a:ext>
            </a:extLst>
          </p:cNvPr>
          <p:cNvSpPr txBox="1"/>
          <p:nvPr/>
        </p:nvSpPr>
        <p:spPr>
          <a:xfrm>
            <a:off x="2757279" y="5242496"/>
            <a:ext cx="2614162" cy="45672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97" name="Freeform 222">
            <a:extLst>
              <a:ext uri="{FF2B5EF4-FFF2-40B4-BE49-F238E27FC236}">
                <a16:creationId xmlns:a16="http://schemas.microsoft.com/office/drawing/2014/main" id="{BCED459A-366A-44BF-BA6F-13D5F6603FF0}"/>
              </a:ext>
            </a:extLst>
          </p:cNvPr>
          <p:cNvSpPr>
            <a:spLocks noEditPoints="1"/>
          </p:cNvSpPr>
          <p:nvPr/>
        </p:nvSpPr>
        <p:spPr bwMode="auto">
          <a:xfrm>
            <a:off x="1927940" y="5231834"/>
            <a:ext cx="358538" cy="478050"/>
          </a:xfrm>
          <a:custGeom>
            <a:avLst/>
            <a:gdLst/>
            <a:ahLst/>
            <a:cxnLst>
              <a:cxn ang="0">
                <a:pos x="96" y="256"/>
              </a:cxn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96" y="256"/>
              </a:cxn>
              <a:cxn ang="0">
                <a:pos x="96" y="32"/>
              </a:cxn>
              <a:cxn ang="0">
                <a:pos x="32" y="96"/>
              </a:cxn>
              <a:cxn ang="0">
                <a:pos x="96" y="160"/>
              </a:cxn>
              <a:cxn ang="0">
                <a:pos x="160" y="96"/>
              </a:cxn>
              <a:cxn ang="0">
                <a:pos x="96" y="32"/>
              </a:cxn>
            </a:cxnLst>
            <a:rect l="0" t="0" r="r" b="b"/>
            <a:pathLst>
              <a:path w="192" h="256">
                <a:moveTo>
                  <a:pt x="96" y="256"/>
                </a:moveTo>
                <a:cubicBezTo>
                  <a:pt x="96" y="256"/>
                  <a:pt x="0" y="149"/>
                  <a:pt x="0" y="96"/>
                </a:cubicBezTo>
                <a:cubicBezTo>
                  <a:pt x="0" y="43"/>
                  <a:pt x="43" y="0"/>
                  <a:pt x="96" y="0"/>
                </a:cubicBezTo>
                <a:cubicBezTo>
                  <a:pt x="149" y="0"/>
                  <a:pt x="192" y="43"/>
                  <a:pt x="192" y="96"/>
                </a:cubicBezTo>
                <a:cubicBezTo>
                  <a:pt x="192" y="149"/>
                  <a:pt x="96" y="256"/>
                  <a:pt x="96" y="256"/>
                </a:cubicBezTo>
                <a:moveTo>
                  <a:pt x="96" y="32"/>
                </a:moveTo>
                <a:cubicBezTo>
                  <a:pt x="61" y="32"/>
                  <a:pt x="32" y="61"/>
                  <a:pt x="32" y="96"/>
                </a:cubicBezTo>
                <a:cubicBezTo>
                  <a:pt x="32" y="131"/>
                  <a:pt x="61" y="160"/>
                  <a:pt x="96" y="160"/>
                </a:cubicBezTo>
                <a:cubicBezTo>
                  <a:pt x="131" y="160"/>
                  <a:pt x="160" y="131"/>
                  <a:pt x="160" y="96"/>
                </a:cubicBezTo>
                <a:cubicBezTo>
                  <a:pt x="160" y="61"/>
                  <a:pt x="131" y="32"/>
                  <a:pt x="96" y="32"/>
                </a:cubicBezTo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grpSp>
        <p:nvGrpSpPr>
          <p:cNvPr id="105" name="Group 41">
            <a:extLst>
              <a:ext uri="{FF2B5EF4-FFF2-40B4-BE49-F238E27FC236}">
                <a16:creationId xmlns:a16="http://schemas.microsoft.com/office/drawing/2014/main" id="{B166AA56-B262-44AF-AE8A-8FBEC97A8340}"/>
              </a:ext>
            </a:extLst>
          </p:cNvPr>
          <p:cNvGrpSpPr/>
          <p:nvPr/>
        </p:nvGrpSpPr>
        <p:grpSpPr>
          <a:xfrm>
            <a:off x="602591" y="1448985"/>
            <a:ext cx="4981462" cy="989041"/>
            <a:chOff x="508001" y="1871705"/>
            <a:chExt cx="4981462" cy="989041"/>
          </a:xfrm>
        </p:grpSpPr>
        <p:sp>
          <p:nvSpPr>
            <p:cNvPr id="113" name="Freeform 5">
              <a:extLst>
                <a:ext uri="{FF2B5EF4-FFF2-40B4-BE49-F238E27FC236}">
                  <a16:creationId xmlns:a16="http://schemas.microsoft.com/office/drawing/2014/main" id="{E449DA5E-9636-4CC5-AD3D-8E23E8437195}"/>
                </a:ext>
              </a:extLst>
            </p:cNvPr>
            <p:cNvSpPr/>
            <p:nvPr/>
          </p:nvSpPr>
          <p:spPr bwMode="auto">
            <a:xfrm>
              <a:off x="508001" y="1871705"/>
              <a:ext cx="4850013" cy="989041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4" name="Freeform 8">
              <a:extLst>
                <a:ext uri="{FF2B5EF4-FFF2-40B4-BE49-F238E27FC236}">
                  <a16:creationId xmlns:a16="http://schemas.microsoft.com/office/drawing/2014/main" id="{A9973D4E-97CF-42D0-83AC-50AD7038205F}"/>
                </a:ext>
              </a:extLst>
            </p:cNvPr>
            <p:cNvSpPr/>
            <p:nvPr/>
          </p:nvSpPr>
          <p:spPr bwMode="auto">
            <a:xfrm>
              <a:off x="5358014" y="1871705"/>
              <a:ext cx="131449" cy="989041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06" name="Group 20">
            <a:extLst>
              <a:ext uri="{FF2B5EF4-FFF2-40B4-BE49-F238E27FC236}">
                <a16:creationId xmlns:a16="http://schemas.microsoft.com/office/drawing/2014/main" id="{5E2B9B16-107D-4531-A268-D1F3DD2BDA81}"/>
              </a:ext>
            </a:extLst>
          </p:cNvPr>
          <p:cNvGrpSpPr/>
          <p:nvPr/>
        </p:nvGrpSpPr>
        <p:grpSpPr>
          <a:xfrm>
            <a:off x="802031" y="1377368"/>
            <a:ext cx="894759" cy="905639"/>
            <a:chOff x="707441" y="1800088"/>
            <a:chExt cx="894759" cy="905639"/>
          </a:xfrm>
        </p:grpSpPr>
        <p:sp>
          <p:nvSpPr>
            <p:cNvPr id="111" name="Freeform 6">
              <a:extLst>
                <a:ext uri="{FF2B5EF4-FFF2-40B4-BE49-F238E27FC236}">
                  <a16:creationId xmlns:a16="http://schemas.microsoft.com/office/drawing/2014/main" id="{5D0F3F85-90F6-4C41-B7F9-024B87D05333}"/>
                </a:ext>
              </a:extLst>
            </p:cNvPr>
            <p:cNvSpPr/>
            <p:nvPr/>
          </p:nvSpPr>
          <p:spPr bwMode="auto">
            <a:xfrm>
              <a:off x="778151" y="1800088"/>
              <a:ext cx="824049" cy="905639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01</a:t>
              </a:r>
            </a:p>
          </p:txBody>
        </p:sp>
        <p:sp>
          <p:nvSpPr>
            <p:cNvPr id="112" name="Freeform 7">
              <a:extLst>
                <a:ext uri="{FF2B5EF4-FFF2-40B4-BE49-F238E27FC236}">
                  <a16:creationId xmlns:a16="http://schemas.microsoft.com/office/drawing/2014/main" id="{0ACB6E5C-0E2F-4C1E-81B7-F8B32624E55C}"/>
                </a:ext>
              </a:extLst>
            </p:cNvPr>
            <p:cNvSpPr/>
            <p:nvPr/>
          </p:nvSpPr>
          <p:spPr bwMode="auto">
            <a:xfrm>
              <a:off x="707441" y="1800088"/>
              <a:ext cx="142327" cy="71617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109" name="Freeform 24">
            <a:extLst>
              <a:ext uri="{FF2B5EF4-FFF2-40B4-BE49-F238E27FC236}">
                <a16:creationId xmlns:a16="http://schemas.microsoft.com/office/drawing/2014/main" id="{94517E75-775B-4EE8-A96F-21F65FC52FDD}"/>
              </a:ext>
            </a:extLst>
          </p:cNvPr>
          <p:cNvSpPr/>
          <p:nvPr/>
        </p:nvSpPr>
        <p:spPr bwMode="auto">
          <a:xfrm>
            <a:off x="2585423" y="1525993"/>
            <a:ext cx="45719" cy="835024"/>
          </a:xfrm>
          <a:custGeom>
            <a:avLst/>
            <a:gdLst>
              <a:gd name="T0" fmla="*/ 22 w 22"/>
              <a:gd name="T1" fmla="*/ 0 h 268"/>
              <a:gd name="T2" fmla="*/ 22 w 22"/>
              <a:gd name="T3" fmla="*/ 268 h 268"/>
              <a:gd name="T4" fmla="*/ 0 w 22"/>
              <a:gd name="T5" fmla="*/ 268 h 268"/>
              <a:gd name="T6" fmla="*/ 0 w 22"/>
              <a:gd name="T7" fmla="*/ 0 h 268"/>
              <a:gd name="T8" fmla="*/ 22 w 22"/>
              <a:gd name="T9" fmla="*/ 0 h 268"/>
              <a:gd name="T10" fmla="*/ 22 w 22"/>
              <a:gd name="T11" fmla="*/ 0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" h="268">
                <a:moveTo>
                  <a:pt x="22" y="0"/>
                </a:moveTo>
                <a:lnTo>
                  <a:pt x="22" y="268"/>
                </a:lnTo>
                <a:lnTo>
                  <a:pt x="0" y="268"/>
                </a:lnTo>
                <a:lnTo>
                  <a:pt x="0" y="0"/>
                </a:lnTo>
                <a:lnTo>
                  <a:pt x="22" y="0"/>
                </a:lnTo>
                <a:lnTo>
                  <a:pt x="22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0" name="Inhaltsplatzhalter 4">
            <a:extLst>
              <a:ext uri="{FF2B5EF4-FFF2-40B4-BE49-F238E27FC236}">
                <a16:creationId xmlns:a16="http://schemas.microsoft.com/office/drawing/2014/main" id="{22A1016A-EA6A-4AE2-A97D-E65F679BC0A4}"/>
              </a:ext>
            </a:extLst>
          </p:cNvPr>
          <p:cNvSpPr txBox="1"/>
          <p:nvPr/>
        </p:nvSpPr>
        <p:spPr>
          <a:xfrm>
            <a:off x="2757279" y="1715142"/>
            <a:ext cx="2614162" cy="45672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08" name="Freeform 223">
            <a:extLst>
              <a:ext uri="{FF2B5EF4-FFF2-40B4-BE49-F238E27FC236}">
                <a16:creationId xmlns:a16="http://schemas.microsoft.com/office/drawing/2014/main" id="{2F4C8B4C-7B28-475C-8572-C22EA530A3E2}"/>
              </a:ext>
            </a:extLst>
          </p:cNvPr>
          <p:cNvSpPr>
            <a:spLocks noEditPoints="1"/>
          </p:cNvSpPr>
          <p:nvPr/>
        </p:nvSpPr>
        <p:spPr bwMode="auto">
          <a:xfrm>
            <a:off x="1916573" y="1738626"/>
            <a:ext cx="478050" cy="409758"/>
          </a:xfrm>
          <a:custGeom>
            <a:avLst/>
            <a:gdLst/>
            <a:ahLst/>
            <a:cxnLst>
              <a:cxn ang="0">
                <a:pos x="184" y="164"/>
              </a:cxn>
              <a:cxn ang="0">
                <a:pos x="232" y="116"/>
              </a:cxn>
              <a:cxn ang="0">
                <a:pos x="217" y="87"/>
              </a:cxn>
              <a:cxn ang="0">
                <a:pos x="215" y="85"/>
              </a:cxn>
              <a:cxn ang="0">
                <a:pos x="212" y="84"/>
              </a:cxn>
              <a:cxn ang="0">
                <a:pos x="209" y="83"/>
              </a:cxn>
              <a:cxn ang="0">
                <a:pos x="206" y="81"/>
              </a:cxn>
              <a:cxn ang="0">
                <a:pos x="203" y="81"/>
              </a:cxn>
              <a:cxn ang="0">
                <a:pos x="200" y="80"/>
              </a:cxn>
              <a:cxn ang="0">
                <a:pos x="195" y="80"/>
              </a:cxn>
              <a:cxn ang="0">
                <a:pos x="193" y="73"/>
              </a:cxn>
              <a:cxn ang="0">
                <a:pos x="191" y="67"/>
              </a:cxn>
              <a:cxn ang="0">
                <a:pos x="189" y="61"/>
              </a:cxn>
              <a:cxn ang="0">
                <a:pos x="128" y="24"/>
              </a:cxn>
              <a:cxn ang="0">
                <a:pos x="67" y="61"/>
              </a:cxn>
              <a:cxn ang="0">
                <a:pos x="65" y="67"/>
              </a:cxn>
              <a:cxn ang="0">
                <a:pos x="63" y="73"/>
              </a:cxn>
              <a:cxn ang="0">
                <a:pos x="61" y="80"/>
              </a:cxn>
              <a:cxn ang="0">
                <a:pos x="56" y="80"/>
              </a:cxn>
              <a:cxn ang="0">
                <a:pos x="53" y="81"/>
              </a:cxn>
              <a:cxn ang="0">
                <a:pos x="50" y="81"/>
              </a:cxn>
              <a:cxn ang="0">
                <a:pos x="47" y="83"/>
              </a:cxn>
              <a:cxn ang="0">
                <a:pos x="44" y="84"/>
              </a:cxn>
              <a:cxn ang="0">
                <a:pos x="41" y="85"/>
              </a:cxn>
              <a:cxn ang="0">
                <a:pos x="39" y="87"/>
              </a:cxn>
              <a:cxn ang="0">
                <a:pos x="24" y="116"/>
              </a:cxn>
              <a:cxn ang="0">
                <a:pos x="72" y="164"/>
              </a:cxn>
              <a:cxn ang="0">
                <a:pos x="0" y="116"/>
              </a:cxn>
              <a:cxn ang="0">
                <a:pos x="128" y="0"/>
              </a:cxn>
              <a:cxn ang="0">
                <a:pos x="256" y="116"/>
              </a:cxn>
              <a:cxn ang="0">
                <a:pos x="83" y="148"/>
              </a:cxn>
              <a:cxn ang="0">
                <a:pos x="119" y="108"/>
              </a:cxn>
              <a:cxn ang="0">
                <a:pos x="137" y="108"/>
              </a:cxn>
              <a:cxn ang="0">
                <a:pos x="173" y="148"/>
              </a:cxn>
              <a:cxn ang="0">
                <a:pos x="176" y="156"/>
              </a:cxn>
              <a:cxn ang="0">
                <a:pos x="155" y="164"/>
              </a:cxn>
              <a:cxn ang="0">
                <a:pos x="140" y="147"/>
              </a:cxn>
              <a:cxn ang="0">
                <a:pos x="128" y="220"/>
              </a:cxn>
              <a:cxn ang="0">
                <a:pos x="116" y="147"/>
              </a:cxn>
              <a:cxn ang="0">
                <a:pos x="101" y="164"/>
              </a:cxn>
              <a:cxn ang="0">
                <a:pos x="80" y="156"/>
              </a:cxn>
            </a:cxnLst>
            <a:rect l="0" t="0" r="r" b="b"/>
            <a:pathLst>
              <a:path w="256" h="220">
                <a:moveTo>
                  <a:pt x="196" y="176"/>
                </a:moveTo>
                <a:cubicBezTo>
                  <a:pt x="189" y="176"/>
                  <a:pt x="184" y="171"/>
                  <a:pt x="184" y="164"/>
                </a:cubicBezTo>
                <a:cubicBezTo>
                  <a:pt x="184" y="157"/>
                  <a:pt x="189" y="152"/>
                  <a:pt x="196" y="152"/>
                </a:cubicBezTo>
                <a:cubicBezTo>
                  <a:pt x="216" y="152"/>
                  <a:pt x="232" y="136"/>
                  <a:pt x="232" y="116"/>
                </a:cubicBezTo>
                <a:cubicBezTo>
                  <a:pt x="232" y="105"/>
                  <a:pt x="227" y="96"/>
                  <a:pt x="220" y="89"/>
                </a:cubicBezTo>
                <a:cubicBezTo>
                  <a:pt x="219" y="88"/>
                  <a:pt x="218" y="88"/>
                  <a:pt x="217" y="87"/>
                </a:cubicBezTo>
                <a:cubicBezTo>
                  <a:pt x="217" y="87"/>
                  <a:pt x="217" y="87"/>
                  <a:pt x="217" y="87"/>
                </a:cubicBezTo>
                <a:cubicBezTo>
                  <a:pt x="217" y="86"/>
                  <a:pt x="216" y="86"/>
                  <a:pt x="215" y="85"/>
                </a:cubicBezTo>
                <a:cubicBezTo>
                  <a:pt x="215" y="85"/>
                  <a:pt x="215" y="85"/>
                  <a:pt x="215" y="85"/>
                </a:cubicBezTo>
                <a:cubicBezTo>
                  <a:pt x="214" y="85"/>
                  <a:pt x="213" y="84"/>
                  <a:pt x="212" y="84"/>
                </a:cubicBezTo>
                <a:cubicBezTo>
                  <a:pt x="212" y="84"/>
                  <a:pt x="212" y="84"/>
                  <a:pt x="211" y="84"/>
                </a:cubicBezTo>
                <a:cubicBezTo>
                  <a:pt x="211" y="83"/>
                  <a:pt x="210" y="83"/>
                  <a:pt x="209" y="83"/>
                </a:cubicBezTo>
                <a:cubicBezTo>
                  <a:pt x="209" y="82"/>
                  <a:pt x="209" y="82"/>
                  <a:pt x="208" y="82"/>
                </a:cubicBezTo>
                <a:cubicBezTo>
                  <a:pt x="208" y="82"/>
                  <a:pt x="207" y="82"/>
                  <a:pt x="206" y="81"/>
                </a:cubicBezTo>
                <a:cubicBezTo>
                  <a:pt x="206" y="81"/>
                  <a:pt x="205" y="81"/>
                  <a:pt x="205" y="81"/>
                </a:cubicBezTo>
                <a:cubicBezTo>
                  <a:pt x="204" y="81"/>
                  <a:pt x="204" y="81"/>
                  <a:pt x="203" y="81"/>
                </a:cubicBezTo>
                <a:cubicBezTo>
                  <a:pt x="202" y="81"/>
                  <a:pt x="202" y="80"/>
                  <a:pt x="201" y="80"/>
                </a:cubicBezTo>
                <a:cubicBezTo>
                  <a:pt x="200" y="80"/>
                  <a:pt x="200" y="80"/>
                  <a:pt x="200" y="80"/>
                </a:cubicBezTo>
                <a:cubicBezTo>
                  <a:pt x="198" y="80"/>
                  <a:pt x="197" y="80"/>
                  <a:pt x="196" y="80"/>
                </a:cubicBezTo>
                <a:cubicBezTo>
                  <a:pt x="196" y="80"/>
                  <a:pt x="195" y="80"/>
                  <a:pt x="195" y="80"/>
                </a:cubicBezTo>
                <a:cubicBezTo>
                  <a:pt x="195" y="78"/>
                  <a:pt x="194" y="76"/>
                  <a:pt x="194" y="74"/>
                </a:cubicBezTo>
                <a:cubicBezTo>
                  <a:pt x="193" y="74"/>
                  <a:pt x="193" y="73"/>
                  <a:pt x="193" y="73"/>
                </a:cubicBezTo>
                <a:cubicBezTo>
                  <a:pt x="193" y="71"/>
                  <a:pt x="192" y="70"/>
                  <a:pt x="192" y="68"/>
                </a:cubicBezTo>
                <a:cubicBezTo>
                  <a:pt x="191" y="68"/>
                  <a:pt x="191" y="67"/>
                  <a:pt x="191" y="67"/>
                </a:cubicBezTo>
                <a:cubicBezTo>
                  <a:pt x="190" y="65"/>
                  <a:pt x="190" y="64"/>
                  <a:pt x="189" y="62"/>
                </a:cubicBezTo>
                <a:cubicBezTo>
                  <a:pt x="189" y="62"/>
                  <a:pt x="189" y="62"/>
                  <a:pt x="189" y="61"/>
                </a:cubicBezTo>
                <a:cubicBezTo>
                  <a:pt x="188" y="60"/>
                  <a:pt x="187" y="58"/>
                  <a:pt x="186" y="57"/>
                </a:cubicBezTo>
                <a:cubicBezTo>
                  <a:pt x="174" y="37"/>
                  <a:pt x="153" y="24"/>
                  <a:pt x="128" y="24"/>
                </a:cubicBezTo>
                <a:cubicBezTo>
                  <a:pt x="103" y="24"/>
                  <a:pt x="82" y="37"/>
                  <a:pt x="70" y="57"/>
                </a:cubicBezTo>
                <a:cubicBezTo>
                  <a:pt x="69" y="58"/>
                  <a:pt x="68" y="60"/>
                  <a:pt x="67" y="61"/>
                </a:cubicBezTo>
                <a:cubicBezTo>
                  <a:pt x="67" y="62"/>
                  <a:pt x="67" y="62"/>
                  <a:pt x="67" y="62"/>
                </a:cubicBezTo>
                <a:cubicBezTo>
                  <a:pt x="66" y="64"/>
                  <a:pt x="66" y="65"/>
                  <a:pt x="65" y="67"/>
                </a:cubicBezTo>
                <a:cubicBezTo>
                  <a:pt x="65" y="67"/>
                  <a:pt x="65" y="68"/>
                  <a:pt x="64" y="68"/>
                </a:cubicBezTo>
                <a:cubicBezTo>
                  <a:pt x="64" y="70"/>
                  <a:pt x="63" y="71"/>
                  <a:pt x="63" y="73"/>
                </a:cubicBezTo>
                <a:cubicBezTo>
                  <a:pt x="63" y="73"/>
                  <a:pt x="63" y="74"/>
                  <a:pt x="62" y="74"/>
                </a:cubicBezTo>
                <a:cubicBezTo>
                  <a:pt x="62" y="76"/>
                  <a:pt x="61" y="78"/>
                  <a:pt x="61" y="80"/>
                </a:cubicBezTo>
                <a:cubicBezTo>
                  <a:pt x="61" y="80"/>
                  <a:pt x="60" y="80"/>
                  <a:pt x="60" y="80"/>
                </a:cubicBezTo>
                <a:cubicBezTo>
                  <a:pt x="59" y="80"/>
                  <a:pt x="58" y="80"/>
                  <a:pt x="56" y="80"/>
                </a:cubicBezTo>
                <a:cubicBezTo>
                  <a:pt x="56" y="80"/>
                  <a:pt x="56" y="80"/>
                  <a:pt x="55" y="80"/>
                </a:cubicBezTo>
                <a:cubicBezTo>
                  <a:pt x="54" y="80"/>
                  <a:pt x="54" y="81"/>
                  <a:pt x="53" y="81"/>
                </a:cubicBezTo>
                <a:cubicBezTo>
                  <a:pt x="52" y="81"/>
                  <a:pt x="52" y="81"/>
                  <a:pt x="51" y="81"/>
                </a:cubicBezTo>
                <a:cubicBezTo>
                  <a:pt x="51" y="81"/>
                  <a:pt x="50" y="81"/>
                  <a:pt x="50" y="81"/>
                </a:cubicBezTo>
                <a:cubicBezTo>
                  <a:pt x="49" y="82"/>
                  <a:pt x="48" y="82"/>
                  <a:pt x="48" y="82"/>
                </a:cubicBezTo>
                <a:cubicBezTo>
                  <a:pt x="47" y="82"/>
                  <a:pt x="47" y="82"/>
                  <a:pt x="47" y="83"/>
                </a:cubicBezTo>
                <a:cubicBezTo>
                  <a:pt x="46" y="83"/>
                  <a:pt x="45" y="83"/>
                  <a:pt x="45" y="84"/>
                </a:cubicBezTo>
                <a:cubicBezTo>
                  <a:pt x="44" y="84"/>
                  <a:pt x="44" y="84"/>
                  <a:pt x="44" y="84"/>
                </a:cubicBezTo>
                <a:cubicBezTo>
                  <a:pt x="43" y="84"/>
                  <a:pt x="42" y="85"/>
                  <a:pt x="41" y="85"/>
                </a:cubicBezTo>
                <a:cubicBezTo>
                  <a:pt x="41" y="85"/>
                  <a:pt x="41" y="85"/>
                  <a:pt x="41" y="85"/>
                </a:cubicBezTo>
                <a:cubicBezTo>
                  <a:pt x="40" y="86"/>
                  <a:pt x="39" y="86"/>
                  <a:pt x="39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8" y="88"/>
                  <a:pt x="37" y="88"/>
                  <a:pt x="36" y="89"/>
                </a:cubicBezTo>
                <a:cubicBezTo>
                  <a:pt x="29" y="96"/>
                  <a:pt x="24" y="105"/>
                  <a:pt x="24" y="116"/>
                </a:cubicBezTo>
                <a:cubicBezTo>
                  <a:pt x="24" y="136"/>
                  <a:pt x="40" y="152"/>
                  <a:pt x="60" y="152"/>
                </a:cubicBezTo>
                <a:cubicBezTo>
                  <a:pt x="67" y="152"/>
                  <a:pt x="72" y="157"/>
                  <a:pt x="72" y="164"/>
                </a:cubicBezTo>
                <a:cubicBezTo>
                  <a:pt x="72" y="171"/>
                  <a:pt x="67" y="176"/>
                  <a:pt x="60" y="176"/>
                </a:cubicBezTo>
                <a:cubicBezTo>
                  <a:pt x="27" y="176"/>
                  <a:pt x="0" y="149"/>
                  <a:pt x="0" y="116"/>
                </a:cubicBezTo>
                <a:cubicBezTo>
                  <a:pt x="0" y="89"/>
                  <a:pt x="18" y="66"/>
                  <a:pt x="42" y="59"/>
                </a:cubicBezTo>
                <a:cubicBezTo>
                  <a:pt x="56" y="24"/>
                  <a:pt x="89" y="0"/>
                  <a:pt x="128" y="0"/>
                </a:cubicBezTo>
                <a:cubicBezTo>
                  <a:pt x="167" y="0"/>
                  <a:pt x="200" y="24"/>
                  <a:pt x="214" y="59"/>
                </a:cubicBezTo>
                <a:cubicBezTo>
                  <a:pt x="238" y="66"/>
                  <a:pt x="256" y="89"/>
                  <a:pt x="256" y="116"/>
                </a:cubicBezTo>
                <a:cubicBezTo>
                  <a:pt x="256" y="149"/>
                  <a:pt x="229" y="176"/>
                  <a:pt x="196" y="176"/>
                </a:cubicBezTo>
                <a:moveTo>
                  <a:pt x="83" y="148"/>
                </a:moveTo>
                <a:cubicBezTo>
                  <a:pt x="119" y="108"/>
                  <a:pt x="119" y="108"/>
                  <a:pt x="119" y="108"/>
                </a:cubicBezTo>
                <a:cubicBezTo>
                  <a:pt x="119" y="108"/>
                  <a:pt x="119" y="108"/>
                  <a:pt x="119" y="108"/>
                </a:cubicBezTo>
                <a:cubicBezTo>
                  <a:pt x="121" y="106"/>
                  <a:pt x="124" y="104"/>
                  <a:pt x="128" y="104"/>
                </a:cubicBezTo>
                <a:cubicBezTo>
                  <a:pt x="132" y="104"/>
                  <a:pt x="135" y="106"/>
                  <a:pt x="137" y="108"/>
                </a:cubicBezTo>
                <a:cubicBezTo>
                  <a:pt x="137" y="108"/>
                  <a:pt x="137" y="108"/>
                  <a:pt x="137" y="108"/>
                </a:cubicBezTo>
                <a:cubicBezTo>
                  <a:pt x="173" y="148"/>
                  <a:pt x="173" y="148"/>
                  <a:pt x="173" y="148"/>
                </a:cubicBezTo>
                <a:cubicBezTo>
                  <a:pt x="173" y="148"/>
                  <a:pt x="173" y="148"/>
                  <a:pt x="173" y="148"/>
                </a:cubicBezTo>
                <a:cubicBezTo>
                  <a:pt x="175" y="150"/>
                  <a:pt x="176" y="153"/>
                  <a:pt x="176" y="156"/>
                </a:cubicBezTo>
                <a:cubicBezTo>
                  <a:pt x="176" y="163"/>
                  <a:pt x="171" y="168"/>
                  <a:pt x="164" y="168"/>
                </a:cubicBezTo>
                <a:cubicBezTo>
                  <a:pt x="160" y="168"/>
                  <a:pt x="157" y="166"/>
                  <a:pt x="155" y="164"/>
                </a:cubicBezTo>
                <a:cubicBezTo>
                  <a:pt x="155" y="164"/>
                  <a:pt x="155" y="164"/>
                  <a:pt x="155" y="164"/>
                </a:cubicBezTo>
                <a:cubicBezTo>
                  <a:pt x="140" y="147"/>
                  <a:pt x="140" y="147"/>
                  <a:pt x="140" y="147"/>
                </a:cubicBezTo>
                <a:cubicBezTo>
                  <a:pt x="140" y="208"/>
                  <a:pt x="140" y="208"/>
                  <a:pt x="140" y="208"/>
                </a:cubicBezTo>
                <a:cubicBezTo>
                  <a:pt x="140" y="215"/>
                  <a:pt x="135" y="220"/>
                  <a:pt x="128" y="220"/>
                </a:cubicBezTo>
                <a:cubicBezTo>
                  <a:pt x="121" y="220"/>
                  <a:pt x="116" y="215"/>
                  <a:pt x="116" y="208"/>
                </a:cubicBezTo>
                <a:cubicBezTo>
                  <a:pt x="116" y="147"/>
                  <a:pt x="116" y="147"/>
                  <a:pt x="116" y="147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99" y="166"/>
                  <a:pt x="96" y="168"/>
                  <a:pt x="92" y="168"/>
                </a:cubicBezTo>
                <a:cubicBezTo>
                  <a:pt x="85" y="168"/>
                  <a:pt x="80" y="163"/>
                  <a:pt x="80" y="156"/>
                </a:cubicBezTo>
                <a:cubicBezTo>
                  <a:pt x="80" y="153"/>
                  <a:pt x="81" y="150"/>
                  <a:pt x="83" y="14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5" name="箭头: 右 114">
            <a:extLst>
              <a:ext uri="{FF2B5EF4-FFF2-40B4-BE49-F238E27FC236}">
                <a16:creationId xmlns:a16="http://schemas.microsoft.com/office/drawing/2014/main" id="{7D00E72C-D318-44F7-9E1A-10125256E017}"/>
              </a:ext>
            </a:extLst>
          </p:cNvPr>
          <p:cNvSpPr/>
          <p:nvPr/>
        </p:nvSpPr>
        <p:spPr>
          <a:xfrm>
            <a:off x="6011248" y="1685032"/>
            <a:ext cx="683173" cy="51694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箭头: 右 115">
            <a:extLst>
              <a:ext uri="{FF2B5EF4-FFF2-40B4-BE49-F238E27FC236}">
                <a16:creationId xmlns:a16="http://schemas.microsoft.com/office/drawing/2014/main" id="{82F585B6-FA1B-493E-ABF8-7416A7A3D1DE}"/>
              </a:ext>
            </a:extLst>
          </p:cNvPr>
          <p:cNvSpPr/>
          <p:nvPr/>
        </p:nvSpPr>
        <p:spPr>
          <a:xfrm>
            <a:off x="6011248" y="2860817"/>
            <a:ext cx="683173" cy="516943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箭头: 右 116">
            <a:extLst>
              <a:ext uri="{FF2B5EF4-FFF2-40B4-BE49-F238E27FC236}">
                <a16:creationId xmlns:a16="http://schemas.microsoft.com/office/drawing/2014/main" id="{2E3D7555-DE32-4423-B77E-DD5A10CD0F74}"/>
              </a:ext>
            </a:extLst>
          </p:cNvPr>
          <p:cNvSpPr/>
          <p:nvPr/>
        </p:nvSpPr>
        <p:spPr>
          <a:xfrm>
            <a:off x="6011248" y="4036602"/>
            <a:ext cx="683173" cy="516943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箭头: 右 117">
            <a:extLst>
              <a:ext uri="{FF2B5EF4-FFF2-40B4-BE49-F238E27FC236}">
                <a16:creationId xmlns:a16="http://schemas.microsoft.com/office/drawing/2014/main" id="{62F9A34E-5182-45C0-8FE9-BEE342FA3940}"/>
              </a:ext>
            </a:extLst>
          </p:cNvPr>
          <p:cNvSpPr/>
          <p:nvPr/>
        </p:nvSpPr>
        <p:spPr>
          <a:xfrm>
            <a:off x="6011249" y="5212387"/>
            <a:ext cx="683173" cy="516943"/>
          </a:xfrm>
          <a:prstGeom prst="right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Inhaltsplatzhalter 4">
            <a:extLst>
              <a:ext uri="{FF2B5EF4-FFF2-40B4-BE49-F238E27FC236}">
                <a16:creationId xmlns:a16="http://schemas.microsoft.com/office/drawing/2014/main" id="{3C11105E-3F90-46D6-9498-35ED642C7BE4}"/>
              </a:ext>
            </a:extLst>
          </p:cNvPr>
          <p:cNvSpPr txBox="1"/>
          <p:nvPr/>
        </p:nvSpPr>
        <p:spPr>
          <a:xfrm>
            <a:off x="7044101" y="1535091"/>
            <a:ext cx="4501565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请在此处添加详细描述文本，在这里输入文本，更改文字文本。请在此处添加详细描述文本，在这里输入文本，更改文字文本。</a:t>
            </a:r>
          </a:p>
        </p:txBody>
      </p:sp>
      <p:sp>
        <p:nvSpPr>
          <p:cNvPr id="120" name="Inhaltsplatzhalter 4">
            <a:extLst>
              <a:ext uri="{FF2B5EF4-FFF2-40B4-BE49-F238E27FC236}">
                <a16:creationId xmlns:a16="http://schemas.microsoft.com/office/drawing/2014/main" id="{EAB5DD5B-2190-425C-9AAC-F98319520F6F}"/>
              </a:ext>
            </a:extLst>
          </p:cNvPr>
          <p:cNvSpPr txBox="1"/>
          <p:nvPr/>
        </p:nvSpPr>
        <p:spPr>
          <a:xfrm>
            <a:off x="7027623" y="2710877"/>
            <a:ext cx="4501565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21" name="Inhaltsplatzhalter 4">
            <a:extLst>
              <a:ext uri="{FF2B5EF4-FFF2-40B4-BE49-F238E27FC236}">
                <a16:creationId xmlns:a16="http://schemas.microsoft.com/office/drawing/2014/main" id="{BE7A9561-2477-495C-9034-75BE7AFF8951}"/>
              </a:ext>
            </a:extLst>
          </p:cNvPr>
          <p:cNvSpPr txBox="1"/>
          <p:nvPr/>
        </p:nvSpPr>
        <p:spPr>
          <a:xfrm>
            <a:off x="7027623" y="3886662"/>
            <a:ext cx="4501565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3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22" name="Inhaltsplatzhalter 4">
            <a:extLst>
              <a:ext uri="{FF2B5EF4-FFF2-40B4-BE49-F238E27FC236}">
                <a16:creationId xmlns:a16="http://schemas.microsoft.com/office/drawing/2014/main" id="{016A2F6D-79D7-4689-9638-681FA70C3653}"/>
              </a:ext>
            </a:extLst>
          </p:cNvPr>
          <p:cNvSpPr txBox="1"/>
          <p:nvPr/>
        </p:nvSpPr>
        <p:spPr>
          <a:xfrm>
            <a:off x="7027623" y="5062446"/>
            <a:ext cx="4501565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4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B39258B-7F62-4A86-92E4-8FE26ED9CAF5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F24D2E0-4C2F-4FC4-AD73-447DF5A1390A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27923BD4-85BB-4BBA-9016-3A9A6567D0E5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01F01D5F-FF67-4A51-B339-89E3CEB187E1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2553337-BA48-473C-B329-ED88F1F7B05A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4ADCB9D4-6640-4579-B566-C8946EB9A371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AB8738E6-2E08-488F-BBED-38278F27162D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524BD30-9777-4329-8339-766831BAC83B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F6D1DEC-5520-4719-9940-06FFE58C13C1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5046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1">
            <a:extLst>
              <a:ext uri="{FF2B5EF4-FFF2-40B4-BE49-F238E27FC236}">
                <a16:creationId xmlns:a16="http://schemas.microsoft.com/office/drawing/2014/main" id="{DA53DD26-92E0-4CB3-A941-26563B2999BF}"/>
              </a:ext>
            </a:extLst>
          </p:cNvPr>
          <p:cNvGrpSpPr/>
          <p:nvPr/>
        </p:nvGrpSpPr>
        <p:grpSpPr>
          <a:xfrm>
            <a:off x="528321" y="3127479"/>
            <a:ext cx="4981462" cy="989041"/>
            <a:chOff x="508001" y="1871705"/>
            <a:chExt cx="4981462" cy="989041"/>
          </a:xfrm>
        </p:grpSpPr>
        <p:sp>
          <p:nvSpPr>
            <p:cNvPr id="57" name="Freeform 5">
              <a:extLst>
                <a:ext uri="{FF2B5EF4-FFF2-40B4-BE49-F238E27FC236}">
                  <a16:creationId xmlns:a16="http://schemas.microsoft.com/office/drawing/2014/main" id="{91EBD26F-A4DE-4641-A6E2-FF8C554E5A45}"/>
                </a:ext>
              </a:extLst>
            </p:cNvPr>
            <p:cNvSpPr/>
            <p:nvPr/>
          </p:nvSpPr>
          <p:spPr bwMode="auto">
            <a:xfrm>
              <a:off x="508001" y="1871705"/>
              <a:ext cx="4850013" cy="989041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77916D63-C545-433C-B4FD-5F71CEDA53F7}"/>
                </a:ext>
              </a:extLst>
            </p:cNvPr>
            <p:cNvSpPr/>
            <p:nvPr/>
          </p:nvSpPr>
          <p:spPr bwMode="auto">
            <a:xfrm>
              <a:off x="5358014" y="1871705"/>
              <a:ext cx="131449" cy="989041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1" name="Group 20">
            <a:extLst>
              <a:ext uri="{FF2B5EF4-FFF2-40B4-BE49-F238E27FC236}">
                <a16:creationId xmlns:a16="http://schemas.microsoft.com/office/drawing/2014/main" id="{36B5DF36-5640-4547-874A-C68D24755498}"/>
              </a:ext>
            </a:extLst>
          </p:cNvPr>
          <p:cNvGrpSpPr/>
          <p:nvPr/>
        </p:nvGrpSpPr>
        <p:grpSpPr>
          <a:xfrm>
            <a:off x="727761" y="3055862"/>
            <a:ext cx="894759" cy="905639"/>
            <a:chOff x="707441" y="1800088"/>
            <a:chExt cx="894759" cy="905639"/>
          </a:xfrm>
        </p:grpSpPr>
        <p:sp>
          <p:nvSpPr>
            <p:cNvPr id="49" name="Freeform 6">
              <a:extLst>
                <a:ext uri="{FF2B5EF4-FFF2-40B4-BE49-F238E27FC236}">
                  <a16:creationId xmlns:a16="http://schemas.microsoft.com/office/drawing/2014/main" id="{C2FDB0EB-C019-4C46-B9BF-C005B71F454F}"/>
                </a:ext>
              </a:extLst>
            </p:cNvPr>
            <p:cNvSpPr/>
            <p:nvPr/>
          </p:nvSpPr>
          <p:spPr bwMode="auto">
            <a:xfrm>
              <a:off x="778151" y="1800088"/>
              <a:ext cx="824049" cy="905639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01</a:t>
              </a:r>
            </a:p>
          </p:txBody>
        </p:sp>
        <p:sp>
          <p:nvSpPr>
            <p:cNvPr id="50" name="Freeform 7">
              <a:extLst>
                <a:ext uri="{FF2B5EF4-FFF2-40B4-BE49-F238E27FC236}">
                  <a16:creationId xmlns:a16="http://schemas.microsoft.com/office/drawing/2014/main" id="{72261E73-2504-40EA-8003-6525A02A7B0F}"/>
                </a:ext>
              </a:extLst>
            </p:cNvPr>
            <p:cNvSpPr/>
            <p:nvPr/>
          </p:nvSpPr>
          <p:spPr bwMode="auto">
            <a:xfrm>
              <a:off x="707441" y="1800088"/>
              <a:ext cx="142327" cy="71617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41" name="Freeform 24">
            <a:extLst>
              <a:ext uri="{FF2B5EF4-FFF2-40B4-BE49-F238E27FC236}">
                <a16:creationId xmlns:a16="http://schemas.microsoft.com/office/drawing/2014/main" id="{E31825B9-5617-4699-845E-1F730EE32839}"/>
              </a:ext>
            </a:extLst>
          </p:cNvPr>
          <p:cNvSpPr/>
          <p:nvPr/>
        </p:nvSpPr>
        <p:spPr bwMode="auto">
          <a:xfrm>
            <a:off x="2511153" y="3204487"/>
            <a:ext cx="45719" cy="835024"/>
          </a:xfrm>
          <a:custGeom>
            <a:avLst/>
            <a:gdLst>
              <a:gd name="T0" fmla="*/ 22 w 22"/>
              <a:gd name="T1" fmla="*/ 0 h 268"/>
              <a:gd name="T2" fmla="*/ 22 w 22"/>
              <a:gd name="T3" fmla="*/ 268 h 268"/>
              <a:gd name="T4" fmla="*/ 0 w 22"/>
              <a:gd name="T5" fmla="*/ 268 h 268"/>
              <a:gd name="T6" fmla="*/ 0 w 22"/>
              <a:gd name="T7" fmla="*/ 0 h 268"/>
              <a:gd name="T8" fmla="*/ 22 w 22"/>
              <a:gd name="T9" fmla="*/ 0 h 268"/>
              <a:gd name="T10" fmla="*/ 22 w 22"/>
              <a:gd name="T11" fmla="*/ 0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" h="268">
                <a:moveTo>
                  <a:pt x="22" y="0"/>
                </a:moveTo>
                <a:lnTo>
                  <a:pt x="22" y="268"/>
                </a:lnTo>
                <a:lnTo>
                  <a:pt x="0" y="268"/>
                </a:lnTo>
                <a:lnTo>
                  <a:pt x="0" y="0"/>
                </a:lnTo>
                <a:lnTo>
                  <a:pt x="22" y="0"/>
                </a:lnTo>
                <a:lnTo>
                  <a:pt x="22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2" name="Inhaltsplatzhalter 4">
            <a:extLst>
              <a:ext uri="{FF2B5EF4-FFF2-40B4-BE49-F238E27FC236}">
                <a16:creationId xmlns:a16="http://schemas.microsoft.com/office/drawing/2014/main" id="{BE26FD4A-693D-4068-A242-BDBC821A03A9}"/>
              </a:ext>
            </a:extLst>
          </p:cNvPr>
          <p:cNvSpPr txBox="1"/>
          <p:nvPr/>
        </p:nvSpPr>
        <p:spPr>
          <a:xfrm>
            <a:off x="2683009" y="3393636"/>
            <a:ext cx="2614162" cy="45672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4" name="Freeform 223">
            <a:extLst>
              <a:ext uri="{FF2B5EF4-FFF2-40B4-BE49-F238E27FC236}">
                <a16:creationId xmlns:a16="http://schemas.microsoft.com/office/drawing/2014/main" id="{0EA1507F-2DEF-4864-859F-8EDA0925509D}"/>
              </a:ext>
            </a:extLst>
          </p:cNvPr>
          <p:cNvSpPr>
            <a:spLocks noEditPoints="1"/>
          </p:cNvSpPr>
          <p:nvPr/>
        </p:nvSpPr>
        <p:spPr bwMode="auto">
          <a:xfrm>
            <a:off x="1842303" y="3417120"/>
            <a:ext cx="478050" cy="409758"/>
          </a:xfrm>
          <a:custGeom>
            <a:avLst/>
            <a:gdLst/>
            <a:ahLst/>
            <a:cxnLst>
              <a:cxn ang="0">
                <a:pos x="184" y="164"/>
              </a:cxn>
              <a:cxn ang="0">
                <a:pos x="232" y="116"/>
              </a:cxn>
              <a:cxn ang="0">
                <a:pos x="217" y="87"/>
              </a:cxn>
              <a:cxn ang="0">
                <a:pos x="215" y="85"/>
              </a:cxn>
              <a:cxn ang="0">
                <a:pos x="212" y="84"/>
              </a:cxn>
              <a:cxn ang="0">
                <a:pos x="209" y="83"/>
              </a:cxn>
              <a:cxn ang="0">
                <a:pos x="206" y="81"/>
              </a:cxn>
              <a:cxn ang="0">
                <a:pos x="203" y="81"/>
              </a:cxn>
              <a:cxn ang="0">
                <a:pos x="200" y="80"/>
              </a:cxn>
              <a:cxn ang="0">
                <a:pos x="195" y="80"/>
              </a:cxn>
              <a:cxn ang="0">
                <a:pos x="193" y="73"/>
              </a:cxn>
              <a:cxn ang="0">
                <a:pos x="191" y="67"/>
              </a:cxn>
              <a:cxn ang="0">
                <a:pos x="189" y="61"/>
              </a:cxn>
              <a:cxn ang="0">
                <a:pos x="128" y="24"/>
              </a:cxn>
              <a:cxn ang="0">
                <a:pos x="67" y="61"/>
              </a:cxn>
              <a:cxn ang="0">
                <a:pos x="65" y="67"/>
              </a:cxn>
              <a:cxn ang="0">
                <a:pos x="63" y="73"/>
              </a:cxn>
              <a:cxn ang="0">
                <a:pos x="61" y="80"/>
              </a:cxn>
              <a:cxn ang="0">
                <a:pos x="56" y="80"/>
              </a:cxn>
              <a:cxn ang="0">
                <a:pos x="53" y="81"/>
              </a:cxn>
              <a:cxn ang="0">
                <a:pos x="50" y="81"/>
              </a:cxn>
              <a:cxn ang="0">
                <a:pos x="47" y="83"/>
              </a:cxn>
              <a:cxn ang="0">
                <a:pos x="44" y="84"/>
              </a:cxn>
              <a:cxn ang="0">
                <a:pos x="41" y="85"/>
              </a:cxn>
              <a:cxn ang="0">
                <a:pos x="39" y="87"/>
              </a:cxn>
              <a:cxn ang="0">
                <a:pos x="24" y="116"/>
              </a:cxn>
              <a:cxn ang="0">
                <a:pos x="72" y="164"/>
              </a:cxn>
              <a:cxn ang="0">
                <a:pos x="0" y="116"/>
              </a:cxn>
              <a:cxn ang="0">
                <a:pos x="128" y="0"/>
              </a:cxn>
              <a:cxn ang="0">
                <a:pos x="256" y="116"/>
              </a:cxn>
              <a:cxn ang="0">
                <a:pos x="83" y="148"/>
              </a:cxn>
              <a:cxn ang="0">
                <a:pos x="119" y="108"/>
              </a:cxn>
              <a:cxn ang="0">
                <a:pos x="137" y="108"/>
              </a:cxn>
              <a:cxn ang="0">
                <a:pos x="173" y="148"/>
              </a:cxn>
              <a:cxn ang="0">
                <a:pos x="176" y="156"/>
              </a:cxn>
              <a:cxn ang="0">
                <a:pos x="155" y="164"/>
              </a:cxn>
              <a:cxn ang="0">
                <a:pos x="140" y="147"/>
              </a:cxn>
              <a:cxn ang="0">
                <a:pos x="128" y="220"/>
              </a:cxn>
              <a:cxn ang="0">
                <a:pos x="116" y="147"/>
              </a:cxn>
              <a:cxn ang="0">
                <a:pos x="101" y="164"/>
              </a:cxn>
              <a:cxn ang="0">
                <a:pos x="80" y="156"/>
              </a:cxn>
            </a:cxnLst>
            <a:rect l="0" t="0" r="r" b="b"/>
            <a:pathLst>
              <a:path w="256" h="220">
                <a:moveTo>
                  <a:pt x="196" y="176"/>
                </a:moveTo>
                <a:cubicBezTo>
                  <a:pt x="189" y="176"/>
                  <a:pt x="184" y="171"/>
                  <a:pt x="184" y="164"/>
                </a:cubicBezTo>
                <a:cubicBezTo>
                  <a:pt x="184" y="157"/>
                  <a:pt x="189" y="152"/>
                  <a:pt x="196" y="152"/>
                </a:cubicBezTo>
                <a:cubicBezTo>
                  <a:pt x="216" y="152"/>
                  <a:pt x="232" y="136"/>
                  <a:pt x="232" y="116"/>
                </a:cubicBezTo>
                <a:cubicBezTo>
                  <a:pt x="232" y="105"/>
                  <a:pt x="227" y="96"/>
                  <a:pt x="220" y="89"/>
                </a:cubicBezTo>
                <a:cubicBezTo>
                  <a:pt x="219" y="88"/>
                  <a:pt x="218" y="88"/>
                  <a:pt x="217" y="87"/>
                </a:cubicBezTo>
                <a:cubicBezTo>
                  <a:pt x="217" y="87"/>
                  <a:pt x="217" y="87"/>
                  <a:pt x="217" y="87"/>
                </a:cubicBezTo>
                <a:cubicBezTo>
                  <a:pt x="217" y="86"/>
                  <a:pt x="216" y="86"/>
                  <a:pt x="215" y="85"/>
                </a:cubicBezTo>
                <a:cubicBezTo>
                  <a:pt x="215" y="85"/>
                  <a:pt x="215" y="85"/>
                  <a:pt x="215" y="85"/>
                </a:cubicBezTo>
                <a:cubicBezTo>
                  <a:pt x="214" y="85"/>
                  <a:pt x="213" y="84"/>
                  <a:pt x="212" y="84"/>
                </a:cubicBezTo>
                <a:cubicBezTo>
                  <a:pt x="212" y="84"/>
                  <a:pt x="212" y="84"/>
                  <a:pt x="211" y="84"/>
                </a:cubicBezTo>
                <a:cubicBezTo>
                  <a:pt x="211" y="83"/>
                  <a:pt x="210" y="83"/>
                  <a:pt x="209" y="83"/>
                </a:cubicBezTo>
                <a:cubicBezTo>
                  <a:pt x="209" y="82"/>
                  <a:pt x="209" y="82"/>
                  <a:pt x="208" y="82"/>
                </a:cubicBezTo>
                <a:cubicBezTo>
                  <a:pt x="208" y="82"/>
                  <a:pt x="207" y="82"/>
                  <a:pt x="206" y="81"/>
                </a:cubicBezTo>
                <a:cubicBezTo>
                  <a:pt x="206" y="81"/>
                  <a:pt x="205" y="81"/>
                  <a:pt x="205" y="81"/>
                </a:cubicBezTo>
                <a:cubicBezTo>
                  <a:pt x="204" y="81"/>
                  <a:pt x="204" y="81"/>
                  <a:pt x="203" y="81"/>
                </a:cubicBezTo>
                <a:cubicBezTo>
                  <a:pt x="202" y="81"/>
                  <a:pt x="202" y="80"/>
                  <a:pt x="201" y="80"/>
                </a:cubicBezTo>
                <a:cubicBezTo>
                  <a:pt x="200" y="80"/>
                  <a:pt x="200" y="80"/>
                  <a:pt x="200" y="80"/>
                </a:cubicBezTo>
                <a:cubicBezTo>
                  <a:pt x="198" y="80"/>
                  <a:pt x="197" y="80"/>
                  <a:pt x="196" y="80"/>
                </a:cubicBezTo>
                <a:cubicBezTo>
                  <a:pt x="196" y="80"/>
                  <a:pt x="195" y="80"/>
                  <a:pt x="195" y="80"/>
                </a:cubicBezTo>
                <a:cubicBezTo>
                  <a:pt x="195" y="78"/>
                  <a:pt x="194" y="76"/>
                  <a:pt x="194" y="74"/>
                </a:cubicBezTo>
                <a:cubicBezTo>
                  <a:pt x="193" y="74"/>
                  <a:pt x="193" y="73"/>
                  <a:pt x="193" y="73"/>
                </a:cubicBezTo>
                <a:cubicBezTo>
                  <a:pt x="193" y="71"/>
                  <a:pt x="192" y="70"/>
                  <a:pt x="192" y="68"/>
                </a:cubicBezTo>
                <a:cubicBezTo>
                  <a:pt x="191" y="68"/>
                  <a:pt x="191" y="67"/>
                  <a:pt x="191" y="67"/>
                </a:cubicBezTo>
                <a:cubicBezTo>
                  <a:pt x="190" y="65"/>
                  <a:pt x="190" y="64"/>
                  <a:pt x="189" y="62"/>
                </a:cubicBezTo>
                <a:cubicBezTo>
                  <a:pt x="189" y="62"/>
                  <a:pt x="189" y="62"/>
                  <a:pt x="189" y="61"/>
                </a:cubicBezTo>
                <a:cubicBezTo>
                  <a:pt x="188" y="60"/>
                  <a:pt x="187" y="58"/>
                  <a:pt x="186" y="57"/>
                </a:cubicBezTo>
                <a:cubicBezTo>
                  <a:pt x="174" y="37"/>
                  <a:pt x="153" y="24"/>
                  <a:pt x="128" y="24"/>
                </a:cubicBezTo>
                <a:cubicBezTo>
                  <a:pt x="103" y="24"/>
                  <a:pt x="82" y="37"/>
                  <a:pt x="70" y="57"/>
                </a:cubicBezTo>
                <a:cubicBezTo>
                  <a:pt x="69" y="58"/>
                  <a:pt x="68" y="60"/>
                  <a:pt x="67" y="61"/>
                </a:cubicBezTo>
                <a:cubicBezTo>
                  <a:pt x="67" y="62"/>
                  <a:pt x="67" y="62"/>
                  <a:pt x="67" y="62"/>
                </a:cubicBezTo>
                <a:cubicBezTo>
                  <a:pt x="66" y="64"/>
                  <a:pt x="66" y="65"/>
                  <a:pt x="65" y="67"/>
                </a:cubicBezTo>
                <a:cubicBezTo>
                  <a:pt x="65" y="67"/>
                  <a:pt x="65" y="68"/>
                  <a:pt x="64" y="68"/>
                </a:cubicBezTo>
                <a:cubicBezTo>
                  <a:pt x="64" y="70"/>
                  <a:pt x="63" y="71"/>
                  <a:pt x="63" y="73"/>
                </a:cubicBezTo>
                <a:cubicBezTo>
                  <a:pt x="63" y="73"/>
                  <a:pt x="63" y="74"/>
                  <a:pt x="62" y="74"/>
                </a:cubicBezTo>
                <a:cubicBezTo>
                  <a:pt x="62" y="76"/>
                  <a:pt x="61" y="78"/>
                  <a:pt x="61" y="80"/>
                </a:cubicBezTo>
                <a:cubicBezTo>
                  <a:pt x="61" y="80"/>
                  <a:pt x="60" y="80"/>
                  <a:pt x="60" y="80"/>
                </a:cubicBezTo>
                <a:cubicBezTo>
                  <a:pt x="59" y="80"/>
                  <a:pt x="58" y="80"/>
                  <a:pt x="56" y="80"/>
                </a:cubicBezTo>
                <a:cubicBezTo>
                  <a:pt x="56" y="80"/>
                  <a:pt x="56" y="80"/>
                  <a:pt x="55" y="80"/>
                </a:cubicBezTo>
                <a:cubicBezTo>
                  <a:pt x="54" y="80"/>
                  <a:pt x="54" y="81"/>
                  <a:pt x="53" y="81"/>
                </a:cubicBezTo>
                <a:cubicBezTo>
                  <a:pt x="52" y="81"/>
                  <a:pt x="52" y="81"/>
                  <a:pt x="51" y="81"/>
                </a:cubicBezTo>
                <a:cubicBezTo>
                  <a:pt x="51" y="81"/>
                  <a:pt x="50" y="81"/>
                  <a:pt x="50" y="81"/>
                </a:cubicBezTo>
                <a:cubicBezTo>
                  <a:pt x="49" y="82"/>
                  <a:pt x="48" y="82"/>
                  <a:pt x="48" y="82"/>
                </a:cubicBezTo>
                <a:cubicBezTo>
                  <a:pt x="47" y="82"/>
                  <a:pt x="47" y="82"/>
                  <a:pt x="47" y="83"/>
                </a:cubicBezTo>
                <a:cubicBezTo>
                  <a:pt x="46" y="83"/>
                  <a:pt x="45" y="83"/>
                  <a:pt x="45" y="84"/>
                </a:cubicBezTo>
                <a:cubicBezTo>
                  <a:pt x="44" y="84"/>
                  <a:pt x="44" y="84"/>
                  <a:pt x="44" y="84"/>
                </a:cubicBezTo>
                <a:cubicBezTo>
                  <a:pt x="43" y="84"/>
                  <a:pt x="42" y="85"/>
                  <a:pt x="41" y="85"/>
                </a:cubicBezTo>
                <a:cubicBezTo>
                  <a:pt x="41" y="85"/>
                  <a:pt x="41" y="85"/>
                  <a:pt x="41" y="85"/>
                </a:cubicBezTo>
                <a:cubicBezTo>
                  <a:pt x="40" y="86"/>
                  <a:pt x="39" y="86"/>
                  <a:pt x="39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8" y="88"/>
                  <a:pt x="37" y="88"/>
                  <a:pt x="36" y="89"/>
                </a:cubicBezTo>
                <a:cubicBezTo>
                  <a:pt x="29" y="96"/>
                  <a:pt x="24" y="105"/>
                  <a:pt x="24" y="116"/>
                </a:cubicBezTo>
                <a:cubicBezTo>
                  <a:pt x="24" y="136"/>
                  <a:pt x="40" y="152"/>
                  <a:pt x="60" y="152"/>
                </a:cubicBezTo>
                <a:cubicBezTo>
                  <a:pt x="67" y="152"/>
                  <a:pt x="72" y="157"/>
                  <a:pt x="72" y="164"/>
                </a:cubicBezTo>
                <a:cubicBezTo>
                  <a:pt x="72" y="171"/>
                  <a:pt x="67" y="176"/>
                  <a:pt x="60" y="176"/>
                </a:cubicBezTo>
                <a:cubicBezTo>
                  <a:pt x="27" y="176"/>
                  <a:pt x="0" y="149"/>
                  <a:pt x="0" y="116"/>
                </a:cubicBezTo>
                <a:cubicBezTo>
                  <a:pt x="0" y="89"/>
                  <a:pt x="18" y="66"/>
                  <a:pt x="42" y="59"/>
                </a:cubicBezTo>
                <a:cubicBezTo>
                  <a:pt x="56" y="24"/>
                  <a:pt x="89" y="0"/>
                  <a:pt x="128" y="0"/>
                </a:cubicBezTo>
                <a:cubicBezTo>
                  <a:pt x="167" y="0"/>
                  <a:pt x="200" y="24"/>
                  <a:pt x="214" y="59"/>
                </a:cubicBezTo>
                <a:cubicBezTo>
                  <a:pt x="238" y="66"/>
                  <a:pt x="256" y="89"/>
                  <a:pt x="256" y="116"/>
                </a:cubicBezTo>
                <a:cubicBezTo>
                  <a:pt x="256" y="149"/>
                  <a:pt x="229" y="176"/>
                  <a:pt x="196" y="176"/>
                </a:cubicBezTo>
                <a:moveTo>
                  <a:pt x="83" y="148"/>
                </a:moveTo>
                <a:cubicBezTo>
                  <a:pt x="119" y="108"/>
                  <a:pt x="119" y="108"/>
                  <a:pt x="119" y="108"/>
                </a:cubicBezTo>
                <a:cubicBezTo>
                  <a:pt x="119" y="108"/>
                  <a:pt x="119" y="108"/>
                  <a:pt x="119" y="108"/>
                </a:cubicBezTo>
                <a:cubicBezTo>
                  <a:pt x="121" y="106"/>
                  <a:pt x="124" y="104"/>
                  <a:pt x="128" y="104"/>
                </a:cubicBezTo>
                <a:cubicBezTo>
                  <a:pt x="132" y="104"/>
                  <a:pt x="135" y="106"/>
                  <a:pt x="137" y="108"/>
                </a:cubicBezTo>
                <a:cubicBezTo>
                  <a:pt x="137" y="108"/>
                  <a:pt x="137" y="108"/>
                  <a:pt x="137" y="108"/>
                </a:cubicBezTo>
                <a:cubicBezTo>
                  <a:pt x="173" y="148"/>
                  <a:pt x="173" y="148"/>
                  <a:pt x="173" y="148"/>
                </a:cubicBezTo>
                <a:cubicBezTo>
                  <a:pt x="173" y="148"/>
                  <a:pt x="173" y="148"/>
                  <a:pt x="173" y="148"/>
                </a:cubicBezTo>
                <a:cubicBezTo>
                  <a:pt x="175" y="150"/>
                  <a:pt x="176" y="153"/>
                  <a:pt x="176" y="156"/>
                </a:cubicBezTo>
                <a:cubicBezTo>
                  <a:pt x="176" y="163"/>
                  <a:pt x="171" y="168"/>
                  <a:pt x="164" y="168"/>
                </a:cubicBezTo>
                <a:cubicBezTo>
                  <a:pt x="160" y="168"/>
                  <a:pt x="157" y="166"/>
                  <a:pt x="155" y="164"/>
                </a:cubicBezTo>
                <a:cubicBezTo>
                  <a:pt x="155" y="164"/>
                  <a:pt x="155" y="164"/>
                  <a:pt x="155" y="164"/>
                </a:cubicBezTo>
                <a:cubicBezTo>
                  <a:pt x="140" y="147"/>
                  <a:pt x="140" y="147"/>
                  <a:pt x="140" y="147"/>
                </a:cubicBezTo>
                <a:cubicBezTo>
                  <a:pt x="140" y="208"/>
                  <a:pt x="140" y="208"/>
                  <a:pt x="140" y="208"/>
                </a:cubicBezTo>
                <a:cubicBezTo>
                  <a:pt x="140" y="215"/>
                  <a:pt x="135" y="220"/>
                  <a:pt x="128" y="220"/>
                </a:cubicBezTo>
                <a:cubicBezTo>
                  <a:pt x="121" y="220"/>
                  <a:pt x="116" y="215"/>
                  <a:pt x="116" y="208"/>
                </a:cubicBezTo>
                <a:cubicBezTo>
                  <a:pt x="116" y="147"/>
                  <a:pt x="116" y="147"/>
                  <a:pt x="116" y="147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99" y="166"/>
                  <a:pt x="96" y="168"/>
                  <a:pt x="92" y="168"/>
                </a:cubicBezTo>
                <a:cubicBezTo>
                  <a:pt x="85" y="168"/>
                  <a:pt x="80" y="163"/>
                  <a:pt x="80" y="156"/>
                </a:cubicBezTo>
                <a:cubicBezTo>
                  <a:pt x="80" y="153"/>
                  <a:pt x="81" y="150"/>
                  <a:pt x="83" y="14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9162D70-7442-4ECF-85FD-B409B570024D}"/>
              </a:ext>
            </a:extLst>
          </p:cNvPr>
          <p:cNvSpPr/>
          <p:nvPr/>
        </p:nvSpPr>
        <p:spPr>
          <a:xfrm>
            <a:off x="6011248" y="1626070"/>
            <a:ext cx="683173" cy="51694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A92F1167-A435-4EFB-9262-0EF9ACBDDDBE}"/>
              </a:ext>
            </a:extLst>
          </p:cNvPr>
          <p:cNvSpPr/>
          <p:nvPr/>
        </p:nvSpPr>
        <p:spPr>
          <a:xfrm>
            <a:off x="6011248" y="2801855"/>
            <a:ext cx="683173" cy="516943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箭头: 右 59">
            <a:extLst>
              <a:ext uri="{FF2B5EF4-FFF2-40B4-BE49-F238E27FC236}">
                <a16:creationId xmlns:a16="http://schemas.microsoft.com/office/drawing/2014/main" id="{201E705B-6C8D-4F1B-BE3C-578030B95EE8}"/>
              </a:ext>
            </a:extLst>
          </p:cNvPr>
          <p:cNvSpPr/>
          <p:nvPr/>
        </p:nvSpPr>
        <p:spPr>
          <a:xfrm>
            <a:off x="6011248" y="3977640"/>
            <a:ext cx="683173" cy="516943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3B7D5E76-2B9D-45D6-B3AF-056B24313A69}"/>
              </a:ext>
            </a:extLst>
          </p:cNvPr>
          <p:cNvSpPr/>
          <p:nvPr/>
        </p:nvSpPr>
        <p:spPr>
          <a:xfrm>
            <a:off x="6011249" y="5153425"/>
            <a:ext cx="683173" cy="516943"/>
          </a:xfrm>
          <a:prstGeom prst="right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Inhaltsplatzhalter 4">
            <a:extLst>
              <a:ext uri="{FF2B5EF4-FFF2-40B4-BE49-F238E27FC236}">
                <a16:creationId xmlns:a16="http://schemas.microsoft.com/office/drawing/2014/main" id="{4CC64380-AAAC-46F0-BC2F-380E24EF4A8B}"/>
              </a:ext>
            </a:extLst>
          </p:cNvPr>
          <p:cNvSpPr txBox="1"/>
          <p:nvPr/>
        </p:nvSpPr>
        <p:spPr>
          <a:xfrm>
            <a:off x="7044101" y="1476129"/>
            <a:ext cx="4501565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请在此处添加详细描述文本，在这里输入文本，更改文字文本。请在此处添加详细描述文本，在这里输入文本，更改文字文本。</a:t>
            </a:r>
          </a:p>
        </p:txBody>
      </p:sp>
      <p:sp>
        <p:nvSpPr>
          <p:cNvPr id="63" name="Inhaltsplatzhalter 4">
            <a:extLst>
              <a:ext uri="{FF2B5EF4-FFF2-40B4-BE49-F238E27FC236}">
                <a16:creationId xmlns:a16="http://schemas.microsoft.com/office/drawing/2014/main" id="{A26EA409-A49B-402B-ABA1-424F27683CC6}"/>
              </a:ext>
            </a:extLst>
          </p:cNvPr>
          <p:cNvSpPr txBox="1"/>
          <p:nvPr/>
        </p:nvSpPr>
        <p:spPr>
          <a:xfrm>
            <a:off x="7027623" y="2651915"/>
            <a:ext cx="4501565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64" name="Inhaltsplatzhalter 4">
            <a:extLst>
              <a:ext uri="{FF2B5EF4-FFF2-40B4-BE49-F238E27FC236}">
                <a16:creationId xmlns:a16="http://schemas.microsoft.com/office/drawing/2014/main" id="{8573BD03-69FB-44AB-AD60-AB108D2ADFF7}"/>
              </a:ext>
            </a:extLst>
          </p:cNvPr>
          <p:cNvSpPr txBox="1"/>
          <p:nvPr/>
        </p:nvSpPr>
        <p:spPr>
          <a:xfrm>
            <a:off x="7027623" y="3827700"/>
            <a:ext cx="4501565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3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65" name="Inhaltsplatzhalter 4">
            <a:extLst>
              <a:ext uri="{FF2B5EF4-FFF2-40B4-BE49-F238E27FC236}">
                <a16:creationId xmlns:a16="http://schemas.microsoft.com/office/drawing/2014/main" id="{99768398-AB84-425A-A63F-57E40E2E10F1}"/>
              </a:ext>
            </a:extLst>
          </p:cNvPr>
          <p:cNvSpPr txBox="1"/>
          <p:nvPr/>
        </p:nvSpPr>
        <p:spPr>
          <a:xfrm>
            <a:off x="7027623" y="5003484"/>
            <a:ext cx="4501565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4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1B006EF-9A13-48F7-9391-815EE7717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7944BD8-12F1-4F3C-8478-D89162E27DA3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15AC27D-B36D-4579-B2D0-D5655039CDC6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B9DFF6D-8E4C-4E79-8B04-6E1E4E126E92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5BB2CFF-3D90-4261-A945-36E834D191C0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9B649CB-A6F2-4577-9862-3B3864040FC4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F2D0352-9C66-41CF-9EA9-41ACF07966B2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0E2FEE60-E035-480F-BEA1-D134F4A8E483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BF8A8F8-EEDF-440E-AD24-7E2A953A3FC2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B78AFA2-7DC8-4470-9F08-B60D943ACB6B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3943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183">
            <a:extLst>
              <a:ext uri="{FF2B5EF4-FFF2-40B4-BE49-F238E27FC236}">
                <a16:creationId xmlns:a16="http://schemas.microsoft.com/office/drawing/2014/main" id="{E511ECFA-AB8B-489B-AF65-684825E04CA9}"/>
              </a:ext>
            </a:extLst>
          </p:cNvPr>
          <p:cNvGrpSpPr/>
          <p:nvPr/>
        </p:nvGrpSpPr>
        <p:grpSpPr>
          <a:xfrm>
            <a:off x="1151692" y="1327631"/>
            <a:ext cx="2028676" cy="717420"/>
            <a:chOff x="3146425" y="525463"/>
            <a:chExt cx="1752600" cy="6889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5" name="Freeform 147">
              <a:extLst>
                <a:ext uri="{FF2B5EF4-FFF2-40B4-BE49-F238E27FC236}">
                  <a16:creationId xmlns:a16="http://schemas.microsoft.com/office/drawing/2014/main" id="{7BFFF737-26B9-4BA5-A308-5F775B9E96DC}"/>
                </a:ext>
              </a:extLst>
            </p:cNvPr>
            <p:cNvSpPr/>
            <p:nvPr/>
          </p:nvSpPr>
          <p:spPr bwMode="auto">
            <a:xfrm>
              <a:off x="3146425" y="525463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7 h 434"/>
                <a:gd name="T10" fmla="*/ 1104 w 1104"/>
                <a:gd name="T11" fmla="*/ 312 h 434"/>
                <a:gd name="T12" fmla="*/ 1042 w 1104"/>
                <a:gd name="T13" fmla="*/ 258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7"/>
                  </a:lnTo>
                  <a:lnTo>
                    <a:pt x="1104" y="312"/>
                  </a:lnTo>
                  <a:lnTo>
                    <a:pt x="1042" y="258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accent1"/>
                  </a:solidFill>
                </a:rPr>
                <a:t>PART 01</a:t>
              </a:r>
            </a:p>
          </p:txBody>
        </p:sp>
        <p:sp>
          <p:nvSpPr>
            <p:cNvPr id="196" name="Freeform 148">
              <a:extLst>
                <a:ext uri="{FF2B5EF4-FFF2-40B4-BE49-F238E27FC236}">
                  <a16:creationId xmlns:a16="http://schemas.microsoft.com/office/drawing/2014/main" id="{E3D8CC89-94B6-45E3-89F6-9C691D977BCD}"/>
                </a:ext>
              </a:extLst>
            </p:cNvPr>
            <p:cNvSpPr/>
            <p:nvPr/>
          </p:nvSpPr>
          <p:spPr bwMode="auto">
            <a:xfrm>
              <a:off x="3146425" y="525463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7 h 434"/>
                <a:gd name="T10" fmla="*/ 1104 w 1104"/>
                <a:gd name="T11" fmla="*/ 312 h 434"/>
                <a:gd name="T12" fmla="*/ 1042 w 1104"/>
                <a:gd name="T13" fmla="*/ 258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7"/>
                  </a:lnTo>
                  <a:lnTo>
                    <a:pt x="1104" y="312"/>
                  </a:lnTo>
                  <a:lnTo>
                    <a:pt x="1042" y="258"/>
                  </a:lnTo>
                  <a:lnTo>
                    <a:pt x="104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97" name="Rectangle 149">
              <a:extLst>
                <a:ext uri="{FF2B5EF4-FFF2-40B4-BE49-F238E27FC236}">
                  <a16:creationId xmlns:a16="http://schemas.microsoft.com/office/drawing/2014/main" id="{3F5FA411-3039-4D47-B6E7-B867392AB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425" y="525463"/>
              <a:ext cx="68263" cy="688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98" name="Rectangle 151">
              <a:extLst>
                <a:ext uri="{FF2B5EF4-FFF2-40B4-BE49-F238E27FC236}">
                  <a16:creationId xmlns:a16="http://schemas.microsoft.com/office/drawing/2014/main" id="{B785429F-7345-40C6-A1A7-E390AF056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688" y="525463"/>
              <a:ext cx="1585913" cy="271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</p:grpSp>
      <p:sp>
        <p:nvSpPr>
          <p:cNvPr id="149" name="Inhaltsplatzhalter 4">
            <a:extLst>
              <a:ext uri="{FF2B5EF4-FFF2-40B4-BE49-F238E27FC236}">
                <a16:creationId xmlns:a16="http://schemas.microsoft.com/office/drawing/2014/main" id="{622942F5-AB73-487F-8836-33BE176CDADF}"/>
              </a:ext>
            </a:extLst>
          </p:cNvPr>
          <p:cNvSpPr txBox="1"/>
          <p:nvPr/>
        </p:nvSpPr>
        <p:spPr>
          <a:xfrm>
            <a:off x="3414619" y="1277928"/>
            <a:ext cx="7625689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135" name="Group 184">
            <a:extLst>
              <a:ext uri="{FF2B5EF4-FFF2-40B4-BE49-F238E27FC236}">
                <a16:creationId xmlns:a16="http://schemas.microsoft.com/office/drawing/2014/main" id="{46820385-1F9D-461E-B653-478543FDBC08}"/>
              </a:ext>
            </a:extLst>
          </p:cNvPr>
          <p:cNvGrpSpPr/>
          <p:nvPr/>
        </p:nvGrpSpPr>
        <p:grpSpPr>
          <a:xfrm>
            <a:off x="1151692" y="2322973"/>
            <a:ext cx="2028678" cy="717421"/>
            <a:chOff x="3146424" y="1731963"/>
            <a:chExt cx="1752601" cy="6889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1" name="Freeform 155">
              <a:extLst>
                <a:ext uri="{FF2B5EF4-FFF2-40B4-BE49-F238E27FC236}">
                  <a16:creationId xmlns:a16="http://schemas.microsoft.com/office/drawing/2014/main" id="{F68A4B47-6A0F-4056-972F-8B5561F84A5B}"/>
                </a:ext>
              </a:extLst>
            </p:cNvPr>
            <p:cNvSpPr/>
            <p:nvPr/>
          </p:nvSpPr>
          <p:spPr bwMode="auto">
            <a:xfrm>
              <a:off x="3146424" y="1731964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4 h 434"/>
                <a:gd name="T10" fmla="*/ 1104 w 1104"/>
                <a:gd name="T11" fmla="*/ 310 h 434"/>
                <a:gd name="T12" fmla="*/ 1042 w 1104"/>
                <a:gd name="T13" fmla="*/ 256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4"/>
                  </a:lnTo>
                  <a:lnTo>
                    <a:pt x="1104" y="310"/>
                  </a:lnTo>
                  <a:lnTo>
                    <a:pt x="1042" y="25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altLang="zh-CN" b="1" dirty="0">
                  <a:solidFill>
                    <a:schemeClr val="accent2"/>
                  </a:solidFill>
                </a:rPr>
                <a:t>PART</a:t>
              </a:r>
              <a:r>
                <a:rPr lang="en-US" b="1" dirty="0">
                  <a:solidFill>
                    <a:schemeClr val="accent2"/>
                  </a:solidFill>
                </a:rPr>
                <a:t> 02</a:t>
              </a:r>
            </a:p>
          </p:txBody>
        </p:sp>
        <p:sp>
          <p:nvSpPr>
            <p:cNvPr id="192" name="Freeform 156">
              <a:extLst>
                <a:ext uri="{FF2B5EF4-FFF2-40B4-BE49-F238E27FC236}">
                  <a16:creationId xmlns:a16="http://schemas.microsoft.com/office/drawing/2014/main" id="{2A458AF8-D91D-4ADB-82A7-68223F5051F0}"/>
                </a:ext>
              </a:extLst>
            </p:cNvPr>
            <p:cNvSpPr/>
            <p:nvPr/>
          </p:nvSpPr>
          <p:spPr bwMode="auto">
            <a:xfrm>
              <a:off x="3146425" y="1731963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4 h 434"/>
                <a:gd name="T10" fmla="*/ 1104 w 1104"/>
                <a:gd name="T11" fmla="*/ 310 h 434"/>
                <a:gd name="T12" fmla="*/ 1042 w 1104"/>
                <a:gd name="T13" fmla="*/ 256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4"/>
                  </a:lnTo>
                  <a:lnTo>
                    <a:pt x="1104" y="310"/>
                  </a:lnTo>
                  <a:lnTo>
                    <a:pt x="1042" y="256"/>
                  </a:lnTo>
                  <a:lnTo>
                    <a:pt x="104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93" name="Rectangle 157">
              <a:extLst>
                <a:ext uri="{FF2B5EF4-FFF2-40B4-BE49-F238E27FC236}">
                  <a16:creationId xmlns:a16="http://schemas.microsoft.com/office/drawing/2014/main" id="{E9503B3D-377B-4226-8D83-A66B769B9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425" y="1731963"/>
              <a:ext cx="68263" cy="6889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94" name="Rectangle 159">
              <a:extLst>
                <a:ext uri="{FF2B5EF4-FFF2-40B4-BE49-F238E27FC236}">
                  <a16:creationId xmlns:a16="http://schemas.microsoft.com/office/drawing/2014/main" id="{3023999F-E5E1-4BC7-A566-4B1F5D592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688" y="1731963"/>
              <a:ext cx="1585913" cy="26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</p:grpSp>
      <p:sp>
        <p:nvSpPr>
          <p:cNvPr id="151" name="Inhaltsplatzhalter 4">
            <a:extLst>
              <a:ext uri="{FF2B5EF4-FFF2-40B4-BE49-F238E27FC236}">
                <a16:creationId xmlns:a16="http://schemas.microsoft.com/office/drawing/2014/main" id="{8DCCDF6B-79FC-43F4-BFE5-220BD1FFFED3}"/>
              </a:ext>
            </a:extLst>
          </p:cNvPr>
          <p:cNvSpPr txBox="1"/>
          <p:nvPr/>
        </p:nvSpPr>
        <p:spPr>
          <a:xfrm>
            <a:off x="3414619" y="2273270"/>
            <a:ext cx="7625689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136" name="Group 185">
            <a:extLst>
              <a:ext uri="{FF2B5EF4-FFF2-40B4-BE49-F238E27FC236}">
                <a16:creationId xmlns:a16="http://schemas.microsoft.com/office/drawing/2014/main" id="{8F122FB2-13CF-40BF-8522-D5EA13BCB3FA}"/>
              </a:ext>
            </a:extLst>
          </p:cNvPr>
          <p:cNvGrpSpPr/>
          <p:nvPr/>
        </p:nvGrpSpPr>
        <p:grpSpPr>
          <a:xfrm>
            <a:off x="1151692" y="3318315"/>
            <a:ext cx="2028676" cy="717420"/>
            <a:chOff x="3146425" y="2936875"/>
            <a:chExt cx="1752600" cy="6889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7" name="Freeform 163">
              <a:extLst>
                <a:ext uri="{FF2B5EF4-FFF2-40B4-BE49-F238E27FC236}">
                  <a16:creationId xmlns:a16="http://schemas.microsoft.com/office/drawing/2014/main" id="{478DA079-6835-4BAD-881B-48936D0D4705}"/>
                </a:ext>
              </a:extLst>
            </p:cNvPr>
            <p:cNvSpPr/>
            <p:nvPr/>
          </p:nvSpPr>
          <p:spPr bwMode="auto">
            <a:xfrm>
              <a:off x="3146425" y="2936875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5 h 434"/>
                <a:gd name="T10" fmla="*/ 1104 w 1104"/>
                <a:gd name="T11" fmla="*/ 310 h 434"/>
                <a:gd name="T12" fmla="*/ 1042 w 1104"/>
                <a:gd name="T13" fmla="*/ 256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5"/>
                  </a:lnTo>
                  <a:lnTo>
                    <a:pt x="1104" y="310"/>
                  </a:lnTo>
                  <a:lnTo>
                    <a:pt x="1042" y="25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accent3"/>
                  </a:solidFill>
                </a:rPr>
                <a:t>PART 03</a:t>
              </a:r>
            </a:p>
          </p:txBody>
        </p:sp>
        <p:sp>
          <p:nvSpPr>
            <p:cNvPr id="188" name="Freeform 164">
              <a:extLst>
                <a:ext uri="{FF2B5EF4-FFF2-40B4-BE49-F238E27FC236}">
                  <a16:creationId xmlns:a16="http://schemas.microsoft.com/office/drawing/2014/main" id="{64579D0B-4759-40A0-9ADE-72E85DC2B1C8}"/>
                </a:ext>
              </a:extLst>
            </p:cNvPr>
            <p:cNvSpPr/>
            <p:nvPr/>
          </p:nvSpPr>
          <p:spPr bwMode="auto">
            <a:xfrm>
              <a:off x="3146425" y="2936875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5 h 434"/>
                <a:gd name="T10" fmla="*/ 1104 w 1104"/>
                <a:gd name="T11" fmla="*/ 310 h 434"/>
                <a:gd name="T12" fmla="*/ 1042 w 1104"/>
                <a:gd name="T13" fmla="*/ 256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5"/>
                  </a:lnTo>
                  <a:lnTo>
                    <a:pt x="1104" y="310"/>
                  </a:lnTo>
                  <a:lnTo>
                    <a:pt x="1042" y="256"/>
                  </a:lnTo>
                  <a:lnTo>
                    <a:pt x="104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89" name="Rectangle 165">
              <a:extLst>
                <a:ext uri="{FF2B5EF4-FFF2-40B4-BE49-F238E27FC236}">
                  <a16:creationId xmlns:a16="http://schemas.microsoft.com/office/drawing/2014/main" id="{782BAE43-2587-4D10-9633-E547983E6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425" y="2936875"/>
              <a:ext cx="68263" cy="6889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90" name="Rectangle 167">
              <a:extLst>
                <a:ext uri="{FF2B5EF4-FFF2-40B4-BE49-F238E27FC236}">
                  <a16:creationId xmlns:a16="http://schemas.microsoft.com/office/drawing/2014/main" id="{9C472A8F-6AF3-4BEF-8A11-F0D053F20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688" y="2936875"/>
              <a:ext cx="1585913" cy="26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</p:grpSp>
      <p:sp>
        <p:nvSpPr>
          <p:cNvPr id="153" name="Inhaltsplatzhalter 4">
            <a:extLst>
              <a:ext uri="{FF2B5EF4-FFF2-40B4-BE49-F238E27FC236}">
                <a16:creationId xmlns:a16="http://schemas.microsoft.com/office/drawing/2014/main" id="{AE4AAF1C-A54F-4965-9F56-524114FEC563}"/>
              </a:ext>
            </a:extLst>
          </p:cNvPr>
          <p:cNvSpPr txBox="1"/>
          <p:nvPr/>
        </p:nvSpPr>
        <p:spPr>
          <a:xfrm>
            <a:off x="3414619" y="3268612"/>
            <a:ext cx="7625689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3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137" name="Group 186">
            <a:extLst>
              <a:ext uri="{FF2B5EF4-FFF2-40B4-BE49-F238E27FC236}">
                <a16:creationId xmlns:a16="http://schemas.microsoft.com/office/drawing/2014/main" id="{7D65B309-ED6F-4B14-9C2A-0FC3DB179F09}"/>
              </a:ext>
            </a:extLst>
          </p:cNvPr>
          <p:cNvGrpSpPr/>
          <p:nvPr/>
        </p:nvGrpSpPr>
        <p:grpSpPr>
          <a:xfrm>
            <a:off x="1151692" y="4312005"/>
            <a:ext cx="2028676" cy="720724"/>
            <a:chOff x="3146425" y="4138613"/>
            <a:chExt cx="1752600" cy="6921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3" name="Freeform 171">
              <a:extLst>
                <a:ext uri="{FF2B5EF4-FFF2-40B4-BE49-F238E27FC236}">
                  <a16:creationId xmlns:a16="http://schemas.microsoft.com/office/drawing/2014/main" id="{FFA1CC6F-CD8C-4CD1-9F1C-732D2EE59AF9}"/>
                </a:ext>
              </a:extLst>
            </p:cNvPr>
            <p:cNvSpPr/>
            <p:nvPr/>
          </p:nvSpPr>
          <p:spPr bwMode="auto">
            <a:xfrm>
              <a:off x="3146425" y="4138613"/>
              <a:ext cx="1752600" cy="692150"/>
            </a:xfrm>
            <a:custGeom>
              <a:avLst/>
              <a:gdLst>
                <a:gd name="T0" fmla="*/ 1042 w 1104"/>
                <a:gd name="T1" fmla="*/ 0 h 436"/>
                <a:gd name="T2" fmla="*/ 0 w 1104"/>
                <a:gd name="T3" fmla="*/ 0 h 436"/>
                <a:gd name="T4" fmla="*/ 0 w 1104"/>
                <a:gd name="T5" fmla="*/ 436 h 436"/>
                <a:gd name="T6" fmla="*/ 1042 w 1104"/>
                <a:gd name="T7" fmla="*/ 436 h 436"/>
                <a:gd name="T8" fmla="*/ 1042 w 1104"/>
                <a:gd name="T9" fmla="*/ 367 h 436"/>
                <a:gd name="T10" fmla="*/ 1104 w 1104"/>
                <a:gd name="T11" fmla="*/ 312 h 436"/>
                <a:gd name="T12" fmla="*/ 1042 w 1104"/>
                <a:gd name="T13" fmla="*/ 258 h 436"/>
                <a:gd name="T14" fmla="*/ 1042 w 1104"/>
                <a:gd name="T15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6">
                  <a:moveTo>
                    <a:pt x="1042" y="0"/>
                  </a:moveTo>
                  <a:lnTo>
                    <a:pt x="0" y="0"/>
                  </a:lnTo>
                  <a:lnTo>
                    <a:pt x="0" y="436"/>
                  </a:lnTo>
                  <a:lnTo>
                    <a:pt x="1042" y="436"/>
                  </a:lnTo>
                  <a:lnTo>
                    <a:pt x="1042" y="367"/>
                  </a:lnTo>
                  <a:lnTo>
                    <a:pt x="1104" y="312"/>
                  </a:lnTo>
                  <a:lnTo>
                    <a:pt x="1042" y="258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accent4"/>
                  </a:solidFill>
                </a:rPr>
                <a:t>PART 04</a:t>
              </a:r>
            </a:p>
          </p:txBody>
        </p:sp>
        <p:sp>
          <p:nvSpPr>
            <p:cNvPr id="184" name="Freeform 172">
              <a:extLst>
                <a:ext uri="{FF2B5EF4-FFF2-40B4-BE49-F238E27FC236}">
                  <a16:creationId xmlns:a16="http://schemas.microsoft.com/office/drawing/2014/main" id="{8795E295-17A2-4B30-ADA5-473D2BD0682A}"/>
                </a:ext>
              </a:extLst>
            </p:cNvPr>
            <p:cNvSpPr/>
            <p:nvPr/>
          </p:nvSpPr>
          <p:spPr bwMode="auto">
            <a:xfrm>
              <a:off x="3146425" y="4138613"/>
              <a:ext cx="1752600" cy="692150"/>
            </a:xfrm>
            <a:custGeom>
              <a:avLst/>
              <a:gdLst>
                <a:gd name="T0" fmla="*/ 1042 w 1104"/>
                <a:gd name="T1" fmla="*/ 0 h 436"/>
                <a:gd name="T2" fmla="*/ 0 w 1104"/>
                <a:gd name="T3" fmla="*/ 0 h 436"/>
                <a:gd name="T4" fmla="*/ 0 w 1104"/>
                <a:gd name="T5" fmla="*/ 436 h 436"/>
                <a:gd name="T6" fmla="*/ 1042 w 1104"/>
                <a:gd name="T7" fmla="*/ 436 h 436"/>
                <a:gd name="T8" fmla="*/ 1042 w 1104"/>
                <a:gd name="T9" fmla="*/ 367 h 436"/>
                <a:gd name="T10" fmla="*/ 1104 w 1104"/>
                <a:gd name="T11" fmla="*/ 312 h 436"/>
                <a:gd name="T12" fmla="*/ 1042 w 1104"/>
                <a:gd name="T13" fmla="*/ 258 h 436"/>
                <a:gd name="T14" fmla="*/ 1042 w 1104"/>
                <a:gd name="T15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6">
                  <a:moveTo>
                    <a:pt x="1042" y="0"/>
                  </a:moveTo>
                  <a:lnTo>
                    <a:pt x="0" y="0"/>
                  </a:lnTo>
                  <a:lnTo>
                    <a:pt x="0" y="436"/>
                  </a:lnTo>
                  <a:lnTo>
                    <a:pt x="1042" y="436"/>
                  </a:lnTo>
                  <a:lnTo>
                    <a:pt x="1042" y="367"/>
                  </a:lnTo>
                  <a:lnTo>
                    <a:pt x="1104" y="312"/>
                  </a:lnTo>
                  <a:lnTo>
                    <a:pt x="1042" y="258"/>
                  </a:lnTo>
                  <a:lnTo>
                    <a:pt x="104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85" name="Rectangle 173">
              <a:extLst>
                <a:ext uri="{FF2B5EF4-FFF2-40B4-BE49-F238E27FC236}">
                  <a16:creationId xmlns:a16="http://schemas.microsoft.com/office/drawing/2014/main" id="{A43A4AB9-749A-4532-BD8D-E3D32D12D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425" y="4138613"/>
              <a:ext cx="68263" cy="6921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86" name="Rectangle 175">
              <a:extLst>
                <a:ext uri="{FF2B5EF4-FFF2-40B4-BE49-F238E27FC236}">
                  <a16:creationId xmlns:a16="http://schemas.microsoft.com/office/drawing/2014/main" id="{0936B84D-E3BB-4CE9-8E6C-938EEF1FB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688" y="4138613"/>
              <a:ext cx="1585913" cy="271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</p:grpSp>
      <p:sp>
        <p:nvSpPr>
          <p:cNvPr id="155" name="Inhaltsplatzhalter 4">
            <a:extLst>
              <a:ext uri="{FF2B5EF4-FFF2-40B4-BE49-F238E27FC236}">
                <a16:creationId xmlns:a16="http://schemas.microsoft.com/office/drawing/2014/main" id="{00329490-1BD1-4B3B-BCC9-B0B9B0D3A341}"/>
              </a:ext>
            </a:extLst>
          </p:cNvPr>
          <p:cNvSpPr txBox="1"/>
          <p:nvPr/>
        </p:nvSpPr>
        <p:spPr>
          <a:xfrm>
            <a:off x="3414619" y="4263954"/>
            <a:ext cx="7625689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4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138" name="Group 187">
            <a:extLst>
              <a:ext uri="{FF2B5EF4-FFF2-40B4-BE49-F238E27FC236}">
                <a16:creationId xmlns:a16="http://schemas.microsoft.com/office/drawing/2014/main" id="{159E7B66-A58D-4335-927F-D1EC191DE7DB}"/>
              </a:ext>
            </a:extLst>
          </p:cNvPr>
          <p:cNvGrpSpPr/>
          <p:nvPr/>
        </p:nvGrpSpPr>
        <p:grpSpPr>
          <a:xfrm>
            <a:off x="1151692" y="5308998"/>
            <a:ext cx="2028676" cy="717420"/>
            <a:chOff x="3146425" y="5345113"/>
            <a:chExt cx="1752600" cy="6889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9" name="Freeform 179">
              <a:extLst>
                <a:ext uri="{FF2B5EF4-FFF2-40B4-BE49-F238E27FC236}">
                  <a16:creationId xmlns:a16="http://schemas.microsoft.com/office/drawing/2014/main" id="{09605EE5-B762-457A-9387-74B9AC7EC4B6}"/>
                </a:ext>
              </a:extLst>
            </p:cNvPr>
            <p:cNvSpPr/>
            <p:nvPr/>
          </p:nvSpPr>
          <p:spPr bwMode="auto">
            <a:xfrm>
              <a:off x="3146425" y="5345113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5 h 434"/>
                <a:gd name="T10" fmla="*/ 1104 w 1104"/>
                <a:gd name="T11" fmla="*/ 310 h 434"/>
                <a:gd name="T12" fmla="*/ 1042 w 1104"/>
                <a:gd name="T13" fmla="*/ 256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5"/>
                  </a:lnTo>
                  <a:lnTo>
                    <a:pt x="1104" y="310"/>
                  </a:lnTo>
                  <a:lnTo>
                    <a:pt x="1042" y="25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PART 05</a:t>
              </a:r>
            </a:p>
          </p:txBody>
        </p:sp>
        <p:sp>
          <p:nvSpPr>
            <p:cNvPr id="180" name="Freeform 180">
              <a:extLst>
                <a:ext uri="{FF2B5EF4-FFF2-40B4-BE49-F238E27FC236}">
                  <a16:creationId xmlns:a16="http://schemas.microsoft.com/office/drawing/2014/main" id="{B3CA14B9-9B24-41F7-8B21-82B4E86B3032}"/>
                </a:ext>
              </a:extLst>
            </p:cNvPr>
            <p:cNvSpPr/>
            <p:nvPr/>
          </p:nvSpPr>
          <p:spPr bwMode="auto">
            <a:xfrm>
              <a:off x="3146425" y="5345113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5 h 434"/>
                <a:gd name="T10" fmla="*/ 1104 w 1104"/>
                <a:gd name="T11" fmla="*/ 310 h 434"/>
                <a:gd name="T12" fmla="*/ 1042 w 1104"/>
                <a:gd name="T13" fmla="*/ 256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5"/>
                  </a:lnTo>
                  <a:lnTo>
                    <a:pt x="1104" y="310"/>
                  </a:lnTo>
                  <a:lnTo>
                    <a:pt x="1042" y="256"/>
                  </a:lnTo>
                  <a:lnTo>
                    <a:pt x="104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81" name="Rectangle 181">
              <a:extLst>
                <a:ext uri="{FF2B5EF4-FFF2-40B4-BE49-F238E27FC236}">
                  <a16:creationId xmlns:a16="http://schemas.microsoft.com/office/drawing/2014/main" id="{AC2C54B3-5216-485E-AEE0-880B92778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425" y="5345113"/>
              <a:ext cx="68263" cy="6889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82" name="Rectangle 183">
              <a:extLst>
                <a:ext uri="{FF2B5EF4-FFF2-40B4-BE49-F238E27FC236}">
                  <a16:creationId xmlns:a16="http://schemas.microsoft.com/office/drawing/2014/main" id="{9EB0A1F1-986E-4433-8FE5-E4B05E1E7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688" y="5345113"/>
              <a:ext cx="1585913" cy="26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</p:grpSp>
      <p:sp>
        <p:nvSpPr>
          <p:cNvPr id="157" name="Inhaltsplatzhalter 4">
            <a:extLst>
              <a:ext uri="{FF2B5EF4-FFF2-40B4-BE49-F238E27FC236}">
                <a16:creationId xmlns:a16="http://schemas.microsoft.com/office/drawing/2014/main" id="{49655A9B-702E-48A3-A76D-6720C794C883}"/>
              </a:ext>
            </a:extLst>
          </p:cNvPr>
          <p:cNvSpPr txBox="1"/>
          <p:nvPr/>
        </p:nvSpPr>
        <p:spPr>
          <a:xfrm>
            <a:off x="3414619" y="5259295"/>
            <a:ext cx="7625689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5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0FEED54-62E3-445B-B12A-62768F86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13EC8FE-1435-4E86-9B9B-F0EC6D3C01F7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52DC411-BAEF-44F5-A6A2-F5A2D8564EDE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2A2FB16A-89D5-47D0-BFB1-C7211C912956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2FA5D69-FC0F-4326-BDC2-61E63AB5B5B4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07846FDB-D8AE-4F19-BBA4-E6A064AE72CF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D7340CAC-49DB-48A1-94BB-F15B118DC235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7CB02002-52F1-4E30-B579-0D77581A5F5E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3A009F93-3FC1-4B9E-9C19-099228FB5FD7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8FDF8E7-83EA-4E05-A334-DF9AE3219CE7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1930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Inhaltsplatzhalter 4">
            <a:extLst>
              <a:ext uri="{FF2B5EF4-FFF2-40B4-BE49-F238E27FC236}">
                <a16:creationId xmlns:a16="http://schemas.microsoft.com/office/drawing/2014/main" id="{622942F5-AB73-487F-8836-33BE176CDADF}"/>
              </a:ext>
            </a:extLst>
          </p:cNvPr>
          <p:cNvSpPr txBox="1"/>
          <p:nvPr/>
        </p:nvSpPr>
        <p:spPr>
          <a:xfrm>
            <a:off x="3046440" y="1245054"/>
            <a:ext cx="7625689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51" name="Inhaltsplatzhalter 4">
            <a:extLst>
              <a:ext uri="{FF2B5EF4-FFF2-40B4-BE49-F238E27FC236}">
                <a16:creationId xmlns:a16="http://schemas.microsoft.com/office/drawing/2014/main" id="{8DCCDF6B-79FC-43F4-BFE5-220BD1FFFED3}"/>
              </a:ext>
            </a:extLst>
          </p:cNvPr>
          <p:cNvSpPr txBox="1"/>
          <p:nvPr/>
        </p:nvSpPr>
        <p:spPr>
          <a:xfrm>
            <a:off x="3046440" y="2240396"/>
            <a:ext cx="7625689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53" name="Inhaltsplatzhalter 4">
            <a:extLst>
              <a:ext uri="{FF2B5EF4-FFF2-40B4-BE49-F238E27FC236}">
                <a16:creationId xmlns:a16="http://schemas.microsoft.com/office/drawing/2014/main" id="{AE4AAF1C-A54F-4965-9F56-524114FEC563}"/>
              </a:ext>
            </a:extLst>
          </p:cNvPr>
          <p:cNvSpPr txBox="1"/>
          <p:nvPr/>
        </p:nvSpPr>
        <p:spPr>
          <a:xfrm>
            <a:off x="3046440" y="3235738"/>
            <a:ext cx="7625689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3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55" name="Inhaltsplatzhalter 4">
            <a:extLst>
              <a:ext uri="{FF2B5EF4-FFF2-40B4-BE49-F238E27FC236}">
                <a16:creationId xmlns:a16="http://schemas.microsoft.com/office/drawing/2014/main" id="{00329490-1BD1-4B3B-BCC9-B0B9B0D3A341}"/>
              </a:ext>
            </a:extLst>
          </p:cNvPr>
          <p:cNvSpPr txBox="1"/>
          <p:nvPr/>
        </p:nvSpPr>
        <p:spPr>
          <a:xfrm>
            <a:off x="3046440" y="4231080"/>
            <a:ext cx="7625689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4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57" name="Inhaltsplatzhalter 4">
            <a:extLst>
              <a:ext uri="{FF2B5EF4-FFF2-40B4-BE49-F238E27FC236}">
                <a16:creationId xmlns:a16="http://schemas.microsoft.com/office/drawing/2014/main" id="{49655A9B-702E-48A3-A76D-6720C794C883}"/>
              </a:ext>
            </a:extLst>
          </p:cNvPr>
          <p:cNvSpPr txBox="1"/>
          <p:nvPr/>
        </p:nvSpPr>
        <p:spPr>
          <a:xfrm>
            <a:off x="3046440" y="5226421"/>
            <a:ext cx="7625689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5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ADDC8CE-ABE6-4D9E-B73D-017A365BF1EA}"/>
              </a:ext>
            </a:extLst>
          </p:cNvPr>
          <p:cNvGrpSpPr/>
          <p:nvPr/>
        </p:nvGrpSpPr>
        <p:grpSpPr>
          <a:xfrm>
            <a:off x="1519872" y="963969"/>
            <a:ext cx="1222319" cy="5486862"/>
            <a:chOff x="2003801" y="1063899"/>
            <a:chExt cx="1222319" cy="5486862"/>
          </a:xfrm>
        </p:grpSpPr>
        <p:sp>
          <p:nvSpPr>
            <p:cNvPr id="41" name="Freeform 96">
              <a:extLst>
                <a:ext uri="{FF2B5EF4-FFF2-40B4-BE49-F238E27FC236}">
                  <a16:creationId xmlns:a16="http://schemas.microsoft.com/office/drawing/2014/main" id="{2BD8ACD0-5F99-41DC-B1EC-D8B4E7DCF3DA}"/>
                </a:ext>
              </a:extLst>
            </p:cNvPr>
            <p:cNvSpPr/>
            <p:nvPr/>
          </p:nvSpPr>
          <p:spPr bwMode="auto">
            <a:xfrm>
              <a:off x="2182452" y="2257040"/>
              <a:ext cx="1043668" cy="306883"/>
            </a:xfrm>
            <a:custGeom>
              <a:avLst/>
              <a:gdLst>
                <a:gd name="T0" fmla="*/ 789 w 789"/>
                <a:gd name="T1" fmla="*/ 115 h 232"/>
                <a:gd name="T2" fmla="*/ 394 w 789"/>
                <a:gd name="T3" fmla="*/ 0 h 232"/>
                <a:gd name="T4" fmla="*/ 0 w 789"/>
                <a:gd name="T5" fmla="*/ 115 h 232"/>
                <a:gd name="T6" fmla="*/ 394 w 789"/>
                <a:gd name="T7" fmla="*/ 232 h 232"/>
                <a:gd name="T8" fmla="*/ 789 w 789"/>
                <a:gd name="T9" fmla="*/ 11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9" h="232">
                  <a:moveTo>
                    <a:pt x="789" y="115"/>
                  </a:moveTo>
                  <a:lnTo>
                    <a:pt x="394" y="0"/>
                  </a:lnTo>
                  <a:lnTo>
                    <a:pt x="0" y="115"/>
                  </a:lnTo>
                  <a:lnTo>
                    <a:pt x="394" y="232"/>
                  </a:lnTo>
                  <a:lnTo>
                    <a:pt x="789" y="115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2" name="Freeform 97">
              <a:extLst>
                <a:ext uri="{FF2B5EF4-FFF2-40B4-BE49-F238E27FC236}">
                  <a16:creationId xmlns:a16="http://schemas.microsoft.com/office/drawing/2014/main" id="{4740D6ED-014E-4773-A29C-FF937C273324}"/>
                </a:ext>
              </a:extLst>
            </p:cNvPr>
            <p:cNvSpPr/>
            <p:nvPr/>
          </p:nvSpPr>
          <p:spPr bwMode="auto">
            <a:xfrm>
              <a:off x="2182452" y="2257040"/>
              <a:ext cx="1043668" cy="306883"/>
            </a:xfrm>
            <a:custGeom>
              <a:avLst/>
              <a:gdLst>
                <a:gd name="T0" fmla="*/ 789 w 789"/>
                <a:gd name="T1" fmla="*/ 115 h 232"/>
                <a:gd name="T2" fmla="*/ 394 w 789"/>
                <a:gd name="T3" fmla="*/ 0 h 232"/>
                <a:gd name="T4" fmla="*/ 0 w 789"/>
                <a:gd name="T5" fmla="*/ 115 h 232"/>
                <a:gd name="T6" fmla="*/ 394 w 789"/>
                <a:gd name="T7" fmla="*/ 232 h 232"/>
                <a:gd name="T8" fmla="*/ 789 w 789"/>
                <a:gd name="T9" fmla="*/ 11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9" h="232">
                  <a:moveTo>
                    <a:pt x="789" y="115"/>
                  </a:moveTo>
                  <a:lnTo>
                    <a:pt x="394" y="0"/>
                  </a:lnTo>
                  <a:lnTo>
                    <a:pt x="0" y="115"/>
                  </a:lnTo>
                  <a:lnTo>
                    <a:pt x="394" y="232"/>
                  </a:lnTo>
                  <a:lnTo>
                    <a:pt x="789" y="11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3" name="Freeform 98">
              <a:extLst>
                <a:ext uri="{FF2B5EF4-FFF2-40B4-BE49-F238E27FC236}">
                  <a16:creationId xmlns:a16="http://schemas.microsoft.com/office/drawing/2014/main" id="{79F854C2-373F-49BF-A9A1-7D117B9B5D27}"/>
                </a:ext>
              </a:extLst>
            </p:cNvPr>
            <p:cNvSpPr/>
            <p:nvPr/>
          </p:nvSpPr>
          <p:spPr bwMode="auto">
            <a:xfrm>
              <a:off x="2182452" y="3261024"/>
              <a:ext cx="1043668" cy="305560"/>
            </a:xfrm>
            <a:custGeom>
              <a:avLst/>
              <a:gdLst>
                <a:gd name="T0" fmla="*/ 789 w 789"/>
                <a:gd name="T1" fmla="*/ 115 h 231"/>
                <a:gd name="T2" fmla="*/ 394 w 789"/>
                <a:gd name="T3" fmla="*/ 0 h 231"/>
                <a:gd name="T4" fmla="*/ 0 w 789"/>
                <a:gd name="T5" fmla="*/ 115 h 231"/>
                <a:gd name="T6" fmla="*/ 394 w 789"/>
                <a:gd name="T7" fmla="*/ 231 h 231"/>
                <a:gd name="T8" fmla="*/ 789 w 789"/>
                <a:gd name="T9" fmla="*/ 115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9" h="231">
                  <a:moveTo>
                    <a:pt x="789" y="115"/>
                  </a:moveTo>
                  <a:lnTo>
                    <a:pt x="394" y="0"/>
                  </a:lnTo>
                  <a:lnTo>
                    <a:pt x="0" y="115"/>
                  </a:lnTo>
                  <a:lnTo>
                    <a:pt x="394" y="231"/>
                  </a:lnTo>
                  <a:lnTo>
                    <a:pt x="789" y="115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4" name="Freeform 99">
              <a:extLst>
                <a:ext uri="{FF2B5EF4-FFF2-40B4-BE49-F238E27FC236}">
                  <a16:creationId xmlns:a16="http://schemas.microsoft.com/office/drawing/2014/main" id="{92804280-C830-4946-BAB1-BE0EFB15FBF0}"/>
                </a:ext>
              </a:extLst>
            </p:cNvPr>
            <p:cNvSpPr/>
            <p:nvPr/>
          </p:nvSpPr>
          <p:spPr bwMode="auto">
            <a:xfrm>
              <a:off x="2182452" y="3261024"/>
              <a:ext cx="1043668" cy="305560"/>
            </a:xfrm>
            <a:custGeom>
              <a:avLst/>
              <a:gdLst>
                <a:gd name="T0" fmla="*/ 789 w 789"/>
                <a:gd name="T1" fmla="*/ 115 h 231"/>
                <a:gd name="T2" fmla="*/ 394 w 789"/>
                <a:gd name="T3" fmla="*/ 0 h 231"/>
                <a:gd name="T4" fmla="*/ 0 w 789"/>
                <a:gd name="T5" fmla="*/ 115 h 231"/>
                <a:gd name="T6" fmla="*/ 394 w 789"/>
                <a:gd name="T7" fmla="*/ 231 h 231"/>
                <a:gd name="T8" fmla="*/ 789 w 789"/>
                <a:gd name="T9" fmla="*/ 115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9" h="231">
                  <a:moveTo>
                    <a:pt x="789" y="115"/>
                  </a:moveTo>
                  <a:lnTo>
                    <a:pt x="394" y="0"/>
                  </a:lnTo>
                  <a:lnTo>
                    <a:pt x="0" y="115"/>
                  </a:lnTo>
                  <a:lnTo>
                    <a:pt x="394" y="231"/>
                  </a:lnTo>
                  <a:lnTo>
                    <a:pt x="789" y="11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5" name="Freeform 100">
              <a:extLst>
                <a:ext uri="{FF2B5EF4-FFF2-40B4-BE49-F238E27FC236}">
                  <a16:creationId xmlns:a16="http://schemas.microsoft.com/office/drawing/2014/main" id="{E0D7AA62-E6E8-4E35-9429-973DEEE3F85B}"/>
                </a:ext>
              </a:extLst>
            </p:cNvPr>
            <p:cNvSpPr/>
            <p:nvPr/>
          </p:nvSpPr>
          <p:spPr bwMode="auto">
            <a:xfrm>
              <a:off x="2182452" y="4263686"/>
              <a:ext cx="1043668" cy="306883"/>
            </a:xfrm>
            <a:custGeom>
              <a:avLst/>
              <a:gdLst>
                <a:gd name="T0" fmla="*/ 789 w 789"/>
                <a:gd name="T1" fmla="*/ 115 h 232"/>
                <a:gd name="T2" fmla="*/ 394 w 789"/>
                <a:gd name="T3" fmla="*/ 0 h 232"/>
                <a:gd name="T4" fmla="*/ 0 w 789"/>
                <a:gd name="T5" fmla="*/ 115 h 232"/>
                <a:gd name="T6" fmla="*/ 394 w 789"/>
                <a:gd name="T7" fmla="*/ 232 h 232"/>
                <a:gd name="T8" fmla="*/ 789 w 789"/>
                <a:gd name="T9" fmla="*/ 11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9" h="232">
                  <a:moveTo>
                    <a:pt x="789" y="115"/>
                  </a:moveTo>
                  <a:lnTo>
                    <a:pt x="394" y="0"/>
                  </a:lnTo>
                  <a:lnTo>
                    <a:pt x="0" y="115"/>
                  </a:lnTo>
                  <a:lnTo>
                    <a:pt x="394" y="232"/>
                  </a:lnTo>
                  <a:lnTo>
                    <a:pt x="789" y="11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6" name="Freeform 101">
              <a:extLst>
                <a:ext uri="{FF2B5EF4-FFF2-40B4-BE49-F238E27FC236}">
                  <a16:creationId xmlns:a16="http://schemas.microsoft.com/office/drawing/2014/main" id="{E990CFEE-4303-4148-84AB-2C3CC3DC6C2F}"/>
                </a:ext>
              </a:extLst>
            </p:cNvPr>
            <p:cNvSpPr/>
            <p:nvPr/>
          </p:nvSpPr>
          <p:spPr bwMode="auto">
            <a:xfrm>
              <a:off x="2182452" y="4263686"/>
              <a:ext cx="1043668" cy="306883"/>
            </a:xfrm>
            <a:custGeom>
              <a:avLst/>
              <a:gdLst>
                <a:gd name="T0" fmla="*/ 789 w 789"/>
                <a:gd name="T1" fmla="*/ 115 h 232"/>
                <a:gd name="T2" fmla="*/ 394 w 789"/>
                <a:gd name="T3" fmla="*/ 0 h 232"/>
                <a:gd name="T4" fmla="*/ 0 w 789"/>
                <a:gd name="T5" fmla="*/ 115 h 232"/>
                <a:gd name="T6" fmla="*/ 394 w 789"/>
                <a:gd name="T7" fmla="*/ 232 h 232"/>
                <a:gd name="T8" fmla="*/ 789 w 789"/>
                <a:gd name="T9" fmla="*/ 11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9" h="232">
                  <a:moveTo>
                    <a:pt x="789" y="115"/>
                  </a:moveTo>
                  <a:lnTo>
                    <a:pt x="394" y="0"/>
                  </a:lnTo>
                  <a:lnTo>
                    <a:pt x="0" y="115"/>
                  </a:lnTo>
                  <a:lnTo>
                    <a:pt x="394" y="232"/>
                  </a:lnTo>
                  <a:lnTo>
                    <a:pt x="789" y="11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7" name="Freeform 102">
              <a:extLst>
                <a:ext uri="{FF2B5EF4-FFF2-40B4-BE49-F238E27FC236}">
                  <a16:creationId xmlns:a16="http://schemas.microsoft.com/office/drawing/2014/main" id="{9A108567-DC21-41B0-8A18-5E0F3B94D6B0}"/>
                </a:ext>
              </a:extLst>
            </p:cNvPr>
            <p:cNvSpPr/>
            <p:nvPr/>
          </p:nvSpPr>
          <p:spPr bwMode="auto">
            <a:xfrm>
              <a:off x="2182452" y="5267671"/>
              <a:ext cx="1043668" cy="306883"/>
            </a:xfrm>
            <a:custGeom>
              <a:avLst/>
              <a:gdLst>
                <a:gd name="T0" fmla="*/ 789 w 789"/>
                <a:gd name="T1" fmla="*/ 115 h 232"/>
                <a:gd name="T2" fmla="*/ 394 w 789"/>
                <a:gd name="T3" fmla="*/ 0 h 232"/>
                <a:gd name="T4" fmla="*/ 0 w 789"/>
                <a:gd name="T5" fmla="*/ 115 h 232"/>
                <a:gd name="T6" fmla="*/ 394 w 789"/>
                <a:gd name="T7" fmla="*/ 232 h 232"/>
                <a:gd name="T8" fmla="*/ 789 w 789"/>
                <a:gd name="T9" fmla="*/ 11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9" h="232">
                  <a:moveTo>
                    <a:pt x="789" y="115"/>
                  </a:moveTo>
                  <a:lnTo>
                    <a:pt x="394" y="0"/>
                  </a:lnTo>
                  <a:lnTo>
                    <a:pt x="0" y="115"/>
                  </a:lnTo>
                  <a:lnTo>
                    <a:pt x="394" y="232"/>
                  </a:lnTo>
                  <a:lnTo>
                    <a:pt x="789" y="115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8" name="Freeform 103">
              <a:extLst>
                <a:ext uri="{FF2B5EF4-FFF2-40B4-BE49-F238E27FC236}">
                  <a16:creationId xmlns:a16="http://schemas.microsoft.com/office/drawing/2014/main" id="{565BA962-EEB3-4D37-933D-A1EB9401A60E}"/>
                </a:ext>
              </a:extLst>
            </p:cNvPr>
            <p:cNvSpPr/>
            <p:nvPr/>
          </p:nvSpPr>
          <p:spPr bwMode="auto">
            <a:xfrm>
              <a:off x="2182452" y="5267671"/>
              <a:ext cx="1043668" cy="306883"/>
            </a:xfrm>
            <a:custGeom>
              <a:avLst/>
              <a:gdLst>
                <a:gd name="T0" fmla="*/ 789 w 789"/>
                <a:gd name="T1" fmla="*/ 115 h 232"/>
                <a:gd name="T2" fmla="*/ 394 w 789"/>
                <a:gd name="T3" fmla="*/ 0 h 232"/>
                <a:gd name="T4" fmla="*/ 0 w 789"/>
                <a:gd name="T5" fmla="*/ 115 h 232"/>
                <a:gd name="T6" fmla="*/ 394 w 789"/>
                <a:gd name="T7" fmla="*/ 232 h 232"/>
                <a:gd name="T8" fmla="*/ 789 w 789"/>
                <a:gd name="T9" fmla="*/ 11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9" h="232">
                  <a:moveTo>
                    <a:pt x="789" y="115"/>
                  </a:moveTo>
                  <a:lnTo>
                    <a:pt x="394" y="0"/>
                  </a:lnTo>
                  <a:lnTo>
                    <a:pt x="0" y="115"/>
                  </a:lnTo>
                  <a:lnTo>
                    <a:pt x="394" y="232"/>
                  </a:lnTo>
                  <a:lnTo>
                    <a:pt x="789" y="11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9" name="Freeform 104">
              <a:extLst>
                <a:ext uri="{FF2B5EF4-FFF2-40B4-BE49-F238E27FC236}">
                  <a16:creationId xmlns:a16="http://schemas.microsoft.com/office/drawing/2014/main" id="{239D32BC-2B82-4900-AC85-AD9A2CD89739}"/>
                </a:ext>
              </a:extLst>
            </p:cNvPr>
            <p:cNvSpPr/>
            <p:nvPr/>
          </p:nvSpPr>
          <p:spPr bwMode="auto">
            <a:xfrm>
              <a:off x="2182452" y="1253055"/>
              <a:ext cx="1043668" cy="306883"/>
            </a:xfrm>
            <a:custGeom>
              <a:avLst/>
              <a:gdLst>
                <a:gd name="T0" fmla="*/ 789 w 789"/>
                <a:gd name="T1" fmla="*/ 114 h 232"/>
                <a:gd name="T2" fmla="*/ 394 w 789"/>
                <a:gd name="T3" fmla="*/ 0 h 232"/>
                <a:gd name="T4" fmla="*/ 0 w 789"/>
                <a:gd name="T5" fmla="*/ 114 h 232"/>
                <a:gd name="T6" fmla="*/ 394 w 789"/>
                <a:gd name="T7" fmla="*/ 232 h 232"/>
                <a:gd name="T8" fmla="*/ 789 w 789"/>
                <a:gd name="T9" fmla="*/ 11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9" h="232">
                  <a:moveTo>
                    <a:pt x="789" y="114"/>
                  </a:moveTo>
                  <a:lnTo>
                    <a:pt x="394" y="0"/>
                  </a:lnTo>
                  <a:lnTo>
                    <a:pt x="0" y="114"/>
                  </a:lnTo>
                  <a:lnTo>
                    <a:pt x="394" y="232"/>
                  </a:lnTo>
                  <a:lnTo>
                    <a:pt x="789" y="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0" name="Freeform 105">
              <a:extLst>
                <a:ext uri="{FF2B5EF4-FFF2-40B4-BE49-F238E27FC236}">
                  <a16:creationId xmlns:a16="http://schemas.microsoft.com/office/drawing/2014/main" id="{FAD59DD7-102D-4EB9-A3C0-70FF6D0D83FB}"/>
                </a:ext>
              </a:extLst>
            </p:cNvPr>
            <p:cNvSpPr/>
            <p:nvPr/>
          </p:nvSpPr>
          <p:spPr bwMode="auto">
            <a:xfrm>
              <a:off x="2182452" y="1253055"/>
              <a:ext cx="1043668" cy="306883"/>
            </a:xfrm>
            <a:custGeom>
              <a:avLst/>
              <a:gdLst>
                <a:gd name="T0" fmla="*/ 789 w 789"/>
                <a:gd name="T1" fmla="*/ 114 h 232"/>
                <a:gd name="T2" fmla="*/ 394 w 789"/>
                <a:gd name="T3" fmla="*/ 0 h 232"/>
                <a:gd name="T4" fmla="*/ 0 w 789"/>
                <a:gd name="T5" fmla="*/ 114 h 232"/>
                <a:gd name="T6" fmla="*/ 394 w 789"/>
                <a:gd name="T7" fmla="*/ 232 h 232"/>
                <a:gd name="T8" fmla="*/ 789 w 789"/>
                <a:gd name="T9" fmla="*/ 11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9" h="232">
                  <a:moveTo>
                    <a:pt x="789" y="114"/>
                  </a:moveTo>
                  <a:lnTo>
                    <a:pt x="394" y="0"/>
                  </a:lnTo>
                  <a:lnTo>
                    <a:pt x="0" y="114"/>
                  </a:lnTo>
                  <a:lnTo>
                    <a:pt x="394" y="232"/>
                  </a:lnTo>
                  <a:lnTo>
                    <a:pt x="789" y="11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1" name="Freeform 107">
              <a:extLst>
                <a:ext uri="{FF2B5EF4-FFF2-40B4-BE49-F238E27FC236}">
                  <a16:creationId xmlns:a16="http://schemas.microsoft.com/office/drawing/2014/main" id="{ACA1627E-B406-4085-8AFE-CE577D6C10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2452" y="2348311"/>
              <a:ext cx="1043668" cy="123017"/>
            </a:xfrm>
            <a:custGeom>
              <a:avLst/>
              <a:gdLst>
                <a:gd name="T0" fmla="*/ 156 w 789"/>
                <a:gd name="T1" fmla="*/ 0 h 93"/>
                <a:gd name="T2" fmla="*/ 0 w 789"/>
                <a:gd name="T3" fmla="*/ 46 h 93"/>
                <a:gd name="T4" fmla="*/ 156 w 789"/>
                <a:gd name="T5" fmla="*/ 93 h 93"/>
                <a:gd name="T6" fmla="*/ 156 w 789"/>
                <a:gd name="T7" fmla="*/ 0 h 93"/>
                <a:gd name="T8" fmla="*/ 633 w 789"/>
                <a:gd name="T9" fmla="*/ 0 h 93"/>
                <a:gd name="T10" fmla="*/ 633 w 789"/>
                <a:gd name="T11" fmla="*/ 93 h 93"/>
                <a:gd name="T12" fmla="*/ 789 w 789"/>
                <a:gd name="T13" fmla="*/ 46 h 93"/>
                <a:gd name="T14" fmla="*/ 633 w 789"/>
                <a:gd name="T15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9" h="93">
                  <a:moveTo>
                    <a:pt x="156" y="0"/>
                  </a:moveTo>
                  <a:lnTo>
                    <a:pt x="0" y="46"/>
                  </a:lnTo>
                  <a:lnTo>
                    <a:pt x="156" y="93"/>
                  </a:lnTo>
                  <a:lnTo>
                    <a:pt x="156" y="0"/>
                  </a:lnTo>
                  <a:moveTo>
                    <a:pt x="633" y="0"/>
                  </a:moveTo>
                  <a:lnTo>
                    <a:pt x="633" y="93"/>
                  </a:lnTo>
                  <a:lnTo>
                    <a:pt x="789" y="46"/>
                  </a:lnTo>
                  <a:lnTo>
                    <a:pt x="63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2" name="Freeform 109">
              <a:extLst>
                <a:ext uri="{FF2B5EF4-FFF2-40B4-BE49-F238E27FC236}">
                  <a16:creationId xmlns:a16="http://schemas.microsoft.com/office/drawing/2014/main" id="{D7A6364E-2C9E-42E6-AF1C-6923F5C503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2452" y="3352296"/>
              <a:ext cx="1043668" cy="120372"/>
            </a:xfrm>
            <a:custGeom>
              <a:avLst/>
              <a:gdLst>
                <a:gd name="T0" fmla="*/ 156 w 789"/>
                <a:gd name="T1" fmla="*/ 0 h 91"/>
                <a:gd name="T2" fmla="*/ 0 w 789"/>
                <a:gd name="T3" fmla="*/ 46 h 91"/>
                <a:gd name="T4" fmla="*/ 156 w 789"/>
                <a:gd name="T5" fmla="*/ 91 h 91"/>
                <a:gd name="T6" fmla="*/ 156 w 789"/>
                <a:gd name="T7" fmla="*/ 0 h 91"/>
                <a:gd name="T8" fmla="*/ 633 w 789"/>
                <a:gd name="T9" fmla="*/ 0 h 91"/>
                <a:gd name="T10" fmla="*/ 633 w 789"/>
                <a:gd name="T11" fmla="*/ 91 h 91"/>
                <a:gd name="T12" fmla="*/ 789 w 789"/>
                <a:gd name="T13" fmla="*/ 46 h 91"/>
                <a:gd name="T14" fmla="*/ 633 w 789"/>
                <a:gd name="T15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9" h="91">
                  <a:moveTo>
                    <a:pt x="156" y="0"/>
                  </a:moveTo>
                  <a:lnTo>
                    <a:pt x="0" y="46"/>
                  </a:lnTo>
                  <a:lnTo>
                    <a:pt x="156" y="91"/>
                  </a:lnTo>
                  <a:lnTo>
                    <a:pt x="156" y="0"/>
                  </a:lnTo>
                  <a:moveTo>
                    <a:pt x="633" y="0"/>
                  </a:moveTo>
                  <a:lnTo>
                    <a:pt x="633" y="91"/>
                  </a:lnTo>
                  <a:lnTo>
                    <a:pt x="789" y="46"/>
                  </a:lnTo>
                  <a:lnTo>
                    <a:pt x="63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3" name="Freeform 111">
              <a:extLst>
                <a:ext uri="{FF2B5EF4-FFF2-40B4-BE49-F238E27FC236}">
                  <a16:creationId xmlns:a16="http://schemas.microsoft.com/office/drawing/2014/main" id="{8C8E28F5-221E-4FDD-ABB8-4A3AAEA967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2452" y="4356280"/>
              <a:ext cx="1043668" cy="121695"/>
            </a:xfrm>
            <a:custGeom>
              <a:avLst/>
              <a:gdLst>
                <a:gd name="T0" fmla="*/ 156 w 789"/>
                <a:gd name="T1" fmla="*/ 0 h 92"/>
                <a:gd name="T2" fmla="*/ 0 w 789"/>
                <a:gd name="T3" fmla="*/ 45 h 92"/>
                <a:gd name="T4" fmla="*/ 156 w 789"/>
                <a:gd name="T5" fmla="*/ 92 h 92"/>
                <a:gd name="T6" fmla="*/ 156 w 789"/>
                <a:gd name="T7" fmla="*/ 0 h 92"/>
                <a:gd name="T8" fmla="*/ 633 w 789"/>
                <a:gd name="T9" fmla="*/ 0 h 92"/>
                <a:gd name="T10" fmla="*/ 633 w 789"/>
                <a:gd name="T11" fmla="*/ 92 h 92"/>
                <a:gd name="T12" fmla="*/ 789 w 789"/>
                <a:gd name="T13" fmla="*/ 45 h 92"/>
                <a:gd name="T14" fmla="*/ 633 w 789"/>
                <a:gd name="T15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9" h="92">
                  <a:moveTo>
                    <a:pt x="156" y="0"/>
                  </a:moveTo>
                  <a:lnTo>
                    <a:pt x="0" y="45"/>
                  </a:lnTo>
                  <a:lnTo>
                    <a:pt x="156" y="92"/>
                  </a:lnTo>
                  <a:lnTo>
                    <a:pt x="156" y="0"/>
                  </a:lnTo>
                  <a:moveTo>
                    <a:pt x="633" y="0"/>
                  </a:moveTo>
                  <a:lnTo>
                    <a:pt x="633" y="92"/>
                  </a:lnTo>
                  <a:lnTo>
                    <a:pt x="789" y="45"/>
                  </a:lnTo>
                  <a:lnTo>
                    <a:pt x="63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4" name="Freeform 113">
              <a:extLst>
                <a:ext uri="{FF2B5EF4-FFF2-40B4-BE49-F238E27FC236}">
                  <a16:creationId xmlns:a16="http://schemas.microsoft.com/office/drawing/2014/main" id="{7AB12ACF-A028-42B9-97B9-50F0F01D1EAA}"/>
                </a:ext>
              </a:extLst>
            </p:cNvPr>
            <p:cNvSpPr/>
            <p:nvPr/>
          </p:nvSpPr>
          <p:spPr bwMode="auto">
            <a:xfrm>
              <a:off x="3019767" y="5358942"/>
              <a:ext cx="206353" cy="123017"/>
            </a:xfrm>
            <a:custGeom>
              <a:avLst/>
              <a:gdLst>
                <a:gd name="T0" fmla="*/ 0 w 156"/>
                <a:gd name="T1" fmla="*/ 0 h 93"/>
                <a:gd name="T2" fmla="*/ 0 w 156"/>
                <a:gd name="T3" fmla="*/ 93 h 93"/>
                <a:gd name="T4" fmla="*/ 156 w 156"/>
                <a:gd name="T5" fmla="*/ 46 h 93"/>
                <a:gd name="T6" fmla="*/ 0 w 156"/>
                <a:gd name="T7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93">
                  <a:moveTo>
                    <a:pt x="0" y="0"/>
                  </a:moveTo>
                  <a:lnTo>
                    <a:pt x="0" y="93"/>
                  </a:lnTo>
                  <a:lnTo>
                    <a:pt x="156" y="4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5" name="Freeform 115">
              <a:extLst>
                <a:ext uri="{FF2B5EF4-FFF2-40B4-BE49-F238E27FC236}">
                  <a16:creationId xmlns:a16="http://schemas.microsoft.com/office/drawing/2014/main" id="{C80B8459-02B5-406E-8BE4-EE5150C4A296}"/>
                </a:ext>
              </a:extLst>
            </p:cNvPr>
            <p:cNvSpPr/>
            <p:nvPr/>
          </p:nvSpPr>
          <p:spPr bwMode="auto">
            <a:xfrm>
              <a:off x="2182452" y="5358942"/>
              <a:ext cx="206353" cy="123017"/>
            </a:xfrm>
            <a:custGeom>
              <a:avLst/>
              <a:gdLst>
                <a:gd name="T0" fmla="*/ 156 w 156"/>
                <a:gd name="T1" fmla="*/ 0 h 93"/>
                <a:gd name="T2" fmla="*/ 0 w 156"/>
                <a:gd name="T3" fmla="*/ 46 h 93"/>
                <a:gd name="T4" fmla="*/ 156 w 156"/>
                <a:gd name="T5" fmla="*/ 93 h 93"/>
                <a:gd name="T6" fmla="*/ 156 w 156"/>
                <a:gd name="T7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93">
                  <a:moveTo>
                    <a:pt x="156" y="0"/>
                  </a:moveTo>
                  <a:lnTo>
                    <a:pt x="0" y="46"/>
                  </a:lnTo>
                  <a:lnTo>
                    <a:pt x="156" y="93"/>
                  </a:lnTo>
                  <a:lnTo>
                    <a:pt x="1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6" name="Freeform 117">
              <a:extLst>
                <a:ext uri="{FF2B5EF4-FFF2-40B4-BE49-F238E27FC236}">
                  <a16:creationId xmlns:a16="http://schemas.microsoft.com/office/drawing/2014/main" id="{3C95536D-2148-45FF-9CF9-0E5983768076}"/>
                </a:ext>
              </a:extLst>
            </p:cNvPr>
            <p:cNvSpPr/>
            <p:nvPr/>
          </p:nvSpPr>
          <p:spPr bwMode="auto">
            <a:xfrm>
              <a:off x="3019767" y="1344327"/>
              <a:ext cx="206353" cy="123017"/>
            </a:xfrm>
            <a:custGeom>
              <a:avLst/>
              <a:gdLst>
                <a:gd name="T0" fmla="*/ 0 w 156"/>
                <a:gd name="T1" fmla="*/ 0 h 93"/>
                <a:gd name="T2" fmla="*/ 0 w 156"/>
                <a:gd name="T3" fmla="*/ 93 h 93"/>
                <a:gd name="T4" fmla="*/ 156 w 156"/>
                <a:gd name="T5" fmla="*/ 45 h 93"/>
                <a:gd name="T6" fmla="*/ 0 w 156"/>
                <a:gd name="T7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93">
                  <a:moveTo>
                    <a:pt x="0" y="0"/>
                  </a:moveTo>
                  <a:lnTo>
                    <a:pt x="0" y="93"/>
                  </a:lnTo>
                  <a:lnTo>
                    <a:pt x="156" y="4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7" name="Freeform 119">
              <a:extLst>
                <a:ext uri="{FF2B5EF4-FFF2-40B4-BE49-F238E27FC236}">
                  <a16:creationId xmlns:a16="http://schemas.microsoft.com/office/drawing/2014/main" id="{88BAF124-7A3F-4DE7-8BB1-2427AE5493A1}"/>
                </a:ext>
              </a:extLst>
            </p:cNvPr>
            <p:cNvSpPr/>
            <p:nvPr/>
          </p:nvSpPr>
          <p:spPr bwMode="auto">
            <a:xfrm>
              <a:off x="2182452" y="1344327"/>
              <a:ext cx="206353" cy="123017"/>
            </a:xfrm>
            <a:custGeom>
              <a:avLst/>
              <a:gdLst>
                <a:gd name="T0" fmla="*/ 156 w 156"/>
                <a:gd name="T1" fmla="*/ 0 h 93"/>
                <a:gd name="T2" fmla="*/ 0 w 156"/>
                <a:gd name="T3" fmla="*/ 45 h 93"/>
                <a:gd name="T4" fmla="*/ 156 w 156"/>
                <a:gd name="T5" fmla="*/ 93 h 93"/>
                <a:gd name="T6" fmla="*/ 156 w 156"/>
                <a:gd name="T7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6" h="93">
                  <a:moveTo>
                    <a:pt x="156" y="0"/>
                  </a:moveTo>
                  <a:lnTo>
                    <a:pt x="0" y="45"/>
                  </a:lnTo>
                  <a:lnTo>
                    <a:pt x="156" y="93"/>
                  </a:lnTo>
                  <a:lnTo>
                    <a:pt x="1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8" name="Freeform 121">
              <a:extLst>
                <a:ext uri="{FF2B5EF4-FFF2-40B4-BE49-F238E27FC236}">
                  <a16:creationId xmlns:a16="http://schemas.microsoft.com/office/drawing/2014/main" id="{87511706-04D7-4D48-B0D1-435348943D16}"/>
                </a:ext>
              </a:extLst>
            </p:cNvPr>
            <p:cNvSpPr/>
            <p:nvPr/>
          </p:nvSpPr>
          <p:spPr bwMode="auto">
            <a:xfrm>
              <a:off x="2388805" y="1063899"/>
              <a:ext cx="630963" cy="5486862"/>
            </a:xfrm>
            <a:custGeom>
              <a:avLst/>
              <a:gdLst>
                <a:gd name="T0" fmla="*/ 0 w 477"/>
                <a:gd name="T1" fmla="*/ 71 h 4148"/>
                <a:gd name="T2" fmla="*/ 238 w 477"/>
                <a:gd name="T3" fmla="*/ 0 h 4148"/>
                <a:gd name="T4" fmla="*/ 477 w 477"/>
                <a:gd name="T5" fmla="*/ 71 h 4148"/>
                <a:gd name="T6" fmla="*/ 477 w 477"/>
                <a:gd name="T7" fmla="*/ 4148 h 4148"/>
                <a:gd name="T8" fmla="*/ 0 w 477"/>
                <a:gd name="T9" fmla="*/ 4148 h 4148"/>
                <a:gd name="T10" fmla="*/ 0 w 477"/>
                <a:gd name="T11" fmla="*/ 71 h 4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7" h="4148">
                  <a:moveTo>
                    <a:pt x="0" y="71"/>
                  </a:moveTo>
                  <a:lnTo>
                    <a:pt x="238" y="0"/>
                  </a:lnTo>
                  <a:lnTo>
                    <a:pt x="477" y="71"/>
                  </a:lnTo>
                  <a:lnTo>
                    <a:pt x="477" y="4148"/>
                  </a:lnTo>
                  <a:lnTo>
                    <a:pt x="0" y="4148"/>
                  </a:lnTo>
                  <a:lnTo>
                    <a:pt x="0" y="7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grpSp>
          <p:nvGrpSpPr>
            <p:cNvPr id="59" name="Group 188">
              <a:extLst>
                <a:ext uri="{FF2B5EF4-FFF2-40B4-BE49-F238E27FC236}">
                  <a16:creationId xmlns:a16="http://schemas.microsoft.com/office/drawing/2014/main" id="{5752E205-60A3-42E3-8CE3-655C5A9452F8}"/>
                </a:ext>
              </a:extLst>
            </p:cNvPr>
            <p:cNvGrpSpPr/>
            <p:nvPr/>
          </p:nvGrpSpPr>
          <p:grpSpPr>
            <a:xfrm>
              <a:off x="2388805" y="1063899"/>
              <a:ext cx="630963" cy="5486862"/>
              <a:chOff x="7375525" y="192088"/>
              <a:chExt cx="757238" cy="6584950"/>
            </a:xfrm>
          </p:grpSpPr>
          <p:sp>
            <p:nvSpPr>
              <p:cNvPr id="60" name="Freeform 120">
                <a:extLst>
                  <a:ext uri="{FF2B5EF4-FFF2-40B4-BE49-F238E27FC236}">
                    <a16:creationId xmlns:a16="http://schemas.microsoft.com/office/drawing/2014/main" id="{667539FC-903B-4559-A6B1-E7047E4D308F}"/>
                  </a:ext>
                </a:extLst>
              </p:cNvPr>
              <p:cNvSpPr/>
              <p:nvPr/>
            </p:nvSpPr>
            <p:spPr bwMode="auto">
              <a:xfrm>
                <a:off x="7375525" y="192088"/>
                <a:ext cx="757238" cy="6584950"/>
              </a:xfrm>
              <a:custGeom>
                <a:avLst/>
                <a:gdLst>
                  <a:gd name="T0" fmla="*/ 0 w 477"/>
                  <a:gd name="T1" fmla="*/ 71 h 4148"/>
                  <a:gd name="T2" fmla="*/ 238 w 477"/>
                  <a:gd name="T3" fmla="*/ 0 h 4148"/>
                  <a:gd name="T4" fmla="*/ 477 w 477"/>
                  <a:gd name="T5" fmla="*/ 71 h 4148"/>
                  <a:gd name="T6" fmla="*/ 477 w 477"/>
                  <a:gd name="T7" fmla="*/ 4148 h 4148"/>
                  <a:gd name="T8" fmla="*/ 0 w 477"/>
                  <a:gd name="T9" fmla="*/ 4148 h 4148"/>
                  <a:gd name="T10" fmla="*/ 0 w 477"/>
                  <a:gd name="T11" fmla="*/ 71 h 4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7" h="4148">
                    <a:moveTo>
                      <a:pt x="0" y="71"/>
                    </a:moveTo>
                    <a:lnTo>
                      <a:pt x="238" y="0"/>
                    </a:lnTo>
                    <a:lnTo>
                      <a:pt x="477" y="71"/>
                    </a:lnTo>
                    <a:lnTo>
                      <a:pt x="477" y="4148"/>
                    </a:lnTo>
                    <a:lnTo>
                      <a:pt x="0" y="4148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1" name="Freeform 122">
                <a:extLst>
                  <a:ext uri="{FF2B5EF4-FFF2-40B4-BE49-F238E27FC236}">
                    <a16:creationId xmlns:a16="http://schemas.microsoft.com/office/drawing/2014/main" id="{6231AA7A-F4E4-4752-9425-D54AF8E173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75525" y="192088"/>
                <a:ext cx="377825" cy="6584950"/>
              </a:xfrm>
              <a:custGeom>
                <a:avLst/>
                <a:gdLst>
                  <a:gd name="T0" fmla="*/ 0 w 238"/>
                  <a:gd name="T1" fmla="*/ 3867 h 4148"/>
                  <a:gd name="T2" fmla="*/ 0 w 238"/>
                  <a:gd name="T3" fmla="*/ 4148 h 4148"/>
                  <a:gd name="T4" fmla="*/ 238 w 238"/>
                  <a:gd name="T5" fmla="*/ 4148 h 4148"/>
                  <a:gd name="T6" fmla="*/ 238 w 238"/>
                  <a:gd name="T7" fmla="*/ 3937 h 4148"/>
                  <a:gd name="T8" fmla="*/ 0 w 238"/>
                  <a:gd name="T9" fmla="*/ 3867 h 4148"/>
                  <a:gd name="T10" fmla="*/ 0 w 238"/>
                  <a:gd name="T11" fmla="*/ 3107 h 4148"/>
                  <a:gd name="T12" fmla="*/ 0 w 238"/>
                  <a:gd name="T13" fmla="*/ 3340 h 4148"/>
                  <a:gd name="T14" fmla="*/ 238 w 238"/>
                  <a:gd name="T15" fmla="*/ 3410 h 4148"/>
                  <a:gd name="T16" fmla="*/ 238 w 238"/>
                  <a:gd name="T17" fmla="*/ 3178 h 4148"/>
                  <a:gd name="T18" fmla="*/ 0 w 238"/>
                  <a:gd name="T19" fmla="*/ 3107 h 4148"/>
                  <a:gd name="T20" fmla="*/ 0 w 238"/>
                  <a:gd name="T21" fmla="*/ 2348 h 4148"/>
                  <a:gd name="T22" fmla="*/ 0 w 238"/>
                  <a:gd name="T23" fmla="*/ 2581 h 4148"/>
                  <a:gd name="T24" fmla="*/ 238 w 238"/>
                  <a:gd name="T25" fmla="*/ 2651 h 4148"/>
                  <a:gd name="T26" fmla="*/ 238 w 238"/>
                  <a:gd name="T27" fmla="*/ 2419 h 4148"/>
                  <a:gd name="T28" fmla="*/ 0 w 238"/>
                  <a:gd name="T29" fmla="*/ 2348 h 4148"/>
                  <a:gd name="T30" fmla="*/ 0 w 238"/>
                  <a:gd name="T31" fmla="*/ 1590 h 4148"/>
                  <a:gd name="T32" fmla="*/ 0 w 238"/>
                  <a:gd name="T33" fmla="*/ 1821 h 4148"/>
                  <a:gd name="T34" fmla="*/ 238 w 238"/>
                  <a:gd name="T35" fmla="*/ 1892 h 4148"/>
                  <a:gd name="T36" fmla="*/ 238 w 238"/>
                  <a:gd name="T37" fmla="*/ 1661 h 4148"/>
                  <a:gd name="T38" fmla="*/ 0 w 238"/>
                  <a:gd name="T39" fmla="*/ 1590 h 4148"/>
                  <a:gd name="T40" fmla="*/ 0 w 238"/>
                  <a:gd name="T41" fmla="*/ 831 h 4148"/>
                  <a:gd name="T42" fmla="*/ 0 w 238"/>
                  <a:gd name="T43" fmla="*/ 1064 h 4148"/>
                  <a:gd name="T44" fmla="*/ 238 w 238"/>
                  <a:gd name="T45" fmla="*/ 1134 h 4148"/>
                  <a:gd name="T46" fmla="*/ 238 w 238"/>
                  <a:gd name="T47" fmla="*/ 902 h 4148"/>
                  <a:gd name="T48" fmla="*/ 0 w 238"/>
                  <a:gd name="T49" fmla="*/ 831 h 4148"/>
                  <a:gd name="T50" fmla="*/ 238 w 238"/>
                  <a:gd name="T51" fmla="*/ 0 h 4148"/>
                  <a:gd name="T52" fmla="*/ 0 w 238"/>
                  <a:gd name="T53" fmla="*/ 71 h 4148"/>
                  <a:gd name="T54" fmla="*/ 0 w 238"/>
                  <a:gd name="T55" fmla="*/ 305 h 4148"/>
                  <a:gd name="T56" fmla="*/ 238 w 238"/>
                  <a:gd name="T57" fmla="*/ 375 h 4148"/>
                  <a:gd name="T58" fmla="*/ 238 w 238"/>
                  <a:gd name="T59" fmla="*/ 0 h 4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38" h="4148">
                    <a:moveTo>
                      <a:pt x="0" y="3867"/>
                    </a:moveTo>
                    <a:lnTo>
                      <a:pt x="0" y="4148"/>
                    </a:lnTo>
                    <a:lnTo>
                      <a:pt x="238" y="4148"/>
                    </a:lnTo>
                    <a:lnTo>
                      <a:pt x="238" y="3937"/>
                    </a:lnTo>
                    <a:lnTo>
                      <a:pt x="0" y="3867"/>
                    </a:lnTo>
                    <a:close/>
                    <a:moveTo>
                      <a:pt x="0" y="3107"/>
                    </a:moveTo>
                    <a:lnTo>
                      <a:pt x="0" y="3340"/>
                    </a:lnTo>
                    <a:lnTo>
                      <a:pt x="238" y="3410"/>
                    </a:lnTo>
                    <a:lnTo>
                      <a:pt x="238" y="3178"/>
                    </a:lnTo>
                    <a:lnTo>
                      <a:pt x="0" y="3107"/>
                    </a:lnTo>
                    <a:close/>
                    <a:moveTo>
                      <a:pt x="0" y="2348"/>
                    </a:moveTo>
                    <a:lnTo>
                      <a:pt x="0" y="2581"/>
                    </a:lnTo>
                    <a:lnTo>
                      <a:pt x="238" y="2651"/>
                    </a:lnTo>
                    <a:lnTo>
                      <a:pt x="238" y="2419"/>
                    </a:lnTo>
                    <a:lnTo>
                      <a:pt x="0" y="2348"/>
                    </a:lnTo>
                    <a:close/>
                    <a:moveTo>
                      <a:pt x="0" y="1590"/>
                    </a:moveTo>
                    <a:lnTo>
                      <a:pt x="0" y="1821"/>
                    </a:lnTo>
                    <a:lnTo>
                      <a:pt x="238" y="1892"/>
                    </a:lnTo>
                    <a:lnTo>
                      <a:pt x="238" y="1661"/>
                    </a:lnTo>
                    <a:lnTo>
                      <a:pt x="0" y="1590"/>
                    </a:lnTo>
                    <a:close/>
                    <a:moveTo>
                      <a:pt x="0" y="831"/>
                    </a:moveTo>
                    <a:lnTo>
                      <a:pt x="0" y="1064"/>
                    </a:lnTo>
                    <a:lnTo>
                      <a:pt x="238" y="1134"/>
                    </a:lnTo>
                    <a:lnTo>
                      <a:pt x="238" y="902"/>
                    </a:lnTo>
                    <a:lnTo>
                      <a:pt x="0" y="831"/>
                    </a:lnTo>
                    <a:close/>
                    <a:moveTo>
                      <a:pt x="238" y="0"/>
                    </a:moveTo>
                    <a:lnTo>
                      <a:pt x="0" y="71"/>
                    </a:lnTo>
                    <a:lnTo>
                      <a:pt x="0" y="305"/>
                    </a:lnTo>
                    <a:lnTo>
                      <a:pt x="238" y="375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62" name="Freeform 123">
              <a:extLst>
                <a:ext uri="{FF2B5EF4-FFF2-40B4-BE49-F238E27FC236}">
                  <a16:creationId xmlns:a16="http://schemas.microsoft.com/office/drawing/2014/main" id="{E79D6666-90A8-4FB5-B034-D7CB17B609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8805" y="1063899"/>
              <a:ext cx="314820" cy="5486862"/>
            </a:xfrm>
            <a:custGeom>
              <a:avLst/>
              <a:gdLst>
                <a:gd name="T0" fmla="*/ 0 w 238"/>
                <a:gd name="T1" fmla="*/ 3867 h 4148"/>
                <a:gd name="T2" fmla="*/ 0 w 238"/>
                <a:gd name="T3" fmla="*/ 4148 h 4148"/>
                <a:gd name="T4" fmla="*/ 238 w 238"/>
                <a:gd name="T5" fmla="*/ 4148 h 4148"/>
                <a:gd name="T6" fmla="*/ 238 w 238"/>
                <a:gd name="T7" fmla="*/ 3937 h 4148"/>
                <a:gd name="T8" fmla="*/ 0 w 238"/>
                <a:gd name="T9" fmla="*/ 3867 h 4148"/>
                <a:gd name="T10" fmla="*/ 0 w 238"/>
                <a:gd name="T11" fmla="*/ 3107 h 4148"/>
                <a:gd name="T12" fmla="*/ 0 w 238"/>
                <a:gd name="T13" fmla="*/ 3340 h 4148"/>
                <a:gd name="T14" fmla="*/ 238 w 238"/>
                <a:gd name="T15" fmla="*/ 3410 h 4148"/>
                <a:gd name="T16" fmla="*/ 238 w 238"/>
                <a:gd name="T17" fmla="*/ 3178 h 4148"/>
                <a:gd name="T18" fmla="*/ 0 w 238"/>
                <a:gd name="T19" fmla="*/ 3107 h 4148"/>
                <a:gd name="T20" fmla="*/ 0 w 238"/>
                <a:gd name="T21" fmla="*/ 2348 h 4148"/>
                <a:gd name="T22" fmla="*/ 0 w 238"/>
                <a:gd name="T23" fmla="*/ 2581 h 4148"/>
                <a:gd name="T24" fmla="*/ 238 w 238"/>
                <a:gd name="T25" fmla="*/ 2651 h 4148"/>
                <a:gd name="T26" fmla="*/ 238 w 238"/>
                <a:gd name="T27" fmla="*/ 2419 h 4148"/>
                <a:gd name="T28" fmla="*/ 0 w 238"/>
                <a:gd name="T29" fmla="*/ 2348 h 4148"/>
                <a:gd name="T30" fmla="*/ 0 w 238"/>
                <a:gd name="T31" fmla="*/ 1590 h 4148"/>
                <a:gd name="T32" fmla="*/ 0 w 238"/>
                <a:gd name="T33" fmla="*/ 1821 h 4148"/>
                <a:gd name="T34" fmla="*/ 238 w 238"/>
                <a:gd name="T35" fmla="*/ 1892 h 4148"/>
                <a:gd name="T36" fmla="*/ 238 w 238"/>
                <a:gd name="T37" fmla="*/ 1661 h 4148"/>
                <a:gd name="T38" fmla="*/ 0 w 238"/>
                <a:gd name="T39" fmla="*/ 1590 h 4148"/>
                <a:gd name="T40" fmla="*/ 0 w 238"/>
                <a:gd name="T41" fmla="*/ 831 h 4148"/>
                <a:gd name="T42" fmla="*/ 0 w 238"/>
                <a:gd name="T43" fmla="*/ 1064 h 4148"/>
                <a:gd name="T44" fmla="*/ 238 w 238"/>
                <a:gd name="T45" fmla="*/ 1134 h 4148"/>
                <a:gd name="T46" fmla="*/ 238 w 238"/>
                <a:gd name="T47" fmla="*/ 902 h 4148"/>
                <a:gd name="T48" fmla="*/ 0 w 238"/>
                <a:gd name="T49" fmla="*/ 831 h 4148"/>
                <a:gd name="T50" fmla="*/ 238 w 238"/>
                <a:gd name="T51" fmla="*/ 0 h 4148"/>
                <a:gd name="T52" fmla="*/ 0 w 238"/>
                <a:gd name="T53" fmla="*/ 71 h 4148"/>
                <a:gd name="T54" fmla="*/ 0 w 238"/>
                <a:gd name="T55" fmla="*/ 305 h 4148"/>
                <a:gd name="T56" fmla="*/ 238 w 238"/>
                <a:gd name="T57" fmla="*/ 375 h 4148"/>
                <a:gd name="T58" fmla="*/ 238 w 238"/>
                <a:gd name="T59" fmla="*/ 0 h 4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8" h="4148">
                  <a:moveTo>
                    <a:pt x="0" y="3867"/>
                  </a:moveTo>
                  <a:lnTo>
                    <a:pt x="0" y="4148"/>
                  </a:lnTo>
                  <a:lnTo>
                    <a:pt x="238" y="4148"/>
                  </a:lnTo>
                  <a:lnTo>
                    <a:pt x="238" y="3937"/>
                  </a:lnTo>
                  <a:lnTo>
                    <a:pt x="0" y="3867"/>
                  </a:lnTo>
                  <a:moveTo>
                    <a:pt x="0" y="3107"/>
                  </a:moveTo>
                  <a:lnTo>
                    <a:pt x="0" y="3340"/>
                  </a:lnTo>
                  <a:lnTo>
                    <a:pt x="238" y="3410"/>
                  </a:lnTo>
                  <a:lnTo>
                    <a:pt x="238" y="3178"/>
                  </a:lnTo>
                  <a:lnTo>
                    <a:pt x="0" y="3107"/>
                  </a:lnTo>
                  <a:moveTo>
                    <a:pt x="0" y="2348"/>
                  </a:moveTo>
                  <a:lnTo>
                    <a:pt x="0" y="2581"/>
                  </a:lnTo>
                  <a:lnTo>
                    <a:pt x="238" y="2651"/>
                  </a:lnTo>
                  <a:lnTo>
                    <a:pt x="238" y="2419"/>
                  </a:lnTo>
                  <a:lnTo>
                    <a:pt x="0" y="2348"/>
                  </a:lnTo>
                  <a:moveTo>
                    <a:pt x="0" y="1590"/>
                  </a:moveTo>
                  <a:lnTo>
                    <a:pt x="0" y="1821"/>
                  </a:lnTo>
                  <a:lnTo>
                    <a:pt x="238" y="1892"/>
                  </a:lnTo>
                  <a:lnTo>
                    <a:pt x="238" y="1661"/>
                  </a:lnTo>
                  <a:lnTo>
                    <a:pt x="0" y="1590"/>
                  </a:lnTo>
                  <a:moveTo>
                    <a:pt x="0" y="831"/>
                  </a:moveTo>
                  <a:lnTo>
                    <a:pt x="0" y="1064"/>
                  </a:lnTo>
                  <a:lnTo>
                    <a:pt x="238" y="1134"/>
                  </a:lnTo>
                  <a:lnTo>
                    <a:pt x="238" y="902"/>
                  </a:lnTo>
                  <a:lnTo>
                    <a:pt x="0" y="831"/>
                  </a:lnTo>
                  <a:moveTo>
                    <a:pt x="238" y="0"/>
                  </a:moveTo>
                  <a:lnTo>
                    <a:pt x="0" y="71"/>
                  </a:lnTo>
                  <a:lnTo>
                    <a:pt x="0" y="305"/>
                  </a:lnTo>
                  <a:lnTo>
                    <a:pt x="238" y="375"/>
                  </a:lnTo>
                  <a:lnTo>
                    <a:pt x="23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3" name="Freeform 125">
              <a:extLst>
                <a:ext uri="{FF2B5EF4-FFF2-40B4-BE49-F238E27FC236}">
                  <a16:creationId xmlns:a16="http://schemas.microsoft.com/office/drawing/2014/main" id="{E1967E04-ED05-4C55-9240-FBB3F0233429}"/>
                </a:ext>
              </a:extLst>
            </p:cNvPr>
            <p:cNvSpPr/>
            <p:nvPr/>
          </p:nvSpPr>
          <p:spPr bwMode="auto">
            <a:xfrm>
              <a:off x="2182452" y="1403851"/>
              <a:ext cx="1043668" cy="853188"/>
            </a:xfrm>
            <a:custGeom>
              <a:avLst/>
              <a:gdLst>
                <a:gd name="T0" fmla="*/ 0 w 789"/>
                <a:gd name="T1" fmla="*/ 527 h 645"/>
                <a:gd name="T2" fmla="*/ 394 w 789"/>
                <a:gd name="T3" fmla="*/ 645 h 645"/>
                <a:gd name="T4" fmla="*/ 789 w 789"/>
                <a:gd name="T5" fmla="*/ 527 h 645"/>
                <a:gd name="T6" fmla="*/ 789 w 789"/>
                <a:gd name="T7" fmla="*/ 0 h 645"/>
                <a:gd name="T8" fmla="*/ 394 w 789"/>
                <a:gd name="T9" fmla="*/ 118 h 645"/>
                <a:gd name="T10" fmla="*/ 0 w 789"/>
                <a:gd name="T11" fmla="*/ 0 h 645"/>
                <a:gd name="T12" fmla="*/ 0 w 789"/>
                <a:gd name="T13" fmla="*/ 527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9" h="645">
                  <a:moveTo>
                    <a:pt x="0" y="527"/>
                  </a:moveTo>
                  <a:lnTo>
                    <a:pt x="394" y="645"/>
                  </a:lnTo>
                  <a:lnTo>
                    <a:pt x="789" y="527"/>
                  </a:lnTo>
                  <a:lnTo>
                    <a:pt x="789" y="0"/>
                  </a:lnTo>
                  <a:lnTo>
                    <a:pt x="394" y="118"/>
                  </a:lnTo>
                  <a:lnTo>
                    <a:pt x="0" y="0"/>
                  </a:lnTo>
                  <a:lnTo>
                    <a:pt x="0" y="52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4" name="Freeform 127">
              <a:extLst>
                <a:ext uri="{FF2B5EF4-FFF2-40B4-BE49-F238E27FC236}">
                  <a16:creationId xmlns:a16="http://schemas.microsoft.com/office/drawing/2014/main" id="{9527553D-A31F-49BC-B4FB-E2E2773E971A}"/>
                </a:ext>
              </a:extLst>
            </p:cNvPr>
            <p:cNvSpPr/>
            <p:nvPr/>
          </p:nvSpPr>
          <p:spPr bwMode="auto">
            <a:xfrm>
              <a:off x="2182452" y="1403851"/>
              <a:ext cx="521172" cy="853188"/>
            </a:xfrm>
            <a:custGeom>
              <a:avLst/>
              <a:gdLst>
                <a:gd name="T0" fmla="*/ 0 w 394"/>
                <a:gd name="T1" fmla="*/ 0 h 645"/>
                <a:gd name="T2" fmla="*/ 0 w 394"/>
                <a:gd name="T3" fmla="*/ 527 h 645"/>
                <a:gd name="T4" fmla="*/ 394 w 394"/>
                <a:gd name="T5" fmla="*/ 645 h 645"/>
                <a:gd name="T6" fmla="*/ 394 w 394"/>
                <a:gd name="T7" fmla="*/ 118 h 645"/>
                <a:gd name="T8" fmla="*/ 156 w 394"/>
                <a:gd name="T9" fmla="*/ 48 h 645"/>
                <a:gd name="T10" fmla="*/ 0 w 394"/>
                <a:gd name="T11" fmla="*/ 0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4" h="645">
                  <a:moveTo>
                    <a:pt x="0" y="0"/>
                  </a:moveTo>
                  <a:lnTo>
                    <a:pt x="0" y="527"/>
                  </a:lnTo>
                  <a:lnTo>
                    <a:pt x="394" y="645"/>
                  </a:lnTo>
                  <a:lnTo>
                    <a:pt x="394" y="118"/>
                  </a:lnTo>
                  <a:lnTo>
                    <a:pt x="156" y="4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5" name="Freeform 129">
              <a:extLst>
                <a:ext uri="{FF2B5EF4-FFF2-40B4-BE49-F238E27FC236}">
                  <a16:creationId xmlns:a16="http://schemas.microsoft.com/office/drawing/2014/main" id="{1027B389-C872-4D06-88DF-8BB798C4D3E9}"/>
                </a:ext>
              </a:extLst>
            </p:cNvPr>
            <p:cNvSpPr/>
            <p:nvPr/>
          </p:nvSpPr>
          <p:spPr bwMode="auto">
            <a:xfrm>
              <a:off x="2182452" y="2409159"/>
              <a:ext cx="1043668" cy="851866"/>
            </a:xfrm>
            <a:custGeom>
              <a:avLst/>
              <a:gdLst>
                <a:gd name="T0" fmla="*/ 0 w 789"/>
                <a:gd name="T1" fmla="*/ 526 h 644"/>
                <a:gd name="T2" fmla="*/ 394 w 789"/>
                <a:gd name="T3" fmla="*/ 644 h 644"/>
                <a:gd name="T4" fmla="*/ 789 w 789"/>
                <a:gd name="T5" fmla="*/ 526 h 644"/>
                <a:gd name="T6" fmla="*/ 789 w 789"/>
                <a:gd name="T7" fmla="*/ 0 h 644"/>
                <a:gd name="T8" fmla="*/ 394 w 789"/>
                <a:gd name="T9" fmla="*/ 117 h 644"/>
                <a:gd name="T10" fmla="*/ 0 w 789"/>
                <a:gd name="T11" fmla="*/ 0 h 644"/>
                <a:gd name="T12" fmla="*/ 0 w 789"/>
                <a:gd name="T13" fmla="*/ 526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9" h="644">
                  <a:moveTo>
                    <a:pt x="0" y="526"/>
                  </a:moveTo>
                  <a:lnTo>
                    <a:pt x="394" y="644"/>
                  </a:lnTo>
                  <a:lnTo>
                    <a:pt x="789" y="526"/>
                  </a:lnTo>
                  <a:lnTo>
                    <a:pt x="789" y="0"/>
                  </a:lnTo>
                  <a:lnTo>
                    <a:pt x="394" y="117"/>
                  </a:lnTo>
                  <a:lnTo>
                    <a:pt x="0" y="0"/>
                  </a:lnTo>
                  <a:lnTo>
                    <a:pt x="0" y="52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6" name="Freeform 131">
              <a:extLst>
                <a:ext uri="{FF2B5EF4-FFF2-40B4-BE49-F238E27FC236}">
                  <a16:creationId xmlns:a16="http://schemas.microsoft.com/office/drawing/2014/main" id="{807ECFCE-AFEC-4FA4-886E-E07BAB7D189F}"/>
                </a:ext>
              </a:extLst>
            </p:cNvPr>
            <p:cNvSpPr/>
            <p:nvPr/>
          </p:nvSpPr>
          <p:spPr bwMode="auto">
            <a:xfrm>
              <a:off x="2182452" y="2409159"/>
              <a:ext cx="521172" cy="851866"/>
            </a:xfrm>
            <a:custGeom>
              <a:avLst/>
              <a:gdLst>
                <a:gd name="T0" fmla="*/ 0 w 394"/>
                <a:gd name="T1" fmla="*/ 0 h 644"/>
                <a:gd name="T2" fmla="*/ 0 w 394"/>
                <a:gd name="T3" fmla="*/ 526 h 644"/>
                <a:gd name="T4" fmla="*/ 394 w 394"/>
                <a:gd name="T5" fmla="*/ 644 h 644"/>
                <a:gd name="T6" fmla="*/ 394 w 394"/>
                <a:gd name="T7" fmla="*/ 117 h 644"/>
                <a:gd name="T8" fmla="*/ 156 w 394"/>
                <a:gd name="T9" fmla="*/ 47 h 644"/>
                <a:gd name="T10" fmla="*/ 0 w 394"/>
                <a:gd name="T11" fmla="*/ 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4" h="644">
                  <a:moveTo>
                    <a:pt x="0" y="0"/>
                  </a:moveTo>
                  <a:lnTo>
                    <a:pt x="0" y="526"/>
                  </a:lnTo>
                  <a:lnTo>
                    <a:pt x="394" y="644"/>
                  </a:lnTo>
                  <a:lnTo>
                    <a:pt x="394" y="117"/>
                  </a:lnTo>
                  <a:lnTo>
                    <a:pt x="156" y="4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7" name="Freeform 133">
              <a:extLst>
                <a:ext uri="{FF2B5EF4-FFF2-40B4-BE49-F238E27FC236}">
                  <a16:creationId xmlns:a16="http://schemas.microsoft.com/office/drawing/2014/main" id="{C8EA501A-3797-4D4A-AB11-A7F1C628E45F}"/>
                </a:ext>
              </a:extLst>
            </p:cNvPr>
            <p:cNvSpPr/>
            <p:nvPr/>
          </p:nvSpPr>
          <p:spPr bwMode="auto">
            <a:xfrm>
              <a:off x="2182452" y="3413144"/>
              <a:ext cx="1043668" cy="850543"/>
            </a:xfrm>
            <a:custGeom>
              <a:avLst/>
              <a:gdLst>
                <a:gd name="T0" fmla="*/ 0 w 789"/>
                <a:gd name="T1" fmla="*/ 527 h 643"/>
                <a:gd name="T2" fmla="*/ 394 w 789"/>
                <a:gd name="T3" fmla="*/ 643 h 643"/>
                <a:gd name="T4" fmla="*/ 789 w 789"/>
                <a:gd name="T5" fmla="*/ 527 h 643"/>
                <a:gd name="T6" fmla="*/ 789 w 789"/>
                <a:gd name="T7" fmla="*/ 0 h 643"/>
                <a:gd name="T8" fmla="*/ 394 w 789"/>
                <a:gd name="T9" fmla="*/ 116 h 643"/>
                <a:gd name="T10" fmla="*/ 0 w 789"/>
                <a:gd name="T11" fmla="*/ 0 h 643"/>
                <a:gd name="T12" fmla="*/ 0 w 789"/>
                <a:gd name="T13" fmla="*/ 527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9" h="643">
                  <a:moveTo>
                    <a:pt x="0" y="527"/>
                  </a:moveTo>
                  <a:lnTo>
                    <a:pt x="394" y="643"/>
                  </a:lnTo>
                  <a:lnTo>
                    <a:pt x="789" y="527"/>
                  </a:lnTo>
                  <a:lnTo>
                    <a:pt x="789" y="0"/>
                  </a:lnTo>
                  <a:lnTo>
                    <a:pt x="394" y="116"/>
                  </a:lnTo>
                  <a:lnTo>
                    <a:pt x="0" y="0"/>
                  </a:lnTo>
                  <a:lnTo>
                    <a:pt x="0" y="52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8" name="Freeform 135">
              <a:extLst>
                <a:ext uri="{FF2B5EF4-FFF2-40B4-BE49-F238E27FC236}">
                  <a16:creationId xmlns:a16="http://schemas.microsoft.com/office/drawing/2014/main" id="{DF35E948-A27A-4936-81A9-7828077160F7}"/>
                </a:ext>
              </a:extLst>
            </p:cNvPr>
            <p:cNvSpPr/>
            <p:nvPr/>
          </p:nvSpPr>
          <p:spPr bwMode="auto">
            <a:xfrm>
              <a:off x="2182452" y="3413144"/>
              <a:ext cx="521172" cy="850543"/>
            </a:xfrm>
            <a:custGeom>
              <a:avLst/>
              <a:gdLst>
                <a:gd name="T0" fmla="*/ 0 w 394"/>
                <a:gd name="T1" fmla="*/ 0 h 643"/>
                <a:gd name="T2" fmla="*/ 0 w 394"/>
                <a:gd name="T3" fmla="*/ 527 h 643"/>
                <a:gd name="T4" fmla="*/ 394 w 394"/>
                <a:gd name="T5" fmla="*/ 643 h 643"/>
                <a:gd name="T6" fmla="*/ 394 w 394"/>
                <a:gd name="T7" fmla="*/ 116 h 643"/>
                <a:gd name="T8" fmla="*/ 156 w 394"/>
                <a:gd name="T9" fmla="*/ 45 h 643"/>
                <a:gd name="T10" fmla="*/ 0 w 394"/>
                <a:gd name="T11" fmla="*/ 0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4" h="643">
                  <a:moveTo>
                    <a:pt x="0" y="0"/>
                  </a:moveTo>
                  <a:lnTo>
                    <a:pt x="0" y="527"/>
                  </a:lnTo>
                  <a:lnTo>
                    <a:pt x="394" y="643"/>
                  </a:lnTo>
                  <a:lnTo>
                    <a:pt x="394" y="116"/>
                  </a:lnTo>
                  <a:lnTo>
                    <a:pt x="156" y="4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9" name="Freeform 137">
              <a:extLst>
                <a:ext uri="{FF2B5EF4-FFF2-40B4-BE49-F238E27FC236}">
                  <a16:creationId xmlns:a16="http://schemas.microsoft.com/office/drawing/2014/main" id="{E5BFF86C-7C35-4E28-BEF0-CBC480744F67}"/>
                </a:ext>
              </a:extLst>
            </p:cNvPr>
            <p:cNvSpPr/>
            <p:nvPr/>
          </p:nvSpPr>
          <p:spPr bwMode="auto">
            <a:xfrm>
              <a:off x="2182452" y="4415806"/>
              <a:ext cx="1043668" cy="851866"/>
            </a:xfrm>
            <a:custGeom>
              <a:avLst/>
              <a:gdLst>
                <a:gd name="T0" fmla="*/ 0 w 789"/>
                <a:gd name="T1" fmla="*/ 528 h 644"/>
                <a:gd name="T2" fmla="*/ 394 w 789"/>
                <a:gd name="T3" fmla="*/ 644 h 644"/>
                <a:gd name="T4" fmla="*/ 789 w 789"/>
                <a:gd name="T5" fmla="*/ 528 h 644"/>
                <a:gd name="T6" fmla="*/ 789 w 789"/>
                <a:gd name="T7" fmla="*/ 0 h 644"/>
                <a:gd name="T8" fmla="*/ 394 w 789"/>
                <a:gd name="T9" fmla="*/ 117 h 644"/>
                <a:gd name="T10" fmla="*/ 0 w 789"/>
                <a:gd name="T11" fmla="*/ 0 h 644"/>
                <a:gd name="T12" fmla="*/ 0 w 789"/>
                <a:gd name="T13" fmla="*/ 528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9" h="644">
                  <a:moveTo>
                    <a:pt x="0" y="528"/>
                  </a:moveTo>
                  <a:lnTo>
                    <a:pt x="394" y="644"/>
                  </a:lnTo>
                  <a:lnTo>
                    <a:pt x="789" y="528"/>
                  </a:lnTo>
                  <a:lnTo>
                    <a:pt x="789" y="0"/>
                  </a:lnTo>
                  <a:lnTo>
                    <a:pt x="394" y="117"/>
                  </a:lnTo>
                  <a:lnTo>
                    <a:pt x="0" y="0"/>
                  </a:lnTo>
                  <a:lnTo>
                    <a:pt x="0" y="52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0" name="Freeform 139">
              <a:extLst>
                <a:ext uri="{FF2B5EF4-FFF2-40B4-BE49-F238E27FC236}">
                  <a16:creationId xmlns:a16="http://schemas.microsoft.com/office/drawing/2014/main" id="{A406058B-266F-4842-B05E-8BB40BC95273}"/>
                </a:ext>
              </a:extLst>
            </p:cNvPr>
            <p:cNvSpPr/>
            <p:nvPr/>
          </p:nvSpPr>
          <p:spPr bwMode="auto">
            <a:xfrm>
              <a:off x="2182452" y="4415806"/>
              <a:ext cx="521172" cy="851866"/>
            </a:xfrm>
            <a:custGeom>
              <a:avLst/>
              <a:gdLst>
                <a:gd name="T0" fmla="*/ 0 w 394"/>
                <a:gd name="T1" fmla="*/ 0 h 644"/>
                <a:gd name="T2" fmla="*/ 0 w 394"/>
                <a:gd name="T3" fmla="*/ 528 h 644"/>
                <a:gd name="T4" fmla="*/ 394 w 394"/>
                <a:gd name="T5" fmla="*/ 644 h 644"/>
                <a:gd name="T6" fmla="*/ 394 w 394"/>
                <a:gd name="T7" fmla="*/ 117 h 644"/>
                <a:gd name="T8" fmla="*/ 156 w 394"/>
                <a:gd name="T9" fmla="*/ 47 h 644"/>
                <a:gd name="T10" fmla="*/ 0 w 394"/>
                <a:gd name="T11" fmla="*/ 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4" h="644">
                  <a:moveTo>
                    <a:pt x="0" y="0"/>
                  </a:moveTo>
                  <a:lnTo>
                    <a:pt x="0" y="528"/>
                  </a:lnTo>
                  <a:lnTo>
                    <a:pt x="394" y="644"/>
                  </a:lnTo>
                  <a:lnTo>
                    <a:pt x="394" y="117"/>
                  </a:lnTo>
                  <a:lnTo>
                    <a:pt x="156" y="4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1" name="Freeform 141">
              <a:extLst>
                <a:ext uri="{FF2B5EF4-FFF2-40B4-BE49-F238E27FC236}">
                  <a16:creationId xmlns:a16="http://schemas.microsoft.com/office/drawing/2014/main" id="{B2BA9EA0-1393-40E2-A407-63B3B3D935EE}"/>
                </a:ext>
              </a:extLst>
            </p:cNvPr>
            <p:cNvSpPr/>
            <p:nvPr/>
          </p:nvSpPr>
          <p:spPr bwMode="auto">
            <a:xfrm>
              <a:off x="2182452" y="5419790"/>
              <a:ext cx="1043668" cy="851866"/>
            </a:xfrm>
            <a:custGeom>
              <a:avLst/>
              <a:gdLst>
                <a:gd name="T0" fmla="*/ 0 w 789"/>
                <a:gd name="T1" fmla="*/ 526 h 644"/>
                <a:gd name="T2" fmla="*/ 394 w 789"/>
                <a:gd name="T3" fmla="*/ 644 h 644"/>
                <a:gd name="T4" fmla="*/ 789 w 789"/>
                <a:gd name="T5" fmla="*/ 526 h 644"/>
                <a:gd name="T6" fmla="*/ 789 w 789"/>
                <a:gd name="T7" fmla="*/ 0 h 644"/>
                <a:gd name="T8" fmla="*/ 394 w 789"/>
                <a:gd name="T9" fmla="*/ 117 h 644"/>
                <a:gd name="T10" fmla="*/ 0 w 789"/>
                <a:gd name="T11" fmla="*/ 0 h 644"/>
                <a:gd name="T12" fmla="*/ 0 w 789"/>
                <a:gd name="T13" fmla="*/ 526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9" h="644">
                  <a:moveTo>
                    <a:pt x="0" y="526"/>
                  </a:moveTo>
                  <a:lnTo>
                    <a:pt x="394" y="644"/>
                  </a:lnTo>
                  <a:lnTo>
                    <a:pt x="789" y="526"/>
                  </a:lnTo>
                  <a:lnTo>
                    <a:pt x="789" y="0"/>
                  </a:lnTo>
                  <a:lnTo>
                    <a:pt x="394" y="117"/>
                  </a:lnTo>
                  <a:lnTo>
                    <a:pt x="0" y="0"/>
                  </a:lnTo>
                  <a:lnTo>
                    <a:pt x="0" y="52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2" name="Freeform 143">
              <a:extLst>
                <a:ext uri="{FF2B5EF4-FFF2-40B4-BE49-F238E27FC236}">
                  <a16:creationId xmlns:a16="http://schemas.microsoft.com/office/drawing/2014/main" id="{5458FC17-DDDA-4B1D-8C2A-C0A2855AFD76}"/>
                </a:ext>
              </a:extLst>
            </p:cNvPr>
            <p:cNvSpPr/>
            <p:nvPr/>
          </p:nvSpPr>
          <p:spPr bwMode="auto">
            <a:xfrm>
              <a:off x="2182452" y="5419790"/>
              <a:ext cx="521172" cy="851866"/>
            </a:xfrm>
            <a:custGeom>
              <a:avLst/>
              <a:gdLst>
                <a:gd name="T0" fmla="*/ 0 w 394"/>
                <a:gd name="T1" fmla="*/ 0 h 644"/>
                <a:gd name="T2" fmla="*/ 0 w 394"/>
                <a:gd name="T3" fmla="*/ 526 h 644"/>
                <a:gd name="T4" fmla="*/ 394 w 394"/>
                <a:gd name="T5" fmla="*/ 644 h 644"/>
                <a:gd name="T6" fmla="*/ 394 w 394"/>
                <a:gd name="T7" fmla="*/ 117 h 644"/>
                <a:gd name="T8" fmla="*/ 156 w 394"/>
                <a:gd name="T9" fmla="*/ 47 h 644"/>
                <a:gd name="T10" fmla="*/ 0 w 394"/>
                <a:gd name="T11" fmla="*/ 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4" h="644">
                  <a:moveTo>
                    <a:pt x="0" y="0"/>
                  </a:moveTo>
                  <a:lnTo>
                    <a:pt x="0" y="526"/>
                  </a:lnTo>
                  <a:lnTo>
                    <a:pt x="394" y="644"/>
                  </a:lnTo>
                  <a:lnTo>
                    <a:pt x="394" y="117"/>
                  </a:lnTo>
                  <a:lnTo>
                    <a:pt x="156" y="4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grpSp>
          <p:nvGrpSpPr>
            <p:cNvPr id="73" name="Group 12">
              <a:extLst>
                <a:ext uri="{FF2B5EF4-FFF2-40B4-BE49-F238E27FC236}">
                  <a16:creationId xmlns:a16="http://schemas.microsoft.com/office/drawing/2014/main" id="{14857116-6306-446F-B3A9-4C123D39DBB2}"/>
                </a:ext>
              </a:extLst>
            </p:cNvPr>
            <p:cNvGrpSpPr/>
            <p:nvPr/>
          </p:nvGrpSpPr>
          <p:grpSpPr>
            <a:xfrm>
              <a:off x="2022851" y="1403851"/>
              <a:ext cx="1203269" cy="853188"/>
              <a:chOff x="3998796" y="1758980"/>
              <a:chExt cx="1203269" cy="853188"/>
            </a:xfrm>
          </p:grpSpPr>
          <p:grpSp>
            <p:nvGrpSpPr>
              <p:cNvPr id="74" name="Group 195">
                <a:extLst>
                  <a:ext uri="{FF2B5EF4-FFF2-40B4-BE49-F238E27FC236}">
                    <a16:creationId xmlns:a16="http://schemas.microsoft.com/office/drawing/2014/main" id="{1D1CD53C-AF8A-4CB7-8090-AF9A624FBFBE}"/>
                  </a:ext>
                </a:extLst>
              </p:cNvPr>
              <p:cNvGrpSpPr/>
              <p:nvPr/>
            </p:nvGrpSpPr>
            <p:grpSpPr>
              <a:xfrm>
                <a:off x="4158397" y="1758980"/>
                <a:ext cx="1043668" cy="853188"/>
                <a:chOff x="7127875" y="600075"/>
                <a:chExt cx="1252538" cy="1023937"/>
              </a:xfrm>
            </p:grpSpPr>
            <p:sp>
              <p:nvSpPr>
                <p:cNvPr id="76" name="Freeform 124">
                  <a:extLst>
                    <a:ext uri="{FF2B5EF4-FFF2-40B4-BE49-F238E27FC236}">
                      <a16:creationId xmlns:a16="http://schemas.microsoft.com/office/drawing/2014/main" id="{776A9FD6-63BF-42C9-95A6-58F96B41320C}"/>
                    </a:ext>
                  </a:extLst>
                </p:cNvPr>
                <p:cNvSpPr/>
                <p:nvPr/>
              </p:nvSpPr>
              <p:spPr bwMode="auto">
                <a:xfrm>
                  <a:off x="7127875" y="600075"/>
                  <a:ext cx="1252538" cy="1023937"/>
                </a:xfrm>
                <a:custGeom>
                  <a:avLst/>
                  <a:gdLst>
                    <a:gd name="T0" fmla="*/ 0 w 789"/>
                    <a:gd name="T1" fmla="*/ 527 h 645"/>
                    <a:gd name="T2" fmla="*/ 394 w 789"/>
                    <a:gd name="T3" fmla="*/ 645 h 645"/>
                    <a:gd name="T4" fmla="*/ 789 w 789"/>
                    <a:gd name="T5" fmla="*/ 527 h 645"/>
                    <a:gd name="T6" fmla="*/ 789 w 789"/>
                    <a:gd name="T7" fmla="*/ 0 h 645"/>
                    <a:gd name="T8" fmla="*/ 394 w 789"/>
                    <a:gd name="T9" fmla="*/ 118 h 645"/>
                    <a:gd name="T10" fmla="*/ 0 w 789"/>
                    <a:gd name="T11" fmla="*/ 0 h 645"/>
                    <a:gd name="T12" fmla="*/ 0 w 789"/>
                    <a:gd name="T13" fmla="*/ 527 h 6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89" h="645">
                      <a:moveTo>
                        <a:pt x="0" y="527"/>
                      </a:moveTo>
                      <a:lnTo>
                        <a:pt x="394" y="645"/>
                      </a:lnTo>
                      <a:lnTo>
                        <a:pt x="789" y="527"/>
                      </a:lnTo>
                      <a:lnTo>
                        <a:pt x="789" y="0"/>
                      </a:lnTo>
                      <a:lnTo>
                        <a:pt x="394" y="118"/>
                      </a:lnTo>
                      <a:lnTo>
                        <a:pt x="0" y="0"/>
                      </a:lnTo>
                      <a:lnTo>
                        <a:pt x="0" y="527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77" name="Freeform 126">
                  <a:extLst>
                    <a:ext uri="{FF2B5EF4-FFF2-40B4-BE49-F238E27FC236}">
                      <a16:creationId xmlns:a16="http://schemas.microsoft.com/office/drawing/2014/main" id="{A13C5D19-DF5B-47CB-9458-89C90529E47D}"/>
                    </a:ext>
                  </a:extLst>
                </p:cNvPr>
                <p:cNvSpPr/>
                <p:nvPr/>
              </p:nvSpPr>
              <p:spPr bwMode="auto">
                <a:xfrm>
                  <a:off x="7127875" y="600075"/>
                  <a:ext cx="625475" cy="1023937"/>
                </a:xfrm>
                <a:custGeom>
                  <a:avLst/>
                  <a:gdLst>
                    <a:gd name="T0" fmla="*/ 0 w 394"/>
                    <a:gd name="T1" fmla="*/ 0 h 645"/>
                    <a:gd name="T2" fmla="*/ 0 w 394"/>
                    <a:gd name="T3" fmla="*/ 527 h 645"/>
                    <a:gd name="T4" fmla="*/ 394 w 394"/>
                    <a:gd name="T5" fmla="*/ 645 h 645"/>
                    <a:gd name="T6" fmla="*/ 394 w 394"/>
                    <a:gd name="T7" fmla="*/ 118 h 645"/>
                    <a:gd name="T8" fmla="*/ 156 w 394"/>
                    <a:gd name="T9" fmla="*/ 48 h 645"/>
                    <a:gd name="T10" fmla="*/ 0 w 394"/>
                    <a:gd name="T11" fmla="*/ 0 h 6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94" h="645">
                      <a:moveTo>
                        <a:pt x="0" y="0"/>
                      </a:moveTo>
                      <a:lnTo>
                        <a:pt x="0" y="527"/>
                      </a:lnTo>
                      <a:lnTo>
                        <a:pt x="394" y="645"/>
                      </a:lnTo>
                      <a:lnTo>
                        <a:pt x="394" y="118"/>
                      </a:lnTo>
                      <a:lnTo>
                        <a:pt x="156" y="4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  <p:sp>
            <p:nvSpPr>
              <p:cNvPr id="75" name="Inhaltsplatzhalter 4">
                <a:extLst>
                  <a:ext uri="{FF2B5EF4-FFF2-40B4-BE49-F238E27FC236}">
                    <a16:creationId xmlns:a16="http://schemas.microsoft.com/office/drawing/2014/main" id="{4485DBD2-C527-4588-A048-269E88C7F12D}"/>
                  </a:ext>
                </a:extLst>
              </p:cNvPr>
              <p:cNvSpPr txBox="1"/>
              <p:nvPr/>
            </p:nvSpPr>
            <p:spPr>
              <a:xfrm>
                <a:off x="3998796" y="1945713"/>
                <a:ext cx="885242" cy="492443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  <a:scene3d>
                  <a:camera prst="isometricOffAxis2Left"/>
                  <a:lightRig rig="threePt" dir="t"/>
                </a:scene3d>
              </a:bodyPr>
              <a:lstStyle>
                <a:lvl1pPr marL="273050" indent="-27305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Wingdings" panose="05000000000000000000" pitchFamily="2" charset="2"/>
                  <a:buChar char="§"/>
                  <a:defRPr sz="23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1pPr>
                <a:lvl2pPr marL="807720" indent="-27305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20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2pPr>
                <a:lvl3pPr marL="1080770" indent="-17780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9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3pPr>
                <a:lvl4pPr marL="1436370" indent="-17780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6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4pPr>
                <a:lvl5pPr marL="1793240" indent="-17907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6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5pPr>
                <a:lvl6pPr marL="2513965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165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730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930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:r>
                  <a:rPr lang="en-US" sz="3200" b="1" dirty="0">
                    <a:latin typeface="+mj-lt"/>
                  </a:rPr>
                  <a:t>01</a:t>
                </a:r>
                <a:endParaRPr lang="en-US" sz="2400" dirty="0">
                  <a:latin typeface="+mn-lt"/>
                </a:endParaRPr>
              </a:p>
            </p:txBody>
          </p:sp>
        </p:grpSp>
        <p:grpSp>
          <p:nvGrpSpPr>
            <p:cNvPr id="78" name="Group 13">
              <a:extLst>
                <a:ext uri="{FF2B5EF4-FFF2-40B4-BE49-F238E27FC236}">
                  <a16:creationId xmlns:a16="http://schemas.microsoft.com/office/drawing/2014/main" id="{108C9176-78CD-4C7B-B701-FA09E800E34B}"/>
                </a:ext>
              </a:extLst>
            </p:cNvPr>
            <p:cNvGrpSpPr/>
            <p:nvPr/>
          </p:nvGrpSpPr>
          <p:grpSpPr>
            <a:xfrm>
              <a:off x="2003801" y="2409159"/>
              <a:ext cx="1222319" cy="851866"/>
              <a:chOff x="3979746" y="2764288"/>
              <a:chExt cx="1222319" cy="851866"/>
            </a:xfrm>
          </p:grpSpPr>
          <p:grpSp>
            <p:nvGrpSpPr>
              <p:cNvPr id="79" name="Group 193">
                <a:extLst>
                  <a:ext uri="{FF2B5EF4-FFF2-40B4-BE49-F238E27FC236}">
                    <a16:creationId xmlns:a16="http://schemas.microsoft.com/office/drawing/2014/main" id="{F4DC6535-D24C-4787-9A51-4227A838A191}"/>
                  </a:ext>
                </a:extLst>
              </p:cNvPr>
              <p:cNvGrpSpPr/>
              <p:nvPr/>
            </p:nvGrpSpPr>
            <p:grpSpPr>
              <a:xfrm>
                <a:off x="4158397" y="2764288"/>
                <a:ext cx="1043668" cy="851866"/>
                <a:chOff x="7127875" y="1806575"/>
                <a:chExt cx="1252538" cy="1022350"/>
              </a:xfrm>
            </p:grpSpPr>
            <p:sp>
              <p:nvSpPr>
                <p:cNvPr id="81" name="Freeform 128">
                  <a:extLst>
                    <a:ext uri="{FF2B5EF4-FFF2-40B4-BE49-F238E27FC236}">
                      <a16:creationId xmlns:a16="http://schemas.microsoft.com/office/drawing/2014/main" id="{C6EDDF6E-4095-4C62-B25C-C58ACB72C797}"/>
                    </a:ext>
                  </a:extLst>
                </p:cNvPr>
                <p:cNvSpPr/>
                <p:nvPr/>
              </p:nvSpPr>
              <p:spPr bwMode="auto">
                <a:xfrm>
                  <a:off x="7127875" y="1806575"/>
                  <a:ext cx="1252538" cy="1022350"/>
                </a:xfrm>
                <a:custGeom>
                  <a:avLst/>
                  <a:gdLst>
                    <a:gd name="T0" fmla="*/ 0 w 789"/>
                    <a:gd name="T1" fmla="*/ 526 h 644"/>
                    <a:gd name="T2" fmla="*/ 394 w 789"/>
                    <a:gd name="T3" fmla="*/ 644 h 644"/>
                    <a:gd name="T4" fmla="*/ 789 w 789"/>
                    <a:gd name="T5" fmla="*/ 526 h 644"/>
                    <a:gd name="T6" fmla="*/ 789 w 789"/>
                    <a:gd name="T7" fmla="*/ 0 h 644"/>
                    <a:gd name="T8" fmla="*/ 394 w 789"/>
                    <a:gd name="T9" fmla="*/ 117 h 644"/>
                    <a:gd name="T10" fmla="*/ 0 w 789"/>
                    <a:gd name="T11" fmla="*/ 0 h 644"/>
                    <a:gd name="T12" fmla="*/ 0 w 789"/>
                    <a:gd name="T13" fmla="*/ 526 h 6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89" h="644">
                      <a:moveTo>
                        <a:pt x="0" y="526"/>
                      </a:moveTo>
                      <a:lnTo>
                        <a:pt x="394" y="644"/>
                      </a:lnTo>
                      <a:lnTo>
                        <a:pt x="789" y="526"/>
                      </a:lnTo>
                      <a:lnTo>
                        <a:pt x="789" y="0"/>
                      </a:lnTo>
                      <a:lnTo>
                        <a:pt x="394" y="117"/>
                      </a:lnTo>
                      <a:lnTo>
                        <a:pt x="0" y="0"/>
                      </a:lnTo>
                      <a:lnTo>
                        <a:pt x="0" y="52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82" name="Freeform 130">
                  <a:extLst>
                    <a:ext uri="{FF2B5EF4-FFF2-40B4-BE49-F238E27FC236}">
                      <a16:creationId xmlns:a16="http://schemas.microsoft.com/office/drawing/2014/main" id="{DE79EBE5-F5A5-45EB-8F73-20BC3FE8C72D}"/>
                    </a:ext>
                  </a:extLst>
                </p:cNvPr>
                <p:cNvSpPr/>
                <p:nvPr/>
              </p:nvSpPr>
              <p:spPr bwMode="auto">
                <a:xfrm>
                  <a:off x="7127875" y="1806575"/>
                  <a:ext cx="625475" cy="1022350"/>
                </a:xfrm>
                <a:custGeom>
                  <a:avLst/>
                  <a:gdLst>
                    <a:gd name="T0" fmla="*/ 0 w 394"/>
                    <a:gd name="T1" fmla="*/ 0 h 644"/>
                    <a:gd name="T2" fmla="*/ 0 w 394"/>
                    <a:gd name="T3" fmla="*/ 526 h 644"/>
                    <a:gd name="T4" fmla="*/ 394 w 394"/>
                    <a:gd name="T5" fmla="*/ 644 h 644"/>
                    <a:gd name="T6" fmla="*/ 394 w 394"/>
                    <a:gd name="T7" fmla="*/ 117 h 644"/>
                    <a:gd name="T8" fmla="*/ 156 w 394"/>
                    <a:gd name="T9" fmla="*/ 47 h 644"/>
                    <a:gd name="T10" fmla="*/ 0 w 394"/>
                    <a:gd name="T11" fmla="*/ 0 h 6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94" h="644">
                      <a:moveTo>
                        <a:pt x="0" y="0"/>
                      </a:moveTo>
                      <a:lnTo>
                        <a:pt x="0" y="526"/>
                      </a:lnTo>
                      <a:lnTo>
                        <a:pt x="394" y="644"/>
                      </a:lnTo>
                      <a:lnTo>
                        <a:pt x="394" y="117"/>
                      </a:lnTo>
                      <a:lnTo>
                        <a:pt x="156" y="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  <p:sp>
            <p:nvSpPr>
              <p:cNvPr id="80" name="Inhaltsplatzhalter 4">
                <a:extLst>
                  <a:ext uri="{FF2B5EF4-FFF2-40B4-BE49-F238E27FC236}">
                    <a16:creationId xmlns:a16="http://schemas.microsoft.com/office/drawing/2014/main" id="{33EB0B0B-F1A1-4BF2-91B7-2937AA4A6BBE}"/>
                  </a:ext>
                </a:extLst>
              </p:cNvPr>
              <p:cNvSpPr txBox="1"/>
              <p:nvPr/>
            </p:nvSpPr>
            <p:spPr>
              <a:xfrm>
                <a:off x="3979746" y="2957772"/>
                <a:ext cx="885242" cy="492443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  <a:scene3d>
                  <a:camera prst="isometricOffAxis2Left"/>
                  <a:lightRig rig="threePt" dir="t"/>
                </a:scene3d>
              </a:bodyPr>
              <a:lstStyle>
                <a:lvl1pPr marL="273050" indent="-27305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Wingdings" panose="05000000000000000000" pitchFamily="2" charset="2"/>
                  <a:buChar char="§"/>
                  <a:defRPr sz="23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1pPr>
                <a:lvl2pPr marL="807720" indent="-27305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20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2pPr>
                <a:lvl3pPr marL="1080770" indent="-17780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9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3pPr>
                <a:lvl4pPr marL="1436370" indent="-17780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6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4pPr>
                <a:lvl5pPr marL="1793240" indent="-17907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6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5pPr>
                <a:lvl6pPr marL="2513965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165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730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930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:r>
                  <a:rPr lang="en-US" sz="3200" b="1" dirty="0">
                    <a:latin typeface="+mj-lt"/>
                  </a:rPr>
                  <a:t>02</a:t>
                </a:r>
                <a:endParaRPr lang="en-US" sz="2400" dirty="0">
                  <a:latin typeface="+mn-lt"/>
                </a:endParaRPr>
              </a:p>
            </p:txBody>
          </p:sp>
        </p:grpSp>
        <p:grpSp>
          <p:nvGrpSpPr>
            <p:cNvPr id="83" name="Group 14">
              <a:extLst>
                <a:ext uri="{FF2B5EF4-FFF2-40B4-BE49-F238E27FC236}">
                  <a16:creationId xmlns:a16="http://schemas.microsoft.com/office/drawing/2014/main" id="{56CA6995-C898-4303-A46A-01D2D82FF5B1}"/>
                </a:ext>
              </a:extLst>
            </p:cNvPr>
            <p:cNvGrpSpPr/>
            <p:nvPr/>
          </p:nvGrpSpPr>
          <p:grpSpPr>
            <a:xfrm>
              <a:off x="2003801" y="3413144"/>
              <a:ext cx="1222319" cy="850543"/>
              <a:chOff x="3979746" y="3768273"/>
              <a:chExt cx="1222319" cy="850543"/>
            </a:xfrm>
          </p:grpSpPr>
          <p:grpSp>
            <p:nvGrpSpPr>
              <p:cNvPr id="84" name="Group 192">
                <a:extLst>
                  <a:ext uri="{FF2B5EF4-FFF2-40B4-BE49-F238E27FC236}">
                    <a16:creationId xmlns:a16="http://schemas.microsoft.com/office/drawing/2014/main" id="{AE8BA7CD-AFE0-4948-AB13-5569B2CCBAAA}"/>
                  </a:ext>
                </a:extLst>
              </p:cNvPr>
              <p:cNvGrpSpPr/>
              <p:nvPr/>
            </p:nvGrpSpPr>
            <p:grpSpPr>
              <a:xfrm>
                <a:off x="4158397" y="3768273"/>
                <a:ext cx="1043668" cy="850543"/>
                <a:chOff x="7127875" y="3011488"/>
                <a:chExt cx="1252538" cy="1020762"/>
              </a:xfrm>
            </p:grpSpPr>
            <p:sp>
              <p:nvSpPr>
                <p:cNvPr id="86" name="Freeform 132">
                  <a:extLst>
                    <a:ext uri="{FF2B5EF4-FFF2-40B4-BE49-F238E27FC236}">
                      <a16:creationId xmlns:a16="http://schemas.microsoft.com/office/drawing/2014/main" id="{0A40A8FB-2340-4479-9EAB-56BB28AF1EDA}"/>
                    </a:ext>
                  </a:extLst>
                </p:cNvPr>
                <p:cNvSpPr/>
                <p:nvPr/>
              </p:nvSpPr>
              <p:spPr bwMode="auto">
                <a:xfrm>
                  <a:off x="7127875" y="3011488"/>
                  <a:ext cx="1252538" cy="1020762"/>
                </a:xfrm>
                <a:custGeom>
                  <a:avLst/>
                  <a:gdLst>
                    <a:gd name="T0" fmla="*/ 0 w 789"/>
                    <a:gd name="T1" fmla="*/ 527 h 643"/>
                    <a:gd name="T2" fmla="*/ 394 w 789"/>
                    <a:gd name="T3" fmla="*/ 643 h 643"/>
                    <a:gd name="T4" fmla="*/ 789 w 789"/>
                    <a:gd name="T5" fmla="*/ 527 h 643"/>
                    <a:gd name="T6" fmla="*/ 789 w 789"/>
                    <a:gd name="T7" fmla="*/ 0 h 643"/>
                    <a:gd name="T8" fmla="*/ 394 w 789"/>
                    <a:gd name="T9" fmla="*/ 116 h 643"/>
                    <a:gd name="T10" fmla="*/ 0 w 789"/>
                    <a:gd name="T11" fmla="*/ 0 h 643"/>
                    <a:gd name="T12" fmla="*/ 0 w 789"/>
                    <a:gd name="T13" fmla="*/ 527 h 6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89" h="643">
                      <a:moveTo>
                        <a:pt x="0" y="527"/>
                      </a:moveTo>
                      <a:lnTo>
                        <a:pt x="394" y="643"/>
                      </a:lnTo>
                      <a:lnTo>
                        <a:pt x="789" y="527"/>
                      </a:lnTo>
                      <a:lnTo>
                        <a:pt x="789" y="0"/>
                      </a:lnTo>
                      <a:lnTo>
                        <a:pt x="394" y="116"/>
                      </a:lnTo>
                      <a:lnTo>
                        <a:pt x="0" y="0"/>
                      </a:lnTo>
                      <a:lnTo>
                        <a:pt x="0" y="527"/>
                      </a:ln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87" name="Freeform 134">
                  <a:extLst>
                    <a:ext uri="{FF2B5EF4-FFF2-40B4-BE49-F238E27FC236}">
                      <a16:creationId xmlns:a16="http://schemas.microsoft.com/office/drawing/2014/main" id="{573BD37F-1FE5-4E50-ACBF-24ACB095E26B}"/>
                    </a:ext>
                  </a:extLst>
                </p:cNvPr>
                <p:cNvSpPr/>
                <p:nvPr/>
              </p:nvSpPr>
              <p:spPr bwMode="auto">
                <a:xfrm>
                  <a:off x="7127875" y="3011488"/>
                  <a:ext cx="625475" cy="1020762"/>
                </a:xfrm>
                <a:custGeom>
                  <a:avLst/>
                  <a:gdLst>
                    <a:gd name="T0" fmla="*/ 0 w 394"/>
                    <a:gd name="T1" fmla="*/ 0 h 643"/>
                    <a:gd name="T2" fmla="*/ 0 w 394"/>
                    <a:gd name="T3" fmla="*/ 527 h 643"/>
                    <a:gd name="T4" fmla="*/ 394 w 394"/>
                    <a:gd name="T5" fmla="*/ 643 h 643"/>
                    <a:gd name="T6" fmla="*/ 394 w 394"/>
                    <a:gd name="T7" fmla="*/ 116 h 643"/>
                    <a:gd name="T8" fmla="*/ 156 w 394"/>
                    <a:gd name="T9" fmla="*/ 45 h 643"/>
                    <a:gd name="T10" fmla="*/ 0 w 394"/>
                    <a:gd name="T11" fmla="*/ 0 h 6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94" h="643">
                      <a:moveTo>
                        <a:pt x="0" y="0"/>
                      </a:moveTo>
                      <a:lnTo>
                        <a:pt x="0" y="527"/>
                      </a:lnTo>
                      <a:lnTo>
                        <a:pt x="394" y="643"/>
                      </a:lnTo>
                      <a:lnTo>
                        <a:pt x="394" y="116"/>
                      </a:lnTo>
                      <a:lnTo>
                        <a:pt x="156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  <p:sp>
            <p:nvSpPr>
              <p:cNvPr id="85" name="Inhaltsplatzhalter 4">
                <a:extLst>
                  <a:ext uri="{FF2B5EF4-FFF2-40B4-BE49-F238E27FC236}">
                    <a16:creationId xmlns:a16="http://schemas.microsoft.com/office/drawing/2014/main" id="{B7494CB1-8FB6-4E8E-B3E6-DEDC139BE987}"/>
                  </a:ext>
                </a:extLst>
              </p:cNvPr>
              <p:cNvSpPr txBox="1"/>
              <p:nvPr/>
            </p:nvSpPr>
            <p:spPr>
              <a:xfrm>
                <a:off x="3979746" y="3948073"/>
                <a:ext cx="885242" cy="492443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  <a:scene3d>
                  <a:camera prst="isometricOffAxis2Left"/>
                  <a:lightRig rig="threePt" dir="t"/>
                </a:scene3d>
              </a:bodyPr>
              <a:lstStyle>
                <a:lvl1pPr marL="273050" indent="-27305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Wingdings" panose="05000000000000000000" pitchFamily="2" charset="2"/>
                  <a:buChar char="§"/>
                  <a:defRPr sz="23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1pPr>
                <a:lvl2pPr marL="807720" indent="-27305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20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2pPr>
                <a:lvl3pPr marL="1080770" indent="-17780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9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3pPr>
                <a:lvl4pPr marL="1436370" indent="-17780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6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4pPr>
                <a:lvl5pPr marL="1793240" indent="-17907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6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5pPr>
                <a:lvl6pPr marL="2513965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165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730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930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:r>
                  <a:rPr lang="en-US" sz="3200" b="1" dirty="0">
                    <a:latin typeface="+mj-lt"/>
                  </a:rPr>
                  <a:t>03</a:t>
                </a:r>
                <a:endParaRPr lang="en-US" sz="2400" dirty="0">
                  <a:latin typeface="+mn-lt"/>
                </a:endParaRPr>
              </a:p>
            </p:txBody>
          </p:sp>
        </p:grpSp>
        <p:grpSp>
          <p:nvGrpSpPr>
            <p:cNvPr id="88" name="Group 15">
              <a:extLst>
                <a:ext uri="{FF2B5EF4-FFF2-40B4-BE49-F238E27FC236}">
                  <a16:creationId xmlns:a16="http://schemas.microsoft.com/office/drawing/2014/main" id="{A057901E-0C68-4C3E-A536-077EA8C3B8A3}"/>
                </a:ext>
              </a:extLst>
            </p:cNvPr>
            <p:cNvGrpSpPr/>
            <p:nvPr/>
          </p:nvGrpSpPr>
          <p:grpSpPr>
            <a:xfrm>
              <a:off x="2003801" y="4415806"/>
              <a:ext cx="1222319" cy="851866"/>
              <a:chOff x="3979746" y="4770935"/>
              <a:chExt cx="1222319" cy="851866"/>
            </a:xfrm>
          </p:grpSpPr>
          <p:grpSp>
            <p:nvGrpSpPr>
              <p:cNvPr id="89" name="Group 191">
                <a:extLst>
                  <a:ext uri="{FF2B5EF4-FFF2-40B4-BE49-F238E27FC236}">
                    <a16:creationId xmlns:a16="http://schemas.microsoft.com/office/drawing/2014/main" id="{D1272FCD-3B6B-4A7F-A001-6EA5704A7CAB}"/>
                  </a:ext>
                </a:extLst>
              </p:cNvPr>
              <p:cNvGrpSpPr/>
              <p:nvPr/>
            </p:nvGrpSpPr>
            <p:grpSpPr>
              <a:xfrm>
                <a:off x="4158397" y="4770935"/>
                <a:ext cx="1043668" cy="851866"/>
                <a:chOff x="7127875" y="4214813"/>
                <a:chExt cx="1252538" cy="1022350"/>
              </a:xfrm>
            </p:grpSpPr>
            <p:sp>
              <p:nvSpPr>
                <p:cNvPr id="91" name="Freeform 136">
                  <a:extLst>
                    <a:ext uri="{FF2B5EF4-FFF2-40B4-BE49-F238E27FC236}">
                      <a16:creationId xmlns:a16="http://schemas.microsoft.com/office/drawing/2014/main" id="{8F177221-10DB-4D9B-B371-C97A8B9FF493}"/>
                    </a:ext>
                  </a:extLst>
                </p:cNvPr>
                <p:cNvSpPr/>
                <p:nvPr/>
              </p:nvSpPr>
              <p:spPr bwMode="auto">
                <a:xfrm>
                  <a:off x="7127875" y="4214813"/>
                  <a:ext cx="1252538" cy="1022350"/>
                </a:xfrm>
                <a:custGeom>
                  <a:avLst/>
                  <a:gdLst>
                    <a:gd name="T0" fmla="*/ 0 w 789"/>
                    <a:gd name="T1" fmla="*/ 528 h 644"/>
                    <a:gd name="T2" fmla="*/ 394 w 789"/>
                    <a:gd name="T3" fmla="*/ 644 h 644"/>
                    <a:gd name="T4" fmla="*/ 789 w 789"/>
                    <a:gd name="T5" fmla="*/ 528 h 644"/>
                    <a:gd name="T6" fmla="*/ 789 w 789"/>
                    <a:gd name="T7" fmla="*/ 0 h 644"/>
                    <a:gd name="T8" fmla="*/ 394 w 789"/>
                    <a:gd name="T9" fmla="*/ 117 h 644"/>
                    <a:gd name="T10" fmla="*/ 0 w 789"/>
                    <a:gd name="T11" fmla="*/ 0 h 644"/>
                    <a:gd name="T12" fmla="*/ 0 w 789"/>
                    <a:gd name="T13" fmla="*/ 528 h 6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89" h="644">
                      <a:moveTo>
                        <a:pt x="0" y="528"/>
                      </a:moveTo>
                      <a:lnTo>
                        <a:pt x="394" y="644"/>
                      </a:lnTo>
                      <a:lnTo>
                        <a:pt x="789" y="528"/>
                      </a:lnTo>
                      <a:lnTo>
                        <a:pt x="789" y="0"/>
                      </a:lnTo>
                      <a:lnTo>
                        <a:pt x="394" y="117"/>
                      </a:lnTo>
                      <a:lnTo>
                        <a:pt x="0" y="0"/>
                      </a:lnTo>
                      <a:lnTo>
                        <a:pt x="0" y="528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92" name="Freeform 138">
                  <a:extLst>
                    <a:ext uri="{FF2B5EF4-FFF2-40B4-BE49-F238E27FC236}">
                      <a16:creationId xmlns:a16="http://schemas.microsoft.com/office/drawing/2014/main" id="{7BD01C54-ABD3-4734-A88B-9A1E758F39B0}"/>
                    </a:ext>
                  </a:extLst>
                </p:cNvPr>
                <p:cNvSpPr/>
                <p:nvPr/>
              </p:nvSpPr>
              <p:spPr bwMode="auto">
                <a:xfrm>
                  <a:off x="7127875" y="4214813"/>
                  <a:ext cx="625475" cy="1022350"/>
                </a:xfrm>
                <a:custGeom>
                  <a:avLst/>
                  <a:gdLst>
                    <a:gd name="T0" fmla="*/ 0 w 394"/>
                    <a:gd name="T1" fmla="*/ 0 h 644"/>
                    <a:gd name="T2" fmla="*/ 0 w 394"/>
                    <a:gd name="T3" fmla="*/ 528 h 644"/>
                    <a:gd name="T4" fmla="*/ 394 w 394"/>
                    <a:gd name="T5" fmla="*/ 644 h 644"/>
                    <a:gd name="T6" fmla="*/ 394 w 394"/>
                    <a:gd name="T7" fmla="*/ 117 h 644"/>
                    <a:gd name="T8" fmla="*/ 156 w 394"/>
                    <a:gd name="T9" fmla="*/ 47 h 644"/>
                    <a:gd name="T10" fmla="*/ 0 w 394"/>
                    <a:gd name="T11" fmla="*/ 0 h 6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94" h="644">
                      <a:moveTo>
                        <a:pt x="0" y="0"/>
                      </a:moveTo>
                      <a:lnTo>
                        <a:pt x="0" y="528"/>
                      </a:lnTo>
                      <a:lnTo>
                        <a:pt x="394" y="644"/>
                      </a:lnTo>
                      <a:lnTo>
                        <a:pt x="394" y="117"/>
                      </a:lnTo>
                      <a:lnTo>
                        <a:pt x="156" y="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  <p:sp>
            <p:nvSpPr>
              <p:cNvPr id="90" name="Inhaltsplatzhalter 4">
                <a:extLst>
                  <a:ext uri="{FF2B5EF4-FFF2-40B4-BE49-F238E27FC236}">
                    <a16:creationId xmlns:a16="http://schemas.microsoft.com/office/drawing/2014/main" id="{0A3012D7-3839-4794-AA08-87B1C4D898D5}"/>
                  </a:ext>
                </a:extLst>
              </p:cNvPr>
              <p:cNvSpPr txBox="1"/>
              <p:nvPr/>
            </p:nvSpPr>
            <p:spPr>
              <a:xfrm>
                <a:off x="3979746" y="4973082"/>
                <a:ext cx="885242" cy="492443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  <a:scene3d>
                  <a:camera prst="isometricOffAxis2Left"/>
                  <a:lightRig rig="threePt" dir="t"/>
                </a:scene3d>
              </a:bodyPr>
              <a:lstStyle>
                <a:lvl1pPr marL="273050" indent="-27305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Wingdings" panose="05000000000000000000" pitchFamily="2" charset="2"/>
                  <a:buChar char="§"/>
                  <a:defRPr sz="23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1pPr>
                <a:lvl2pPr marL="807720" indent="-27305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20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2pPr>
                <a:lvl3pPr marL="1080770" indent="-17780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9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3pPr>
                <a:lvl4pPr marL="1436370" indent="-17780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6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4pPr>
                <a:lvl5pPr marL="1793240" indent="-17907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6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5pPr>
                <a:lvl6pPr marL="2513965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165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730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930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:r>
                  <a:rPr lang="en-US" sz="3200" b="1" dirty="0">
                    <a:latin typeface="+mj-lt"/>
                  </a:rPr>
                  <a:t>04</a:t>
                </a:r>
                <a:endParaRPr lang="en-US" sz="2400" dirty="0">
                  <a:latin typeface="+mn-lt"/>
                </a:endParaRPr>
              </a:p>
            </p:txBody>
          </p:sp>
        </p:grpSp>
        <p:grpSp>
          <p:nvGrpSpPr>
            <p:cNvPr id="93" name="Group 16">
              <a:extLst>
                <a:ext uri="{FF2B5EF4-FFF2-40B4-BE49-F238E27FC236}">
                  <a16:creationId xmlns:a16="http://schemas.microsoft.com/office/drawing/2014/main" id="{9EEE8480-F25F-4D51-ACEA-15F1DC3F8D85}"/>
                </a:ext>
              </a:extLst>
            </p:cNvPr>
            <p:cNvGrpSpPr/>
            <p:nvPr/>
          </p:nvGrpSpPr>
          <p:grpSpPr>
            <a:xfrm>
              <a:off x="2003801" y="5419790"/>
              <a:ext cx="1222319" cy="851866"/>
              <a:chOff x="3979746" y="5774919"/>
              <a:chExt cx="1222319" cy="851866"/>
            </a:xfrm>
          </p:grpSpPr>
          <p:grpSp>
            <p:nvGrpSpPr>
              <p:cNvPr id="94" name="Group 190">
                <a:extLst>
                  <a:ext uri="{FF2B5EF4-FFF2-40B4-BE49-F238E27FC236}">
                    <a16:creationId xmlns:a16="http://schemas.microsoft.com/office/drawing/2014/main" id="{DD08C9B1-CC15-4931-B659-E3BC79888F0E}"/>
                  </a:ext>
                </a:extLst>
              </p:cNvPr>
              <p:cNvGrpSpPr/>
              <p:nvPr/>
            </p:nvGrpSpPr>
            <p:grpSpPr>
              <a:xfrm>
                <a:off x="4158397" y="5774919"/>
                <a:ext cx="1043668" cy="851866"/>
                <a:chOff x="7127875" y="5419725"/>
                <a:chExt cx="1252538" cy="1022350"/>
              </a:xfrm>
            </p:grpSpPr>
            <p:sp>
              <p:nvSpPr>
                <p:cNvPr id="96" name="Freeform 140">
                  <a:extLst>
                    <a:ext uri="{FF2B5EF4-FFF2-40B4-BE49-F238E27FC236}">
                      <a16:creationId xmlns:a16="http://schemas.microsoft.com/office/drawing/2014/main" id="{126C9BD4-B1EF-497E-A247-F759AC8BB2B0}"/>
                    </a:ext>
                  </a:extLst>
                </p:cNvPr>
                <p:cNvSpPr/>
                <p:nvPr/>
              </p:nvSpPr>
              <p:spPr bwMode="auto">
                <a:xfrm>
                  <a:off x="7127875" y="5419725"/>
                  <a:ext cx="1252538" cy="1022350"/>
                </a:xfrm>
                <a:custGeom>
                  <a:avLst/>
                  <a:gdLst>
                    <a:gd name="T0" fmla="*/ 0 w 789"/>
                    <a:gd name="T1" fmla="*/ 526 h 644"/>
                    <a:gd name="T2" fmla="*/ 394 w 789"/>
                    <a:gd name="T3" fmla="*/ 644 h 644"/>
                    <a:gd name="T4" fmla="*/ 789 w 789"/>
                    <a:gd name="T5" fmla="*/ 526 h 644"/>
                    <a:gd name="T6" fmla="*/ 789 w 789"/>
                    <a:gd name="T7" fmla="*/ 0 h 644"/>
                    <a:gd name="T8" fmla="*/ 394 w 789"/>
                    <a:gd name="T9" fmla="*/ 117 h 644"/>
                    <a:gd name="T10" fmla="*/ 0 w 789"/>
                    <a:gd name="T11" fmla="*/ 0 h 644"/>
                    <a:gd name="T12" fmla="*/ 0 w 789"/>
                    <a:gd name="T13" fmla="*/ 526 h 6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89" h="644">
                      <a:moveTo>
                        <a:pt x="0" y="526"/>
                      </a:moveTo>
                      <a:lnTo>
                        <a:pt x="394" y="644"/>
                      </a:lnTo>
                      <a:lnTo>
                        <a:pt x="789" y="526"/>
                      </a:lnTo>
                      <a:lnTo>
                        <a:pt x="789" y="0"/>
                      </a:lnTo>
                      <a:lnTo>
                        <a:pt x="394" y="117"/>
                      </a:lnTo>
                      <a:lnTo>
                        <a:pt x="0" y="0"/>
                      </a:lnTo>
                      <a:lnTo>
                        <a:pt x="0" y="526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97" name="Freeform 142">
                  <a:extLst>
                    <a:ext uri="{FF2B5EF4-FFF2-40B4-BE49-F238E27FC236}">
                      <a16:creationId xmlns:a16="http://schemas.microsoft.com/office/drawing/2014/main" id="{8962549E-51B7-4210-9851-F112637E5675}"/>
                    </a:ext>
                  </a:extLst>
                </p:cNvPr>
                <p:cNvSpPr/>
                <p:nvPr/>
              </p:nvSpPr>
              <p:spPr bwMode="auto">
                <a:xfrm>
                  <a:off x="7127875" y="5419725"/>
                  <a:ext cx="625475" cy="1022350"/>
                </a:xfrm>
                <a:custGeom>
                  <a:avLst/>
                  <a:gdLst>
                    <a:gd name="T0" fmla="*/ 0 w 394"/>
                    <a:gd name="T1" fmla="*/ 0 h 644"/>
                    <a:gd name="T2" fmla="*/ 0 w 394"/>
                    <a:gd name="T3" fmla="*/ 526 h 644"/>
                    <a:gd name="T4" fmla="*/ 394 w 394"/>
                    <a:gd name="T5" fmla="*/ 644 h 644"/>
                    <a:gd name="T6" fmla="*/ 394 w 394"/>
                    <a:gd name="T7" fmla="*/ 117 h 644"/>
                    <a:gd name="T8" fmla="*/ 156 w 394"/>
                    <a:gd name="T9" fmla="*/ 47 h 644"/>
                    <a:gd name="T10" fmla="*/ 0 w 394"/>
                    <a:gd name="T11" fmla="*/ 0 h 6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94" h="644">
                      <a:moveTo>
                        <a:pt x="0" y="0"/>
                      </a:moveTo>
                      <a:lnTo>
                        <a:pt x="0" y="526"/>
                      </a:lnTo>
                      <a:lnTo>
                        <a:pt x="394" y="644"/>
                      </a:lnTo>
                      <a:lnTo>
                        <a:pt x="394" y="117"/>
                      </a:lnTo>
                      <a:lnTo>
                        <a:pt x="156" y="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  <p:sp>
            <p:nvSpPr>
              <p:cNvPr id="95" name="Inhaltsplatzhalter 4">
                <a:extLst>
                  <a:ext uri="{FF2B5EF4-FFF2-40B4-BE49-F238E27FC236}">
                    <a16:creationId xmlns:a16="http://schemas.microsoft.com/office/drawing/2014/main" id="{1991C2D2-68CB-41CC-8BCA-B1925C95F5E7}"/>
                  </a:ext>
                </a:extLst>
              </p:cNvPr>
              <p:cNvSpPr txBox="1"/>
              <p:nvPr/>
            </p:nvSpPr>
            <p:spPr>
              <a:xfrm>
                <a:off x="3979746" y="5957289"/>
                <a:ext cx="885242" cy="492443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  <a:scene3d>
                  <a:camera prst="isometricOffAxis2Left"/>
                  <a:lightRig rig="threePt" dir="t"/>
                </a:scene3d>
              </a:bodyPr>
              <a:lstStyle>
                <a:lvl1pPr marL="273050" indent="-27305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Wingdings" panose="05000000000000000000" pitchFamily="2" charset="2"/>
                  <a:buChar char="§"/>
                  <a:defRPr sz="23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1pPr>
                <a:lvl2pPr marL="807720" indent="-27305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20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2pPr>
                <a:lvl3pPr marL="1080770" indent="-17780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9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3pPr>
                <a:lvl4pPr marL="1436370" indent="-17780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6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4pPr>
                <a:lvl5pPr marL="1793240" indent="-179070" algn="l" defTabSz="913765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-"/>
                  <a:defRPr sz="1600" kern="120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+mn-cs"/>
                  </a:defRPr>
                </a:lvl5pPr>
                <a:lvl6pPr marL="2513965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165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730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930" indent="-228600" algn="l" defTabSz="913765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:r>
                  <a:rPr lang="en-US" sz="3200" b="1" dirty="0">
                    <a:latin typeface="+mj-lt"/>
                  </a:rPr>
                  <a:t>05</a:t>
                </a:r>
                <a:endParaRPr lang="en-US" sz="2400" dirty="0">
                  <a:latin typeface="+mn-lt"/>
                </a:endParaRPr>
              </a:p>
            </p:txBody>
          </p:sp>
        </p:grp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9A55DBB7-9BA3-4797-98E4-F466418FD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6A666BB-7A31-4D36-B920-93B550D2CA6F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215703BA-0917-4E71-A8AF-E4DDB0C8CEC2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92CCE722-A02A-4158-BE81-40B41AFF3287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0EDBA135-91E4-497A-B856-38893E9DBFC5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CEACF24F-B9B4-4D87-91E5-1DC32E5DAA9E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79A13FE5-8E54-4E7C-9C75-5A7F718E935D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AB94B91E-FFAC-42B1-A0EC-DF66CD527EB3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83866A09-3ED1-4E39-B5A0-95700FFE3BF7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18F0294B-730F-460A-B2FB-B5DDAD6FC619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1154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35946EB-88F1-477B-9642-95A870155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F66D9B2-906B-4195-A8DF-5070CDA6F3C3}"/>
              </a:ext>
            </a:extLst>
          </p:cNvPr>
          <p:cNvGrpSpPr/>
          <p:nvPr/>
        </p:nvGrpSpPr>
        <p:grpSpPr>
          <a:xfrm>
            <a:off x="1093797" y="1361471"/>
            <a:ext cx="10004407" cy="4643058"/>
            <a:chOff x="1093796" y="1401967"/>
            <a:chExt cx="10004407" cy="4643058"/>
          </a:xfrm>
        </p:grpSpPr>
        <p:pic>
          <p:nvPicPr>
            <p:cNvPr id="37" name="图形 36">
              <a:extLst>
                <a:ext uri="{FF2B5EF4-FFF2-40B4-BE49-F238E27FC236}">
                  <a16:creationId xmlns:a16="http://schemas.microsoft.com/office/drawing/2014/main" id="{3A23083B-7406-4ED1-9BA2-EC4F172C4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93796" y="2752666"/>
              <a:ext cx="10004407" cy="1857496"/>
            </a:xfrm>
            <a:prstGeom prst="rect">
              <a:avLst/>
            </a:prstGeom>
          </p:spPr>
        </p:pic>
        <p:sp>
          <p:nvSpPr>
            <p:cNvPr id="9" name="Rectangle 13" descr="FD1DDF730CE4456e89755B07FE1653D0# #Rectangle 13">
              <a:extLst>
                <a:ext uri="{FF2B5EF4-FFF2-40B4-BE49-F238E27FC236}">
                  <a16:creationId xmlns:a16="http://schemas.microsoft.com/office/drawing/2014/main" id="{BAE4AF5E-A50A-4B94-A3A5-285EF0758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225" y="5138303"/>
              <a:ext cx="2078315" cy="877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857" tIns="60928" rIns="121857" bIns="60928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0"/>
                </a:spcBef>
                <a:buNone/>
              </a:pPr>
              <a:r>
                <a:rPr lang="zh-CN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请在此处添加详细描述文本，在这里输入文本，更改文字文本。</a:t>
              </a:r>
              <a:endPara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62F2218-EFDC-497C-9B35-B9BFF35BBEDA}"/>
                </a:ext>
              </a:extLst>
            </p:cNvPr>
            <p:cNvGrpSpPr/>
            <p:nvPr/>
          </p:nvGrpSpPr>
          <p:grpSpPr>
            <a:xfrm>
              <a:off x="1982382" y="3162222"/>
              <a:ext cx="1620000" cy="1618253"/>
              <a:chOff x="2105687" y="3145156"/>
              <a:chExt cx="1620000" cy="1618253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5128CEFF-AC60-47D8-BAAE-0DFA67775A6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700000">
                <a:off x="2106560" y="3144283"/>
                <a:ext cx="1618253" cy="162000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 Light" panose="020B0502040204020203" pitchFamily="34" charset="-122"/>
                  <a:ea typeface="微软雅黑" panose="020B0503020204020204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24" name="TextBox 32">
                <a:extLst>
                  <a:ext uri="{FF2B5EF4-FFF2-40B4-BE49-F238E27FC236}">
                    <a16:creationId xmlns:a16="http://schemas.microsoft.com/office/drawing/2014/main" id="{9FF8D524-F9B5-4269-A4C2-FA31CB5AD9C4}"/>
                  </a:ext>
                </a:extLst>
              </p:cNvPr>
              <p:cNvSpPr txBox="1"/>
              <p:nvPr/>
            </p:nvSpPr>
            <p:spPr>
              <a:xfrm flipH="1">
                <a:off x="2477105" y="3769617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" panose="020B0503020204020204" pitchFamily="34" charset="-122"/>
                    <a:sym typeface="微软雅黑 Light" panose="020B0502040204020203" pitchFamily="34" charset="-122"/>
                  </a:rPr>
                  <a:t>小标题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9B23A73E-CE03-4124-BF82-F502D71C81BC}"/>
                </a:ext>
              </a:extLst>
            </p:cNvPr>
            <p:cNvGrpSpPr/>
            <p:nvPr/>
          </p:nvGrpSpPr>
          <p:grpSpPr>
            <a:xfrm>
              <a:off x="4181173" y="2560294"/>
              <a:ext cx="1620000" cy="1618253"/>
              <a:chOff x="4219408" y="2453918"/>
              <a:chExt cx="1620000" cy="1618253"/>
            </a:xfrm>
          </p:grpSpPr>
          <p:sp>
            <p:nvSpPr>
              <p:cNvPr id="25" name="矩形: 圆角 24">
                <a:extLst>
                  <a:ext uri="{FF2B5EF4-FFF2-40B4-BE49-F238E27FC236}">
                    <a16:creationId xmlns:a16="http://schemas.microsoft.com/office/drawing/2014/main" id="{9027009A-69F4-422F-9B79-3D4A02A7BAC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700000">
                <a:off x="4220281" y="2453045"/>
                <a:ext cx="1618253" cy="162000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 Light" panose="020B0502040204020203" pitchFamily="34" charset="-122"/>
                  <a:ea typeface="微软雅黑" panose="020B0503020204020204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22" name="TextBox 35">
                <a:extLst>
                  <a:ext uri="{FF2B5EF4-FFF2-40B4-BE49-F238E27FC236}">
                    <a16:creationId xmlns:a16="http://schemas.microsoft.com/office/drawing/2014/main" id="{F4A19639-7B40-461C-96F6-0918C2F7C4A7}"/>
                  </a:ext>
                </a:extLst>
              </p:cNvPr>
              <p:cNvSpPr txBox="1"/>
              <p:nvPr/>
            </p:nvSpPr>
            <p:spPr>
              <a:xfrm flipH="1">
                <a:off x="4590826" y="3078379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" panose="020B0503020204020204" pitchFamily="34" charset="-122"/>
                    <a:sym typeface="微软雅黑 Light" panose="020B0502040204020203" pitchFamily="34" charset="-122"/>
                  </a:rPr>
                  <a:t>小标题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15F1864E-8ABD-400D-BD48-41DB38FE14B8}"/>
                </a:ext>
              </a:extLst>
            </p:cNvPr>
            <p:cNvGrpSpPr/>
            <p:nvPr/>
          </p:nvGrpSpPr>
          <p:grpSpPr>
            <a:xfrm>
              <a:off x="6365786" y="3162222"/>
              <a:ext cx="1620000" cy="1618253"/>
              <a:chOff x="6333129" y="3145157"/>
              <a:chExt cx="1620000" cy="1618253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0F3DCB00-5ED2-41FC-8714-BA598FEF030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700000">
                <a:off x="6334002" y="3144284"/>
                <a:ext cx="1618253" cy="1620000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 Light" panose="020B0502040204020203" pitchFamily="34" charset="-122"/>
                  <a:ea typeface="微软雅黑" panose="020B0503020204020204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20" name="TextBox 38">
                <a:extLst>
                  <a:ext uri="{FF2B5EF4-FFF2-40B4-BE49-F238E27FC236}">
                    <a16:creationId xmlns:a16="http://schemas.microsoft.com/office/drawing/2014/main" id="{E302F9EF-EDB7-4F4F-B6B5-98F01C2CC124}"/>
                  </a:ext>
                </a:extLst>
              </p:cNvPr>
              <p:cNvSpPr txBox="1"/>
              <p:nvPr/>
            </p:nvSpPr>
            <p:spPr>
              <a:xfrm flipH="1">
                <a:off x="6704547" y="3769618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" panose="020B0503020204020204" pitchFamily="34" charset="-122"/>
                    <a:sym typeface="微软雅黑 Light" panose="020B0502040204020203" pitchFamily="34" charset="-122"/>
                  </a:rPr>
                  <a:t>小标题</a:t>
                </a: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D6F4E87F-37BC-4A2E-8D23-76413BAF6789}"/>
                </a:ext>
              </a:extLst>
            </p:cNvPr>
            <p:cNvGrpSpPr/>
            <p:nvPr/>
          </p:nvGrpSpPr>
          <p:grpSpPr>
            <a:xfrm>
              <a:off x="8550398" y="2560294"/>
              <a:ext cx="1620000" cy="1618253"/>
              <a:chOff x="8446849" y="2453918"/>
              <a:chExt cx="1620000" cy="1618253"/>
            </a:xfrm>
          </p:grpSpPr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33A353F9-5FA5-4978-B837-2D3BB3D87C4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700000">
                <a:off x="8447722" y="2453045"/>
                <a:ext cx="1618253" cy="1620000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 Light" panose="020B0502040204020203" pitchFamily="34" charset="-122"/>
                  <a:ea typeface="微软雅黑" panose="020B0503020204020204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18" name="TextBox 41">
                <a:extLst>
                  <a:ext uri="{FF2B5EF4-FFF2-40B4-BE49-F238E27FC236}">
                    <a16:creationId xmlns:a16="http://schemas.microsoft.com/office/drawing/2014/main" id="{83076129-3119-4D82-9BBE-FCA3F8C4C449}"/>
                  </a:ext>
                </a:extLst>
              </p:cNvPr>
              <p:cNvSpPr txBox="1"/>
              <p:nvPr/>
            </p:nvSpPr>
            <p:spPr>
              <a:xfrm flipH="1">
                <a:off x="8818267" y="3078379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" panose="020B0503020204020204" pitchFamily="34" charset="-122"/>
                    <a:sym typeface="微软雅黑 Light" panose="020B0502040204020203" pitchFamily="34" charset="-122"/>
                  </a:rPr>
                  <a:t>小标题</a:t>
                </a:r>
              </a:p>
            </p:txBody>
          </p:sp>
        </p:grpSp>
        <p:sp>
          <p:nvSpPr>
            <p:cNvPr id="14" name="Rectangle 13" descr="FD1DDF730CE4456e89755B07FE1653D0# #Rectangle 13">
              <a:extLst>
                <a:ext uri="{FF2B5EF4-FFF2-40B4-BE49-F238E27FC236}">
                  <a16:creationId xmlns:a16="http://schemas.microsoft.com/office/drawing/2014/main" id="{682BFC0D-1CEF-4D96-AFF9-3FDB3AE49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1540" y="1401967"/>
              <a:ext cx="2319263" cy="877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857" tIns="60928" rIns="121857" bIns="60928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0"/>
                </a:spcBef>
                <a:buNone/>
              </a:pPr>
              <a:r>
                <a:rPr lang="zh-CN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请在此处添加详细描述文本，在这里输入文本，更改文字文本。</a:t>
              </a:r>
              <a:endPara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Rectangle 13" descr="FD1DDF730CE4456e89755B07FE1653D0# #Rectangle 13">
              <a:extLst>
                <a:ext uri="{FF2B5EF4-FFF2-40B4-BE49-F238E27FC236}">
                  <a16:creationId xmlns:a16="http://schemas.microsoft.com/office/drawing/2014/main" id="{03E64C62-D6F0-43F2-8D78-87355A2BD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6153" y="5167157"/>
              <a:ext cx="2319263" cy="877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857" tIns="60928" rIns="121857" bIns="60928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0"/>
                </a:spcBef>
                <a:buNone/>
              </a:pPr>
              <a:r>
                <a:rPr lang="zh-CN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请在此处添加详细描述文本，在这里输入文本，更改文字文本。</a:t>
              </a:r>
              <a:endPara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6" name="Rectangle 13" descr="FD1DDF730CE4456e89755B07FE1653D0# #Rectangle 13">
              <a:extLst>
                <a:ext uri="{FF2B5EF4-FFF2-40B4-BE49-F238E27FC236}">
                  <a16:creationId xmlns:a16="http://schemas.microsoft.com/office/drawing/2014/main" id="{9E301BFC-20D6-48EF-9370-230DEAEF4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9921" y="1412457"/>
              <a:ext cx="2319263" cy="877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857" tIns="60928" rIns="121857" bIns="60928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30000"/>
                </a:lnSpc>
                <a:spcBef>
                  <a:spcPts val="0"/>
                </a:spcBef>
                <a:buNone/>
              </a:pPr>
              <a:r>
                <a:rPr lang="zh-CN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请在此处添加详细描述文本，在这里输入文本，更改文字文本。</a:t>
              </a:r>
              <a:endPara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2F05CFD5-C8D6-4FE5-984E-CECAE1FDD0D3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817654A-E49E-4CD6-B1A5-A8A5121FDD0F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A9B3A39C-9E55-453B-BA79-D0091BF224C2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2047726-8EAE-4E5E-BA57-D6BC04835938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029FDA4-785A-4AD9-BCCE-E0407F5E63AC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DA71C1B-AB01-42F7-8683-8FC7B07E2C2A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5F73352-376F-49D3-88DC-D09EB50F43CD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7538C9A-75B5-4F65-A712-86A33DD3825B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FDE57A6-EE51-4FC7-87B5-94F114B4B2DD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9620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183">
            <a:extLst>
              <a:ext uri="{FF2B5EF4-FFF2-40B4-BE49-F238E27FC236}">
                <a16:creationId xmlns:a16="http://schemas.microsoft.com/office/drawing/2014/main" id="{E511ECFA-AB8B-489B-AF65-684825E04CA9}"/>
              </a:ext>
            </a:extLst>
          </p:cNvPr>
          <p:cNvGrpSpPr/>
          <p:nvPr/>
        </p:nvGrpSpPr>
        <p:grpSpPr>
          <a:xfrm>
            <a:off x="1145904" y="1211807"/>
            <a:ext cx="2028676" cy="717420"/>
            <a:chOff x="3146425" y="525463"/>
            <a:chExt cx="1752600" cy="6889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5" name="Freeform 147">
              <a:extLst>
                <a:ext uri="{FF2B5EF4-FFF2-40B4-BE49-F238E27FC236}">
                  <a16:creationId xmlns:a16="http://schemas.microsoft.com/office/drawing/2014/main" id="{7BFFF737-26B9-4BA5-A308-5F775B9E96DC}"/>
                </a:ext>
              </a:extLst>
            </p:cNvPr>
            <p:cNvSpPr/>
            <p:nvPr/>
          </p:nvSpPr>
          <p:spPr bwMode="auto">
            <a:xfrm>
              <a:off x="3146425" y="525463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7 h 434"/>
                <a:gd name="T10" fmla="*/ 1104 w 1104"/>
                <a:gd name="T11" fmla="*/ 312 h 434"/>
                <a:gd name="T12" fmla="*/ 1042 w 1104"/>
                <a:gd name="T13" fmla="*/ 258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7"/>
                  </a:lnTo>
                  <a:lnTo>
                    <a:pt x="1104" y="312"/>
                  </a:lnTo>
                  <a:lnTo>
                    <a:pt x="1042" y="258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zh-CN" altLang="en-US" b="1" dirty="0">
                  <a:solidFill>
                    <a:schemeClr val="accent1"/>
                  </a:solidFill>
                </a:rPr>
                <a:t>关键词</a:t>
              </a:r>
              <a:endParaRPr lang="en-US" b="1" dirty="0">
                <a:solidFill>
                  <a:schemeClr val="accent1"/>
                </a:solidFill>
              </a:endParaRPr>
            </a:p>
          </p:txBody>
        </p:sp>
        <p:sp>
          <p:nvSpPr>
            <p:cNvPr id="196" name="Freeform 148">
              <a:extLst>
                <a:ext uri="{FF2B5EF4-FFF2-40B4-BE49-F238E27FC236}">
                  <a16:creationId xmlns:a16="http://schemas.microsoft.com/office/drawing/2014/main" id="{E3D8CC89-94B6-45E3-89F6-9C691D977BCD}"/>
                </a:ext>
              </a:extLst>
            </p:cNvPr>
            <p:cNvSpPr/>
            <p:nvPr/>
          </p:nvSpPr>
          <p:spPr bwMode="auto">
            <a:xfrm>
              <a:off x="3146425" y="525463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7 h 434"/>
                <a:gd name="T10" fmla="*/ 1104 w 1104"/>
                <a:gd name="T11" fmla="*/ 312 h 434"/>
                <a:gd name="T12" fmla="*/ 1042 w 1104"/>
                <a:gd name="T13" fmla="*/ 258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7"/>
                  </a:lnTo>
                  <a:lnTo>
                    <a:pt x="1104" y="312"/>
                  </a:lnTo>
                  <a:lnTo>
                    <a:pt x="1042" y="258"/>
                  </a:lnTo>
                  <a:lnTo>
                    <a:pt x="104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97" name="Rectangle 149">
              <a:extLst>
                <a:ext uri="{FF2B5EF4-FFF2-40B4-BE49-F238E27FC236}">
                  <a16:creationId xmlns:a16="http://schemas.microsoft.com/office/drawing/2014/main" id="{3F5FA411-3039-4D47-B6E7-B867392AB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425" y="525463"/>
              <a:ext cx="68263" cy="688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98" name="Rectangle 151">
              <a:extLst>
                <a:ext uri="{FF2B5EF4-FFF2-40B4-BE49-F238E27FC236}">
                  <a16:creationId xmlns:a16="http://schemas.microsoft.com/office/drawing/2014/main" id="{B785429F-7345-40C6-A1A7-E390AF056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688" y="525463"/>
              <a:ext cx="1585913" cy="271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</p:grpSp>
      <p:sp>
        <p:nvSpPr>
          <p:cNvPr id="149" name="Inhaltsplatzhalter 4">
            <a:extLst>
              <a:ext uri="{FF2B5EF4-FFF2-40B4-BE49-F238E27FC236}">
                <a16:creationId xmlns:a16="http://schemas.microsoft.com/office/drawing/2014/main" id="{622942F5-AB73-487F-8836-33BE176CDADF}"/>
              </a:ext>
            </a:extLst>
          </p:cNvPr>
          <p:cNvSpPr txBox="1"/>
          <p:nvPr/>
        </p:nvSpPr>
        <p:spPr>
          <a:xfrm>
            <a:off x="6101788" y="1243128"/>
            <a:ext cx="4944308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grpSp>
        <p:nvGrpSpPr>
          <p:cNvPr id="135" name="Group 184">
            <a:extLst>
              <a:ext uri="{FF2B5EF4-FFF2-40B4-BE49-F238E27FC236}">
                <a16:creationId xmlns:a16="http://schemas.microsoft.com/office/drawing/2014/main" id="{46820385-1F9D-461E-B653-478543FDBC08}"/>
              </a:ext>
            </a:extLst>
          </p:cNvPr>
          <p:cNvGrpSpPr/>
          <p:nvPr/>
        </p:nvGrpSpPr>
        <p:grpSpPr>
          <a:xfrm>
            <a:off x="1145904" y="2207149"/>
            <a:ext cx="2028678" cy="717421"/>
            <a:chOff x="3146424" y="1731963"/>
            <a:chExt cx="1752601" cy="6889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1" name="Freeform 155">
              <a:extLst>
                <a:ext uri="{FF2B5EF4-FFF2-40B4-BE49-F238E27FC236}">
                  <a16:creationId xmlns:a16="http://schemas.microsoft.com/office/drawing/2014/main" id="{F68A4B47-6A0F-4056-972F-8B5561F84A5B}"/>
                </a:ext>
              </a:extLst>
            </p:cNvPr>
            <p:cNvSpPr/>
            <p:nvPr/>
          </p:nvSpPr>
          <p:spPr bwMode="auto">
            <a:xfrm>
              <a:off x="3146424" y="1731964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4 h 434"/>
                <a:gd name="T10" fmla="*/ 1104 w 1104"/>
                <a:gd name="T11" fmla="*/ 310 h 434"/>
                <a:gd name="T12" fmla="*/ 1042 w 1104"/>
                <a:gd name="T13" fmla="*/ 256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4"/>
                  </a:lnTo>
                  <a:lnTo>
                    <a:pt x="1104" y="310"/>
                  </a:lnTo>
                  <a:lnTo>
                    <a:pt x="1042" y="25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zh-CN" altLang="en-US" b="1" dirty="0">
                  <a:solidFill>
                    <a:schemeClr val="accent2"/>
                  </a:solidFill>
                </a:rPr>
                <a:t>关键词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92" name="Freeform 156">
              <a:extLst>
                <a:ext uri="{FF2B5EF4-FFF2-40B4-BE49-F238E27FC236}">
                  <a16:creationId xmlns:a16="http://schemas.microsoft.com/office/drawing/2014/main" id="{2A458AF8-D91D-4ADB-82A7-68223F5051F0}"/>
                </a:ext>
              </a:extLst>
            </p:cNvPr>
            <p:cNvSpPr/>
            <p:nvPr/>
          </p:nvSpPr>
          <p:spPr bwMode="auto">
            <a:xfrm>
              <a:off x="3146425" y="1731963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4 h 434"/>
                <a:gd name="T10" fmla="*/ 1104 w 1104"/>
                <a:gd name="T11" fmla="*/ 310 h 434"/>
                <a:gd name="T12" fmla="*/ 1042 w 1104"/>
                <a:gd name="T13" fmla="*/ 256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4"/>
                  </a:lnTo>
                  <a:lnTo>
                    <a:pt x="1104" y="310"/>
                  </a:lnTo>
                  <a:lnTo>
                    <a:pt x="1042" y="256"/>
                  </a:lnTo>
                  <a:lnTo>
                    <a:pt x="104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93" name="Rectangle 157">
              <a:extLst>
                <a:ext uri="{FF2B5EF4-FFF2-40B4-BE49-F238E27FC236}">
                  <a16:creationId xmlns:a16="http://schemas.microsoft.com/office/drawing/2014/main" id="{E9503B3D-377B-4226-8D83-A66B769B9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425" y="1731963"/>
              <a:ext cx="68263" cy="6889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94" name="Rectangle 159">
              <a:extLst>
                <a:ext uri="{FF2B5EF4-FFF2-40B4-BE49-F238E27FC236}">
                  <a16:creationId xmlns:a16="http://schemas.microsoft.com/office/drawing/2014/main" id="{3023999F-E5E1-4BC7-A566-4B1F5D592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688" y="1731963"/>
              <a:ext cx="1585913" cy="26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</p:grpSp>
      <p:sp>
        <p:nvSpPr>
          <p:cNvPr id="151" name="Inhaltsplatzhalter 4">
            <a:extLst>
              <a:ext uri="{FF2B5EF4-FFF2-40B4-BE49-F238E27FC236}">
                <a16:creationId xmlns:a16="http://schemas.microsoft.com/office/drawing/2014/main" id="{8DCCDF6B-79FC-43F4-BFE5-220BD1FFFED3}"/>
              </a:ext>
            </a:extLst>
          </p:cNvPr>
          <p:cNvSpPr txBox="1"/>
          <p:nvPr/>
        </p:nvSpPr>
        <p:spPr>
          <a:xfrm>
            <a:off x="6101788" y="2238470"/>
            <a:ext cx="4944308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grpSp>
        <p:nvGrpSpPr>
          <p:cNvPr id="136" name="Group 185">
            <a:extLst>
              <a:ext uri="{FF2B5EF4-FFF2-40B4-BE49-F238E27FC236}">
                <a16:creationId xmlns:a16="http://schemas.microsoft.com/office/drawing/2014/main" id="{8F122FB2-13CF-40BF-8522-D5EA13BCB3FA}"/>
              </a:ext>
            </a:extLst>
          </p:cNvPr>
          <p:cNvGrpSpPr/>
          <p:nvPr/>
        </p:nvGrpSpPr>
        <p:grpSpPr>
          <a:xfrm>
            <a:off x="1145904" y="3202491"/>
            <a:ext cx="2028676" cy="717420"/>
            <a:chOff x="3146425" y="2936875"/>
            <a:chExt cx="1752600" cy="6889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7" name="Freeform 163">
              <a:extLst>
                <a:ext uri="{FF2B5EF4-FFF2-40B4-BE49-F238E27FC236}">
                  <a16:creationId xmlns:a16="http://schemas.microsoft.com/office/drawing/2014/main" id="{478DA079-6835-4BAD-881B-48936D0D4705}"/>
                </a:ext>
              </a:extLst>
            </p:cNvPr>
            <p:cNvSpPr/>
            <p:nvPr/>
          </p:nvSpPr>
          <p:spPr bwMode="auto">
            <a:xfrm>
              <a:off x="3146425" y="2936875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5 h 434"/>
                <a:gd name="T10" fmla="*/ 1104 w 1104"/>
                <a:gd name="T11" fmla="*/ 310 h 434"/>
                <a:gd name="T12" fmla="*/ 1042 w 1104"/>
                <a:gd name="T13" fmla="*/ 256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5"/>
                  </a:lnTo>
                  <a:lnTo>
                    <a:pt x="1104" y="310"/>
                  </a:lnTo>
                  <a:lnTo>
                    <a:pt x="1042" y="25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</a:rPr>
                <a:t>关键词</a:t>
              </a:r>
              <a:endParaRPr lang="en-US" b="1" dirty="0">
                <a:solidFill>
                  <a:schemeClr val="accent3"/>
                </a:solidFill>
              </a:endParaRPr>
            </a:p>
          </p:txBody>
        </p:sp>
        <p:sp>
          <p:nvSpPr>
            <p:cNvPr id="188" name="Freeform 164">
              <a:extLst>
                <a:ext uri="{FF2B5EF4-FFF2-40B4-BE49-F238E27FC236}">
                  <a16:creationId xmlns:a16="http://schemas.microsoft.com/office/drawing/2014/main" id="{64579D0B-4759-40A0-9ADE-72E85DC2B1C8}"/>
                </a:ext>
              </a:extLst>
            </p:cNvPr>
            <p:cNvSpPr/>
            <p:nvPr/>
          </p:nvSpPr>
          <p:spPr bwMode="auto">
            <a:xfrm>
              <a:off x="3146425" y="2936875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5 h 434"/>
                <a:gd name="T10" fmla="*/ 1104 w 1104"/>
                <a:gd name="T11" fmla="*/ 310 h 434"/>
                <a:gd name="T12" fmla="*/ 1042 w 1104"/>
                <a:gd name="T13" fmla="*/ 256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5"/>
                  </a:lnTo>
                  <a:lnTo>
                    <a:pt x="1104" y="310"/>
                  </a:lnTo>
                  <a:lnTo>
                    <a:pt x="1042" y="256"/>
                  </a:lnTo>
                  <a:lnTo>
                    <a:pt x="104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89" name="Rectangle 165">
              <a:extLst>
                <a:ext uri="{FF2B5EF4-FFF2-40B4-BE49-F238E27FC236}">
                  <a16:creationId xmlns:a16="http://schemas.microsoft.com/office/drawing/2014/main" id="{782BAE43-2587-4D10-9633-E547983E6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425" y="2936875"/>
              <a:ext cx="68263" cy="6889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90" name="Rectangle 167">
              <a:extLst>
                <a:ext uri="{FF2B5EF4-FFF2-40B4-BE49-F238E27FC236}">
                  <a16:creationId xmlns:a16="http://schemas.microsoft.com/office/drawing/2014/main" id="{9C472A8F-6AF3-4BEF-8A11-F0D053F20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688" y="2936875"/>
              <a:ext cx="1585913" cy="26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</p:grpSp>
      <p:sp>
        <p:nvSpPr>
          <p:cNvPr id="153" name="Inhaltsplatzhalter 4">
            <a:extLst>
              <a:ext uri="{FF2B5EF4-FFF2-40B4-BE49-F238E27FC236}">
                <a16:creationId xmlns:a16="http://schemas.microsoft.com/office/drawing/2014/main" id="{AE4AAF1C-A54F-4965-9F56-524114FEC563}"/>
              </a:ext>
            </a:extLst>
          </p:cNvPr>
          <p:cNvSpPr txBox="1"/>
          <p:nvPr/>
        </p:nvSpPr>
        <p:spPr>
          <a:xfrm>
            <a:off x="6101788" y="3233812"/>
            <a:ext cx="4944308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3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grpSp>
        <p:nvGrpSpPr>
          <p:cNvPr id="137" name="Group 186">
            <a:extLst>
              <a:ext uri="{FF2B5EF4-FFF2-40B4-BE49-F238E27FC236}">
                <a16:creationId xmlns:a16="http://schemas.microsoft.com/office/drawing/2014/main" id="{7D65B309-ED6F-4B14-9C2A-0FC3DB179F09}"/>
              </a:ext>
            </a:extLst>
          </p:cNvPr>
          <p:cNvGrpSpPr/>
          <p:nvPr/>
        </p:nvGrpSpPr>
        <p:grpSpPr>
          <a:xfrm>
            <a:off x="1145904" y="4196181"/>
            <a:ext cx="2028676" cy="720724"/>
            <a:chOff x="3146425" y="4138613"/>
            <a:chExt cx="1752600" cy="6921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3" name="Freeform 171">
              <a:extLst>
                <a:ext uri="{FF2B5EF4-FFF2-40B4-BE49-F238E27FC236}">
                  <a16:creationId xmlns:a16="http://schemas.microsoft.com/office/drawing/2014/main" id="{FFA1CC6F-CD8C-4CD1-9F1C-732D2EE59AF9}"/>
                </a:ext>
              </a:extLst>
            </p:cNvPr>
            <p:cNvSpPr/>
            <p:nvPr/>
          </p:nvSpPr>
          <p:spPr bwMode="auto">
            <a:xfrm>
              <a:off x="3146425" y="4138613"/>
              <a:ext cx="1752600" cy="692150"/>
            </a:xfrm>
            <a:custGeom>
              <a:avLst/>
              <a:gdLst>
                <a:gd name="T0" fmla="*/ 1042 w 1104"/>
                <a:gd name="T1" fmla="*/ 0 h 436"/>
                <a:gd name="T2" fmla="*/ 0 w 1104"/>
                <a:gd name="T3" fmla="*/ 0 h 436"/>
                <a:gd name="T4" fmla="*/ 0 w 1104"/>
                <a:gd name="T5" fmla="*/ 436 h 436"/>
                <a:gd name="T6" fmla="*/ 1042 w 1104"/>
                <a:gd name="T7" fmla="*/ 436 h 436"/>
                <a:gd name="T8" fmla="*/ 1042 w 1104"/>
                <a:gd name="T9" fmla="*/ 367 h 436"/>
                <a:gd name="T10" fmla="*/ 1104 w 1104"/>
                <a:gd name="T11" fmla="*/ 312 h 436"/>
                <a:gd name="T12" fmla="*/ 1042 w 1104"/>
                <a:gd name="T13" fmla="*/ 258 h 436"/>
                <a:gd name="T14" fmla="*/ 1042 w 1104"/>
                <a:gd name="T15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6">
                  <a:moveTo>
                    <a:pt x="1042" y="0"/>
                  </a:moveTo>
                  <a:lnTo>
                    <a:pt x="0" y="0"/>
                  </a:lnTo>
                  <a:lnTo>
                    <a:pt x="0" y="436"/>
                  </a:lnTo>
                  <a:lnTo>
                    <a:pt x="1042" y="436"/>
                  </a:lnTo>
                  <a:lnTo>
                    <a:pt x="1042" y="367"/>
                  </a:lnTo>
                  <a:lnTo>
                    <a:pt x="1104" y="312"/>
                  </a:lnTo>
                  <a:lnTo>
                    <a:pt x="1042" y="258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zh-CN" altLang="en-US" b="1" dirty="0">
                  <a:solidFill>
                    <a:schemeClr val="accent4"/>
                  </a:solidFill>
                </a:rPr>
                <a:t>关键词</a:t>
              </a:r>
              <a:endParaRPr lang="en-US" b="1" dirty="0">
                <a:solidFill>
                  <a:schemeClr val="accent4"/>
                </a:solidFill>
              </a:endParaRPr>
            </a:p>
          </p:txBody>
        </p:sp>
        <p:sp>
          <p:nvSpPr>
            <p:cNvPr id="184" name="Freeform 172">
              <a:extLst>
                <a:ext uri="{FF2B5EF4-FFF2-40B4-BE49-F238E27FC236}">
                  <a16:creationId xmlns:a16="http://schemas.microsoft.com/office/drawing/2014/main" id="{8795E295-17A2-4B30-ADA5-473D2BD0682A}"/>
                </a:ext>
              </a:extLst>
            </p:cNvPr>
            <p:cNvSpPr/>
            <p:nvPr/>
          </p:nvSpPr>
          <p:spPr bwMode="auto">
            <a:xfrm>
              <a:off x="3146425" y="4138613"/>
              <a:ext cx="1752600" cy="692150"/>
            </a:xfrm>
            <a:custGeom>
              <a:avLst/>
              <a:gdLst>
                <a:gd name="T0" fmla="*/ 1042 w 1104"/>
                <a:gd name="T1" fmla="*/ 0 h 436"/>
                <a:gd name="T2" fmla="*/ 0 w 1104"/>
                <a:gd name="T3" fmla="*/ 0 h 436"/>
                <a:gd name="T4" fmla="*/ 0 w 1104"/>
                <a:gd name="T5" fmla="*/ 436 h 436"/>
                <a:gd name="T6" fmla="*/ 1042 w 1104"/>
                <a:gd name="T7" fmla="*/ 436 h 436"/>
                <a:gd name="T8" fmla="*/ 1042 w 1104"/>
                <a:gd name="T9" fmla="*/ 367 h 436"/>
                <a:gd name="T10" fmla="*/ 1104 w 1104"/>
                <a:gd name="T11" fmla="*/ 312 h 436"/>
                <a:gd name="T12" fmla="*/ 1042 w 1104"/>
                <a:gd name="T13" fmla="*/ 258 h 436"/>
                <a:gd name="T14" fmla="*/ 1042 w 1104"/>
                <a:gd name="T15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6">
                  <a:moveTo>
                    <a:pt x="1042" y="0"/>
                  </a:moveTo>
                  <a:lnTo>
                    <a:pt x="0" y="0"/>
                  </a:lnTo>
                  <a:lnTo>
                    <a:pt x="0" y="436"/>
                  </a:lnTo>
                  <a:lnTo>
                    <a:pt x="1042" y="436"/>
                  </a:lnTo>
                  <a:lnTo>
                    <a:pt x="1042" y="367"/>
                  </a:lnTo>
                  <a:lnTo>
                    <a:pt x="1104" y="312"/>
                  </a:lnTo>
                  <a:lnTo>
                    <a:pt x="1042" y="258"/>
                  </a:lnTo>
                  <a:lnTo>
                    <a:pt x="104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85" name="Rectangle 173">
              <a:extLst>
                <a:ext uri="{FF2B5EF4-FFF2-40B4-BE49-F238E27FC236}">
                  <a16:creationId xmlns:a16="http://schemas.microsoft.com/office/drawing/2014/main" id="{A43A4AB9-749A-4532-BD8D-E3D32D12D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425" y="4138613"/>
              <a:ext cx="68263" cy="6921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86" name="Rectangle 175">
              <a:extLst>
                <a:ext uri="{FF2B5EF4-FFF2-40B4-BE49-F238E27FC236}">
                  <a16:creationId xmlns:a16="http://schemas.microsoft.com/office/drawing/2014/main" id="{0936B84D-E3BB-4CE9-8E6C-938EEF1FB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688" y="4138613"/>
              <a:ext cx="1585913" cy="271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</p:grpSp>
      <p:sp>
        <p:nvSpPr>
          <p:cNvPr id="155" name="Inhaltsplatzhalter 4">
            <a:extLst>
              <a:ext uri="{FF2B5EF4-FFF2-40B4-BE49-F238E27FC236}">
                <a16:creationId xmlns:a16="http://schemas.microsoft.com/office/drawing/2014/main" id="{00329490-1BD1-4B3B-BCC9-B0B9B0D3A341}"/>
              </a:ext>
            </a:extLst>
          </p:cNvPr>
          <p:cNvSpPr txBox="1"/>
          <p:nvPr/>
        </p:nvSpPr>
        <p:spPr>
          <a:xfrm>
            <a:off x="6101788" y="4229154"/>
            <a:ext cx="4944308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4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grpSp>
        <p:nvGrpSpPr>
          <p:cNvPr id="138" name="Group 187">
            <a:extLst>
              <a:ext uri="{FF2B5EF4-FFF2-40B4-BE49-F238E27FC236}">
                <a16:creationId xmlns:a16="http://schemas.microsoft.com/office/drawing/2014/main" id="{159E7B66-A58D-4335-927F-D1EC191DE7DB}"/>
              </a:ext>
            </a:extLst>
          </p:cNvPr>
          <p:cNvGrpSpPr/>
          <p:nvPr/>
        </p:nvGrpSpPr>
        <p:grpSpPr>
          <a:xfrm>
            <a:off x="1145904" y="5193174"/>
            <a:ext cx="2028676" cy="717420"/>
            <a:chOff x="3146425" y="5345113"/>
            <a:chExt cx="1752600" cy="6889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9" name="Freeform 179">
              <a:extLst>
                <a:ext uri="{FF2B5EF4-FFF2-40B4-BE49-F238E27FC236}">
                  <a16:creationId xmlns:a16="http://schemas.microsoft.com/office/drawing/2014/main" id="{09605EE5-B762-457A-9387-74B9AC7EC4B6}"/>
                </a:ext>
              </a:extLst>
            </p:cNvPr>
            <p:cNvSpPr/>
            <p:nvPr/>
          </p:nvSpPr>
          <p:spPr bwMode="auto">
            <a:xfrm>
              <a:off x="3146425" y="5345113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5 h 434"/>
                <a:gd name="T10" fmla="*/ 1104 w 1104"/>
                <a:gd name="T11" fmla="*/ 310 h 434"/>
                <a:gd name="T12" fmla="*/ 1042 w 1104"/>
                <a:gd name="T13" fmla="*/ 256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5"/>
                  </a:lnTo>
                  <a:lnTo>
                    <a:pt x="1104" y="310"/>
                  </a:lnTo>
                  <a:lnTo>
                    <a:pt x="1042" y="25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zh-CN" altLang="en-US" b="1" dirty="0">
                  <a:solidFill>
                    <a:schemeClr val="accent5"/>
                  </a:solidFill>
                </a:rPr>
                <a:t>关键词</a:t>
              </a:r>
              <a:endParaRPr lang="en-US" b="1" dirty="0">
                <a:solidFill>
                  <a:schemeClr val="accent5"/>
                </a:solidFill>
              </a:endParaRPr>
            </a:p>
          </p:txBody>
        </p:sp>
        <p:sp>
          <p:nvSpPr>
            <p:cNvPr id="180" name="Freeform 180">
              <a:extLst>
                <a:ext uri="{FF2B5EF4-FFF2-40B4-BE49-F238E27FC236}">
                  <a16:creationId xmlns:a16="http://schemas.microsoft.com/office/drawing/2014/main" id="{B3CA14B9-9B24-41F7-8B21-82B4E86B3032}"/>
                </a:ext>
              </a:extLst>
            </p:cNvPr>
            <p:cNvSpPr/>
            <p:nvPr/>
          </p:nvSpPr>
          <p:spPr bwMode="auto">
            <a:xfrm>
              <a:off x="3146425" y="5345113"/>
              <a:ext cx="1752600" cy="688975"/>
            </a:xfrm>
            <a:custGeom>
              <a:avLst/>
              <a:gdLst>
                <a:gd name="T0" fmla="*/ 1042 w 1104"/>
                <a:gd name="T1" fmla="*/ 0 h 434"/>
                <a:gd name="T2" fmla="*/ 0 w 1104"/>
                <a:gd name="T3" fmla="*/ 0 h 434"/>
                <a:gd name="T4" fmla="*/ 0 w 1104"/>
                <a:gd name="T5" fmla="*/ 434 h 434"/>
                <a:gd name="T6" fmla="*/ 1042 w 1104"/>
                <a:gd name="T7" fmla="*/ 434 h 434"/>
                <a:gd name="T8" fmla="*/ 1042 w 1104"/>
                <a:gd name="T9" fmla="*/ 365 h 434"/>
                <a:gd name="T10" fmla="*/ 1104 w 1104"/>
                <a:gd name="T11" fmla="*/ 310 h 434"/>
                <a:gd name="T12" fmla="*/ 1042 w 1104"/>
                <a:gd name="T13" fmla="*/ 256 h 434"/>
                <a:gd name="T14" fmla="*/ 1042 w 1104"/>
                <a:gd name="T15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4" h="434">
                  <a:moveTo>
                    <a:pt x="1042" y="0"/>
                  </a:moveTo>
                  <a:lnTo>
                    <a:pt x="0" y="0"/>
                  </a:lnTo>
                  <a:lnTo>
                    <a:pt x="0" y="434"/>
                  </a:lnTo>
                  <a:lnTo>
                    <a:pt x="1042" y="434"/>
                  </a:lnTo>
                  <a:lnTo>
                    <a:pt x="1042" y="365"/>
                  </a:lnTo>
                  <a:lnTo>
                    <a:pt x="1104" y="310"/>
                  </a:lnTo>
                  <a:lnTo>
                    <a:pt x="1042" y="256"/>
                  </a:lnTo>
                  <a:lnTo>
                    <a:pt x="104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81" name="Rectangle 181">
              <a:extLst>
                <a:ext uri="{FF2B5EF4-FFF2-40B4-BE49-F238E27FC236}">
                  <a16:creationId xmlns:a16="http://schemas.microsoft.com/office/drawing/2014/main" id="{AC2C54B3-5216-485E-AEE0-880B92778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425" y="5345113"/>
              <a:ext cx="68263" cy="6889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  <p:sp>
          <p:nvSpPr>
            <p:cNvPr id="182" name="Rectangle 183">
              <a:extLst>
                <a:ext uri="{FF2B5EF4-FFF2-40B4-BE49-F238E27FC236}">
                  <a16:creationId xmlns:a16="http://schemas.microsoft.com/office/drawing/2014/main" id="{9EB0A1F1-986E-4433-8FE5-E4B05E1E7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688" y="5345113"/>
              <a:ext cx="1585913" cy="26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b="1"/>
            </a:p>
          </p:txBody>
        </p:sp>
      </p:grpSp>
      <p:sp>
        <p:nvSpPr>
          <p:cNvPr id="157" name="Inhaltsplatzhalter 4">
            <a:extLst>
              <a:ext uri="{FF2B5EF4-FFF2-40B4-BE49-F238E27FC236}">
                <a16:creationId xmlns:a16="http://schemas.microsoft.com/office/drawing/2014/main" id="{49655A9B-702E-48A3-A76D-6720C794C883}"/>
              </a:ext>
            </a:extLst>
          </p:cNvPr>
          <p:cNvSpPr txBox="1"/>
          <p:nvPr/>
        </p:nvSpPr>
        <p:spPr>
          <a:xfrm>
            <a:off x="6101788" y="5224495"/>
            <a:ext cx="4944308" cy="81682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chemeClr val="accent5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41" name="Freeform 96">
            <a:extLst>
              <a:ext uri="{FF2B5EF4-FFF2-40B4-BE49-F238E27FC236}">
                <a16:creationId xmlns:a16="http://schemas.microsoft.com/office/drawing/2014/main" id="{95E34010-8B04-4F8F-AB26-CEE459F323A5}"/>
              </a:ext>
            </a:extLst>
          </p:cNvPr>
          <p:cNvSpPr/>
          <p:nvPr/>
        </p:nvSpPr>
        <p:spPr bwMode="auto">
          <a:xfrm>
            <a:off x="4731351" y="2133951"/>
            <a:ext cx="1043668" cy="306883"/>
          </a:xfrm>
          <a:custGeom>
            <a:avLst/>
            <a:gdLst>
              <a:gd name="T0" fmla="*/ 789 w 789"/>
              <a:gd name="T1" fmla="*/ 115 h 232"/>
              <a:gd name="T2" fmla="*/ 394 w 789"/>
              <a:gd name="T3" fmla="*/ 0 h 232"/>
              <a:gd name="T4" fmla="*/ 0 w 789"/>
              <a:gd name="T5" fmla="*/ 115 h 232"/>
              <a:gd name="T6" fmla="*/ 394 w 789"/>
              <a:gd name="T7" fmla="*/ 232 h 232"/>
              <a:gd name="T8" fmla="*/ 789 w 789"/>
              <a:gd name="T9" fmla="*/ 115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9" h="232">
                <a:moveTo>
                  <a:pt x="789" y="115"/>
                </a:moveTo>
                <a:lnTo>
                  <a:pt x="394" y="0"/>
                </a:lnTo>
                <a:lnTo>
                  <a:pt x="0" y="115"/>
                </a:lnTo>
                <a:lnTo>
                  <a:pt x="394" y="232"/>
                </a:lnTo>
                <a:lnTo>
                  <a:pt x="789" y="115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2" name="Freeform 97">
            <a:extLst>
              <a:ext uri="{FF2B5EF4-FFF2-40B4-BE49-F238E27FC236}">
                <a16:creationId xmlns:a16="http://schemas.microsoft.com/office/drawing/2014/main" id="{CF3DEBDF-2005-45B0-82E6-ED93A7941C41}"/>
              </a:ext>
            </a:extLst>
          </p:cNvPr>
          <p:cNvSpPr/>
          <p:nvPr/>
        </p:nvSpPr>
        <p:spPr bwMode="auto">
          <a:xfrm>
            <a:off x="4731351" y="2133951"/>
            <a:ext cx="1043668" cy="306883"/>
          </a:xfrm>
          <a:custGeom>
            <a:avLst/>
            <a:gdLst>
              <a:gd name="T0" fmla="*/ 789 w 789"/>
              <a:gd name="T1" fmla="*/ 115 h 232"/>
              <a:gd name="T2" fmla="*/ 394 w 789"/>
              <a:gd name="T3" fmla="*/ 0 h 232"/>
              <a:gd name="T4" fmla="*/ 0 w 789"/>
              <a:gd name="T5" fmla="*/ 115 h 232"/>
              <a:gd name="T6" fmla="*/ 394 w 789"/>
              <a:gd name="T7" fmla="*/ 232 h 232"/>
              <a:gd name="T8" fmla="*/ 789 w 789"/>
              <a:gd name="T9" fmla="*/ 115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9" h="232">
                <a:moveTo>
                  <a:pt x="789" y="115"/>
                </a:moveTo>
                <a:lnTo>
                  <a:pt x="394" y="0"/>
                </a:lnTo>
                <a:lnTo>
                  <a:pt x="0" y="115"/>
                </a:lnTo>
                <a:lnTo>
                  <a:pt x="394" y="232"/>
                </a:lnTo>
                <a:lnTo>
                  <a:pt x="789" y="115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3" name="Freeform 98">
            <a:extLst>
              <a:ext uri="{FF2B5EF4-FFF2-40B4-BE49-F238E27FC236}">
                <a16:creationId xmlns:a16="http://schemas.microsoft.com/office/drawing/2014/main" id="{321AA517-9757-4069-8CA8-5BB0C2514D1A}"/>
              </a:ext>
            </a:extLst>
          </p:cNvPr>
          <p:cNvSpPr/>
          <p:nvPr/>
        </p:nvSpPr>
        <p:spPr bwMode="auto">
          <a:xfrm>
            <a:off x="4731351" y="3137935"/>
            <a:ext cx="1043668" cy="305560"/>
          </a:xfrm>
          <a:custGeom>
            <a:avLst/>
            <a:gdLst>
              <a:gd name="T0" fmla="*/ 789 w 789"/>
              <a:gd name="T1" fmla="*/ 115 h 231"/>
              <a:gd name="T2" fmla="*/ 394 w 789"/>
              <a:gd name="T3" fmla="*/ 0 h 231"/>
              <a:gd name="T4" fmla="*/ 0 w 789"/>
              <a:gd name="T5" fmla="*/ 115 h 231"/>
              <a:gd name="T6" fmla="*/ 394 w 789"/>
              <a:gd name="T7" fmla="*/ 231 h 231"/>
              <a:gd name="T8" fmla="*/ 789 w 789"/>
              <a:gd name="T9" fmla="*/ 115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9" h="231">
                <a:moveTo>
                  <a:pt x="789" y="115"/>
                </a:moveTo>
                <a:lnTo>
                  <a:pt x="394" y="0"/>
                </a:lnTo>
                <a:lnTo>
                  <a:pt x="0" y="115"/>
                </a:lnTo>
                <a:lnTo>
                  <a:pt x="394" y="231"/>
                </a:lnTo>
                <a:lnTo>
                  <a:pt x="789" y="115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4" name="Freeform 99">
            <a:extLst>
              <a:ext uri="{FF2B5EF4-FFF2-40B4-BE49-F238E27FC236}">
                <a16:creationId xmlns:a16="http://schemas.microsoft.com/office/drawing/2014/main" id="{A354CAC6-5CA2-4B8F-B685-1D01A0CD8F96}"/>
              </a:ext>
            </a:extLst>
          </p:cNvPr>
          <p:cNvSpPr/>
          <p:nvPr/>
        </p:nvSpPr>
        <p:spPr bwMode="auto">
          <a:xfrm>
            <a:off x="4731351" y="3137935"/>
            <a:ext cx="1043668" cy="305560"/>
          </a:xfrm>
          <a:custGeom>
            <a:avLst/>
            <a:gdLst>
              <a:gd name="T0" fmla="*/ 789 w 789"/>
              <a:gd name="T1" fmla="*/ 115 h 231"/>
              <a:gd name="T2" fmla="*/ 394 w 789"/>
              <a:gd name="T3" fmla="*/ 0 h 231"/>
              <a:gd name="T4" fmla="*/ 0 w 789"/>
              <a:gd name="T5" fmla="*/ 115 h 231"/>
              <a:gd name="T6" fmla="*/ 394 w 789"/>
              <a:gd name="T7" fmla="*/ 231 h 231"/>
              <a:gd name="T8" fmla="*/ 789 w 789"/>
              <a:gd name="T9" fmla="*/ 115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9" h="231">
                <a:moveTo>
                  <a:pt x="789" y="115"/>
                </a:moveTo>
                <a:lnTo>
                  <a:pt x="394" y="0"/>
                </a:lnTo>
                <a:lnTo>
                  <a:pt x="0" y="115"/>
                </a:lnTo>
                <a:lnTo>
                  <a:pt x="394" y="231"/>
                </a:lnTo>
                <a:lnTo>
                  <a:pt x="789" y="115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5" name="Freeform 100">
            <a:extLst>
              <a:ext uri="{FF2B5EF4-FFF2-40B4-BE49-F238E27FC236}">
                <a16:creationId xmlns:a16="http://schemas.microsoft.com/office/drawing/2014/main" id="{16138FA8-DFF6-4B6A-A952-73E95E3A7F42}"/>
              </a:ext>
            </a:extLst>
          </p:cNvPr>
          <p:cNvSpPr/>
          <p:nvPr/>
        </p:nvSpPr>
        <p:spPr bwMode="auto">
          <a:xfrm>
            <a:off x="4731351" y="4140597"/>
            <a:ext cx="1043668" cy="306883"/>
          </a:xfrm>
          <a:custGeom>
            <a:avLst/>
            <a:gdLst>
              <a:gd name="T0" fmla="*/ 789 w 789"/>
              <a:gd name="T1" fmla="*/ 115 h 232"/>
              <a:gd name="T2" fmla="*/ 394 w 789"/>
              <a:gd name="T3" fmla="*/ 0 h 232"/>
              <a:gd name="T4" fmla="*/ 0 w 789"/>
              <a:gd name="T5" fmla="*/ 115 h 232"/>
              <a:gd name="T6" fmla="*/ 394 w 789"/>
              <a:gd name="T7" fmla="*/ 232 h 232"/>
              <a:gd name="T8" fmla="*/ 789 w 789"/>
              <a:gd name="T9" fmla="*/ 115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9" h="232">
                <a:moveTo>
                  <a:pt x="789" y="115"/>
                </a:moveTo>
                <a:lnTo>
                  <a:pt x="394" y="0"/>
                </a:lnTo>
                <a:lnTo>
                  <a:pt x="0" y="115"/>
                </a:lnTo>
                <a:lnTo>
                  <a:pt x="394" y="232"/>
                </a:lnTo>
                <a:lnTo>
                  <a:pt x="789" y="115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6" name="Freeform 101">
            <a:extLst>
              <a:ext uri="{FF2B5EF4-FFF2-40B4-BE49-F238E27FC236}">
                <a16:creationId xmlns:a16="http://schemas.microsoft.com/office/drawing/2014/main" id="{968A74FD-EF43-46DA-AB0D-2652CAC8C12F}"/>
              </a:ext>
            </a:extLst>
          </p:cNvPr>
          <p:cNvSpPr/>
          <p:nvPr/>
        </p:nvSpPr>
        <p:spPr bwMode="auto">
          <a:xfrm>
            <a:off x="4731351" y="4140597"/>
            <a:ext cx="1043668" cy="306883"/>
          </a:xfrm>
          <a:custGeom>
            <a:avLst/>
            <a:gdLst>
              <a:gd name="T0" fmla="*/ 789 w 789"/>
              <a:gd name="T1" fmla="*/ 115 h 232"/>
              <a:gd name="T2" fmla="*/ 394 w 789"/>
              <a:gd name="T3" fmla="*/ 0 h 232"/>
              <a:gd name="T4" fmla="*/ 0 w 789"/>
              <a:gd name="T5" fmla="*/ 115 h 232"/>
              <a:gd name="T6" fmla="*/ 394 w 789"/>
              <a:gd name="T7" fmla="*/ 232 h 232"/>
              <a:gd name="T8" fmla="*/ 789 w 789"/>
              <a:gd name="T9" fmla="*/ 115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9" h="232">
                <a:moveTo>
                  <a:pt x="789" y="115"/>
                </a:moveTo>
                <a:lnTo>
                  <a:pt x="394" y="0"/>
                </a:lnTo>
                <a:lnTo>
                  <a:pt x="0" y="115"/>
                </a:lnTo>
                <a:lnTo>
                  <a:pt x="394" y="232"/>
                </a:lnTo>
                <a:lnTo>
                  <a:pt x="789" y="115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7" name="Freeform 102">
            <a:extLst>
              <a:ext uri="{FF2B5EF4-FFF2-40B4-BE49-F238E27FC236}">
                <a16:creationId xmlns:a16="http://schemas.microsoft.com/office/drawing/2014/main" id="{2FC84A3A-00A6-4F8D-BF8E-E00D131DAC97}"/>
              </a:ext>
            </a:extLst>
          </p:cNvPr>
          <p:cNvSpPr/>
          <p:nvPr/>
        </p:nvSpPr>
        <p:spPr bwMode="auto">
          <a:xfrm>
            <a:off x="4731351" y="5144582"/>
            <a:ext cx="1043668" cy="306883"/>
          </a:xfrm>
          <a:custGeom>
            <a:avLst/>
            <a:gdLst>
              <a:gd name="T0" fmla="*/ 789 w 789"/>
              <a:gd name="T1" fmla="*/ 115 h 232"/>
              <a:gd name="T2" fmla="*/ 394 w 789"/>
              <a:gd name="T3" fmla="*/ 0 h 232"/>
              <a:gd name="T4" fmla="*/ 0 w 789"/>
              <a:gd name="T5" fmla="*/ 115 h 232"/>
              <a:gd name="T6" fmla="*/ 394 w 789"/>
              <a:gd name="T7" fmla="*/ 232 h 232"/>
              <a:gd name="T8" fmla="*/ 789 w 789"/>
              <a:gd name="T9" fmla="*/ 115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9" h="232">
                <a:moveTo>
                  <a:pt x="789" y="115"/>
                </a:moveTo>
                <a:lnTo>
                  <a:pt x="394" y="0"/>
                </a:lnTo>
                <a:lnTo>
                  <a:pt x="0" y="115"/>
                </a:lnTo>
                <a:lnTo>
                  <a:pt x="394" y="232"/>
                </a:lnTo>
                <a:lnTo>
                  <a:pt x="789" y="115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8" name="Freeform 103">
            <a:extLst>
              <a:ext uri="{FF2B5EF4-FFF2-40B4-BE49-F238E27FC236}">
                <a16:creationId xmlns:a16="http://schemas.microsoft.com/office/drawing/2014/main" id="{5868672F-1551-4D74-85F3-8B3768AF08C2}"/>
              </a:ext>
            </a:extLst>
          </p:cNvPr>
          <p:cNvSpPr/>
          <p:nvPr/>
        </p:nvSpPr>
        <p:spPr bwMode="auto">
          <a:xfrm>
            <a:off x="4731351" y="5144582"/>
            <a:ext cx="1043668" cy="306883"/>
          </a:xfrm>
          <a:custGeom>
            <a:avLst/>
            <a:gdLst>
              <a:gd name="T0" fmla="*/ 789 w 789"/>
              <a:gd name="T1" fmla="*/ 115 h 232"/>
              <a:gd name="T2" fmla="*/ 394 w 789"/>
              <a:gd name="T3" fmla="*/ 0 h 232"/>
              <a:gd name="T4" fmla="*/ 0 w 789"/>
              <a:gd name="T5" fmla="*/ 115 h 232"/>
              <a:gd name="T6" fmla="*/ 394 w 789"/>
              <a:gd name="T7" fmla="*/ 232 h 232"/>
              <a:gd name="T8" fmla="*/ 789 w 789"/>
              <a:gd name="T9" fmla="*/ 115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9" h="232">
                <a:moveTo>
                  <a:pt x="789" y="115"/>
                </a:moveTo>
                <a:lnTo>
                  <a:pt x="394" y="0"/>
                </a:lnTo>
                <a:lnTo>
                  <a:pt x="0" y="115"/>
                </a:lnTo>
                <a:lnTo>
                  <a:pt x="394" y="232"/>
                </a:lnTo>
                <a:lnTo>
                  <a:pt x="789" y="115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9" name="Freeform 104">
            <a:extLst>
              <a:ext uri="{FF2B5EF4-FFF2-40B4-BE49-F238E27FC236}">
                <a16:creationId xmlns:a16="http://schemas.microsoft.com/office/drawing/2014/main" id="{27B3DA72-EE99-42FC-86EF-E9B7C8149C90}"/>
              </a:ext>
            </a:extLst>
          </p:cNvPr>
          <p:cNvSpPr/>
          <p:nvPr/>
        </p:nvSpPr>
        <p:spPr bwMode="auto">
          <a:xfrm>
            <a:off x="4731351" y="1129966"/>
            <a:ext cx="1043668" cy="306883"/>
          </a:xfrm>
          <a:custGeom>
            <a:avLst/>
            <a:gdLst>
              <a:gd name="T0" fmla="*/ 789 w 789"/>
              <a:gd name="T1" fmla="*/ 114 h 232"/>
              <a:gd name="T2" fmla="*/ 394 w 789"/>
              <a:gd name="T3" fmla="*/ 0 h 232"/>
              <a:gd name="T4" fmla="*/ 0 w 789"/>
              <a:gd name="T5" fmla="*/ 114 h 232"/>
              <a:gd name="T6" fmla="*/ 394 w 789"/>
              <a:gd name="T7" fmla="*/ 232 h 232"/>
              <a:gd name="T8" fmla="*/ 789 w 789"/>
              <a:gd name="T9" fmla="*/ 114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9" h="232">
                <a:moveTo>
                  <a:pt x="789" y="114"/>
                </a:moveTo>
                <a:lnTo>
                  <a:pt x="394" y="0"/>
                </a:lnTo>
                <a:lnTo>
                  <a:pt x="0" y="114"/>
                </a:lnTo>
                <a:lnTo>
                  <a:pt x="394" y="232"/>
                </a:lnTo>
                <a:lnTo>
                  <a:pt x="789" y="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0" name="Freeform 105">
            <a:extLst>
              <a:ext uri="{FF2B5EF4-FFF2-40B4-BE49-F238E27FC236}">
                <a16:creationId xmlns:a16="http://schemas.microsoft.com/office/drawing/2014/main" id="{0CE73628-F5C7-4FCE-830A-0C642C7C5CEA}"/>
              </a:ext>
            </a:extLst>
          </p:cNvPr>
          <p:cNvSpPr/>
          <p:nvPr/>
        </p:nvSpPr>
        <p:spPr bwMode="auto">
          <a:xfrm>
            <a:off x="4731351" y="1129966"/>
            <a:ext cx="1043668" cy="306883"/>
          </a:xfrm>
          <a:custGeom>
            <a:avLst/>
            <a:gdLst>
              <a:gd name="T0" fmla="*/ 789 w 789"/>
              <a:gd name="T1" fmla="*/ 114 h 232"/>
              <a:gd name="T2" fmla="*/ 394 w 789"/>
              <a:gd name="T3" fmla="*/ 0 h 232"/>
              <a:gd name="T4" fmla="*/ 0 w 789"/>
              <a:gd name="T5" fmla="*/ 114 h 232"/>
              <a:gd name="T6" fmla="*/ 394 w 789"/>
              <a:gd name="T7" fmla="*/ 232 h 232"/>
              <a:gd name="T8" fmla="*/ 789 w 789"/>
              <a:gd name="T9" fmla="*/ 114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9" h="232">
                <a:moveTo>
                  <a:pt x="789" y="114"/>
                </a:moveTo>
                <a:lnTo>
                  <a:pt x="394" y="0"/>
                </a:lnTo>
                <a:lnTo>
                  <a:pt x="0" y="114"/>
                </a:lnTo>
                <a:lnTo>
                  <a:pt x="394" y="232"/>
                </a:lnTo>
                <a:lnTo>
                  <a:pt x="789" y="11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1BB1E905-1233-4EA9-AC36-5E0D87B4A0CA}"/>
              </a:ext>
            </a:extLst>
          </p:cNvPr>
          <p:cNvSpPr>
            <a:spLocks noEditPoints="1"/>
          </p:cNvSpPr>
          <p:nvPr/>
        </p:nvSpPr>
        <p:spPr bwMode="auto">
          <a:xfrm>
            <a:off x="4731351" y="2225222"/>
            <a:ext cx="1043668" cy="123017"/>
          </a:xfrm>
          <a:custGeom>
            <a:avLst/>
            <a:gdLst>
              <a:gd name="T0" fmla="*/ 156 w 789"/>
              <a:gd name="T1" fmla="*/ 0 h 93"/>
              <a:gd name="T2" fmla="*/ 0 w 789"/>
              <a:gd name="T3" fmla="*/ 46 h 93"/>
              <a:gd name="T4" fmla="*/ 156 w 789"/>
              <a:gd name="T5" fmla="*/ 93 h 93"/>
              <a:gd name="T6" fmla="*/ 156 w 789"/>
              <a:gd name="T7" fmla="*/ 0 h 93"/>
              <a:gd name="T8" fmla="*/ 633 w 789"/>
              <a:gd name="T9" fmla="*/ 0 h 93"/>
              <a:gd name="T10" fmla="*/ 633 w 789"/>
              <a:gd name="T11" fmla="*/ 93 h 93"/>
              <a:gd name="T12" fmla="*/ 789 w 789"/>
              <a:gd name="T13" fmla="*/ 46 h 93"/>
              <a:gd name="T14" fmla="*/ 633 w 789"/>
              <a:gd name="T15" fmla="*/ 0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89" h="93">
                <a:moveTo>
                  <a:pt x="156" y="0"/>
                </a:moveTo>
                <a:lnTo>
                  <a:pt x="0" y="46"/>
                </a:lnTo>
                <a:lnTo>
                  <a:pt x="156" y="93"/>
                </a:lnTo>
                <a:lnTo>
                  <a:pt x="156" y="0"/>
                </a:lnTo>
                <a:moveTo>
                  <a:pt x="633" y="0"/>
                </a:moveTo>
                <a:lnTo>
                  <a:pt x="633" y="93"/>
                </a:lnTo>
                <a:lnTo>
                  <a:pt x="789" y="46"/>
                </a:lnTo>
                <a:lnTo>
                  <a:pt x="63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2" name="Freeform 109">
            <a:extLst>
              <a:ext uri="{FF2B5EF4-FFF2-40B4-BE49-F238E27FC236}">
                <a16:creationId xmlns:a16="http://schemas.microsoft.com/office/drawing/2014/main" id="{7B96ABBB-36B4-4BEC-8467-C01B371D439B}"/>
              </a:ext>
            </a:extLst>
          </p:cNvPr>
          <p:cNvSpPr>
            <a:spLocks noEditPoints="1"/>
          </p:cNvSpPr>
          <p:nvPr/>
        </p:nvSpPr>
        <p:spPr bwMode="auto">
          <a:xfrm>
            <a:off x="4731351" y="3229207"/>
            <a:ext cx="1043668" cy="120372"/>
          </a:xfrm>
          <a:custGeom>
            <a:avLst/>
            <a:gdLst>
              <a:gd name="T0" fmla="*/ 156 w 789"/>
              <a:gd name="T1" fmla="*/ 0 h 91"/>
              <a:gd name="T2" fmla="*/ 0 w 789"/>
              <a:gd name="T3" fmla="*/ 46 h 91"/>
              <a:gd name="T4" fmla="*/ 156 w 789"/>
              <a:gd name="T5" fmla="*/ 91 h 91"/>
              <a:gd name="T6" fmla="*/ 156 w 789"/>
              <a:gd name="T7" fmla="*/ 0 h 91"/>
              <a:gd name="T8" fmla="*/ 633 w 789"/>
              <a:gd name="T9" fmla="*/ 0 h 91"/>
              <a:gd name="T10" fmla="*/ 633 w 789"/>
              <a:gd name="T11" fmla="*/ 91 h 91"/>
              <a:gd name="T12" fmla="*/ 789 w 789"/>
              <a:gd name="T13" fmla="*/ 46 h 91"/>
              <a:gd name="T14" fmla="*/ 633 w 789"/>
              <a:gd name="T1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89" h="91">
                <a:moveTo>
                  <a:pt x="156" y="0"/>
                </a:moveTo>
                <a:lnTo>
                  <a:pt x="0" y="46"/>
                </a:lnTo>
                <a:lnTo>
                  <a:pt x="156" y="91"/>
                </a:lnTo>
                <a:lnTo>
                  <a:pt x="156" y="0"/>
                </a:lnTo>
                <a:moveTo>
                  <a:pt x="633" y="0"/>
                </a:moveTo>
                <a:lnTo>
                  <a:pt x="633" y="91"/>
                </a:lnTo>
                <a:lnTo>
                  <a:pt x="789" y="46"/>
                </a:lnTo>
                <a:lnTo>
                  <a:pt x="63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B5B9243-C3A7-447D-ACBB-20793A97321B}"/>
              </a:ext>
            </a:extLst>
          </p:cNvPr>
          <p:cNvSpPr>
            <a:spLocks noEditPoints="1"/>
          </p:cNvSpPr>
          <p:nvPr/>
        </p:nvSpPr>
        <p:spPr bwMode="auto">
          <a:xfrm>
            <a:off x="4731351" y="4233191"/>
            <a:ext cx="1043668" cy="121695"/>
          </a:xfrm>
          <a:custGeom>
            <a:avLst/>
            <a:gdLst>
              <a:gd name="T0" fmla="*/ 156 w 789"/>
              <a:gd name="T1" fmla="*/ 0 h 92"/>
              <a:gd name="T2" fmla="*/ 0 w 789"/>
              <a:gd name="T3" fmla="*/ 45 h 92"/>
              <a:gd name="T4" fmla="*/ 156 w 789"/>
              <a:gd name="T5" fmla="*/ 92 h 92"/>
              <a:gd name="T6" fmla="*/ 156 w 789"/>
              <a:gd name="T7" fmla="*/ 0 h 92"/>
              <a:gd name="T8" fmla="*/ 633 w 789"/>
              <a:gd name="T9" fmla="*/ 0 h 92"/>
              <a:gd name="T10" fmla="*/ 633 w 789"/>
              <a:gd name="T11" fmla="*/ 92 h 92"/>
              <a:gd name="T12" fmla="*/ 789 w 789"/>
              <a:gd name="T13" fmla="*/ 45 h 92"/>
              <a:gd name="T14" fmla="*/ 633 w 789"/>
              <a:gd name="T15" fmla="*/ 0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89" h="92">
                <a:moveTo>
                  <a:pt x="156" y="0"/>
                </a:moveTo>
                <a:lnTo>
                  <a:pt x="0" y="45"/>
                </a:lnTo>
                <a:lnTo>
                  <a:pt x="156" y="92"/>
                </a:lnTo>
                <a:lnTo>
                  <a:pt x="156" y="0"/>
                </a:lnTo>
                <a:moveTo>
                  <a:pt x="633" y="0"/>
                </a:moveTo>
                <a:lnTo>
                  <a:pt x="633" y="92"/>
                </a:lnTo>
                <a:lnTo>
                  <a:pt x="789" y="45"/>
                </a:lnTo>
                <a:lnTo>
                  <a:pt x="63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4" name="Freeform 113">
            <a:extLst>
              <a:ext uri="{FF2B5EF4-FFF2-40B4-BE49-F238E27FC236}">
                <a16:creationId xmlns:a16="http://schemas.microsoft.com/office/drawing/2014/main" id="{5C7899D8-8487-4605-B1BE-EFB3E3C19DD1}"/>
              </a:ext>
            </a:extLst>
          </p:cNvPr>
          <p:cNvSpPr/>
          <p:nvPr/>
        </p:nvSpPr>
        <p:spPr bwMode="auto">
          <a:xfrm>
            <a:off x="5568666" y="5235853"/>
            <a:ext cx="206353" cy="123017"/>
          </a:xfrm>
          <a:custGeom>
            <a:avLst/>
            <a:gdLst>
              <a:gd name="T0" fmla="*/ 0 w 156"/>
              <a:gd name="T1" fmla="*/ 0 h 93"/>
              <a:gd name="T2" fmla="*/ 0 w 156"/>
              <a:gd name="T3" fmla="*/ 93 h 93"/>
              <a:gd name="T4" fmla="*/ 156 w 156"/>
              <a:gd name="T5" fmla="*/ 46 h 93"/>
              <a:gd name="T6" fmla="*/ 0 w 156"/>
              <a:gd name="T7" fmla="*/ 0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6" h="93">
                <a:moveTo>
                  <a:pt x="0" y="0"/>
                </a:moveTo>
                <a:lnTo>
                  <a:pt x="0" y="93"/>
                </a:lnTo>
                <a:lnTo>
                  <a:pt x="156" y="46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5" name="Freeform 115">
            <a:extLst>
              <a:ext uri="{FF2B5EF4-FFF2-40B4-BE49-F238E27FC236}">
                <a16:creationId xmlns:a16="http://schemas.microsoft.com/office/drawing/2014/main" id="{15D5CF30-6CB5-4C00-821A-E529F1606D0D}"/>
              </a:ext>
            </a:extLst>
          </p:cNvPr>
          <p:cNvSpPr/>
          <p:nvPr/>
        </p:nvSpPr>
        <p:spPr bwMode="auto">
          <a:xfrm>
            <a:off x="4731351" y="5235853"/>
            <a:ext cx="206353" cy="123017"/>
          </a:xfrm>
          <a:custGeom>
            <a:avLst/>
            <a:gdLst>
              <a:gd name="T0" fmla="*/ 156 w 156"/>
              <a:gd name="T1" fmla="*/ 0 h 93"/>
              <a:gd name="T2" fmla="*/ 0 w 156"/>
              <a:gd name="T3" fmla="*/ 46 h 93"/>
              <a:gd name="T4" fmla="*/ 156 w 156"/>
              <a:gd name="T5" fmla="*/ 93 h 93"/>
              <a:gd name="T6" fmla="*/ 156 w 156"/>
              <a:gd name="T7" fmla="*/ 0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6" h="93">
                <a:moveTo>
                  <a:pt x="156" y="0"/>
                </a:moveTo>
                <a:lnTo>
                  <a:pt x="0" y="46"/>
                </a:lnTo>
                <a:lnTo>
                  <a:pt x="156" y="93"/>
                </a:lnTo>
                <a:lnTo>
                  <a:pt x="1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6" name="Freeform 117">
            <a:extLst>
              <a:ext uri="{FF2B5EF4-FFF2-40B4-BE49-F238E27FC236}">
                <a16:creationId xmlns:a16="http://schemas.microsoft.com/office/drawing/2014/main" id="{9F0C2BE4-5A9E-4E88-83B1-6022A932F30A}"/>
              </a:ext>
            </a:extLst>
          </p:cNvPr>
          <p:cNvSpPr/>
          <p:nvPr/>
        </p:nvSpPr>
        <p:spPr bwMode="auto">
          <a:xfrm>
            <a:off x="5568666" y="1221238"/>
            <a:ext cx="206353" cy="123017"/>
          </a:xfrm>
          <a:custGeom>
            <a:avLst/>
            <a:gdLst>
              <a:gd name="T0" fmla="*/ 0 w 156"/>
              <a:gd name="T1" fmla="*/ 0 h 93"/>
              <a:gd name="T2" fmla="*/ 0 w 156"/>
              <a:gd name="T3" fmla="*/ 93 h 93"/>
              <a:gd name="T4" fmla="*/ 156 w 156"/>
              <a:gd name="T5" fmla="*/ 45 h 93"/>
              <a:gd name="T6" fmla="*/ 0 w 156"/>
              <a:gd name="T7" fmla="*/ 0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6" h="93">
                <a:moveTo>
                  <a:pt x="0" y="0"/>
                </a:moveTo>
                <a:lnTo>
                  <a:pt x="0" y="93"/>
                </a:lnTo>
                <a:lnTo>
                  <a:pt x="156" y="45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7" name="Freeform 119">
            <a:extLst>
              <a:ext uri="{FF2B5EF4-FFF2-40B4-BE49-F238E27FC236}">
                <a16:creationId xmlns:a16="http://schemas.microsoft.com/office/drawing/2014/main" id="{43001709-52F3-4759-850A-B4D2867970C8}"/>
              </a:ext>
            </a:extLst>
          </p:cNvPr>
          <p:cNvSpPr/>
          <p:nvPr/>
        </p:nvSpPr>
        <p:spPr bwMode="auto">
          <a:xfrm>
            <a:off x="4731351" y="1221238"/>
            <a:ext cx="206353" cy="123017"/>
          </a:xfrm>
          <a:custGeom>
            <a:avLst/>
            <a:gdLst>
              <a:gd name="T0" fmla="*/ 156 w 156"/>
              <a:gd name="T1" fmla="*/ 0 h 93"/>
              <a:gd name="T2" fmla="*/ 0 w 156"/>
              <a:gd name="T3" fmla="*/ 45 h 93"/>
              <a:gd name="T4" fmla="*/ 156 w 156"/>
              <a:gd name="T5" fmla="*/ 93 h 93"/>
              <a:gd name="T6" fmla="*/ 156 w 156"/>
              <a:gd name="T7" fmla="*/ 0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6" h="93">
                <a:moveTo>
                  <a:pt x="156" y="0"/>
                </a:moveTo>
                <a:lnTo>
                  <a:pt x="0" y="45"/>
                </a:lnTo>
                <a:lnTo>
                  <a:pt x="156" y="93"/>
                </a:lnTo>
                <a:lnTo>
                  <a:pt x="1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8" name="Freeform 121">
            <a:extLst>
              <a:ext uri="{FF2B5EF4-FFF2-40B4-BE49-F238E27FC236}">
                <a16:creationId xmlns:a16="http://schemas.microsoft.com/office/drawing/2014/main" id="{A573D17A-33D9-4DFE-A81C-59EFDD30F431}"/>
              </a:ext>
            </a:extLst>
          </p:cNvPr>
          <p:cNvSpPr/>
          <p:nvPr/>
        </p:nvSpPr>
        <p:spPr bwMode="auto">
          <a:xfrm>
            <a:off x="4937704" y="940810"/>
            <a:ext cx="630963" cy="5486862"/>
          </a:xfrm>
          <a:custGeom>
            <a:avLst/>
            <a:gdLst>
              <a:gd name="T0" fmla="*/ 0 w 477"/>
              <a:gd name="T1" fmla="*/ 71 h 4148"/>
              <a:gd name="T2" fmla="*/ 238 w 477"/>
              <a:gd name="T3" fmla="*/ 0 h 4148"/>
              <a:gd name="T4" fmla="*/ 477 w 477"/>
              <a:gd name="T5" fmla="*/ 71 h 4148"/>
              <a:gd name="T6" fmla="*/ 477 w 477"/>
              <a:gd name="T7" fmla="*/ 4148 h 4148"/>
              <a:gd name="T8" fmla="*/ 0 w 477"/>
              <a:gd name="T9" fmla="*/ 4148 h 4148"/>
              <a:gd name="T10" fmla="*/ 0 w 477"/>
              <a:gd name="T11" fmla="*/ 71 h 4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7" h="4148">
                <a:moveTo>
                  <a:pt x="0" y="71"/>
                </a:moveTo>
                <a:lnTo>
                  <a:pt x="238" y="0"/>
                </a:lnTo>
                <a:lnTo>
                  <a:pt x="477" y="71"/>
                </a:lnTo>
                <a:lnTo>
                  <a:pt x="477" y="4148"/>
                </a:lnTo>
                <a:lnTo>
                  <a:pt x="0" y="4148"/>
                </a:lnTo>
                <a:lnTo>
                  <a:pt x="0" y="7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grpSp>
        <p:nvGrpSpPr>
          <p:cNvPr id="59" name="Group 188">
            <a:extLst>
              <a:ext uri="{FF2B5EF4-FFF2-40B4-BE49-F238E27FC236}">
                <a16:creationId xmlns:a16="http://schemas.microsoft.com/office/drawing/2014/main" id="{5338BC9A-A01E-42AA-9D4B-B45F6AB87A9E}"/>
              </a:ext>
            </a:extLst>
          </p:cNvPr>
          <p:cNvGrpSpPr/>
          <p:nvPr/>
        </p:nvGrpSpPr>
        <p:grpSpPr>
          <a:xfrm>
            <a:off x="4937704" y="940810"/>
            <a:ext cx="630963" cy="5486862"/>
            <a:chOff x="7375525" y="192088"/>
            <a:chExt cx="757238" cy="6584950"/>
          </a:xfrm>
        </p:grpSpPr>
        <p:sp>
          <p:nvSpPr>
            <p:cNvPr id="60" name="Freeform 120">
              <a:extLst>
                <a:ext uri="{FF2B5EF4-FFF2-40B4-BE49-F238E27FC236}">
                  <a16:creationId xmlns:a16="http://schemas.microsoft.com/office/drawing/2014/main" id="{8F6A09F2-9D1E-4819-8BFA-221D9F8C6912}"/>
                </a:ext>
              </a:extLst>
            </p:cNvPr>
            <p:cNvSpPr/>
            <p:nvPr/>
          </p:nvSpPr>
          <p:spPr bwMode="auto">
            <a:xfrm>
              <a:off x="7375525" y="192088"/>
              <a:ext cx="757238" cy="6584950"/>
            </a:xfrm>
            <a:custGeom>
              <a:avLst/>
              <a:gdLst>
                <a:gd name="T0" fmla="*/ 0 w 477"/>
                <a:gd name="T1" fmla="*/ 71 h 4148"/>
                <a:gd name="T2" fmla="*/ 238 w 477"/>
                <a:gd name="T3" fmla="*/ 0 h 4148"/>
                <a:gd name="T4" fmla="*/ 477 w 477"/>
                <a:gd name="T5" fmla="*/ 71 h 4148"/>
                <a:gd name="T6" fmla="*/ 477 w 477"/>
                <a:gd name="T7" fmla="*/ 4148 h 4148"/>
                <a:gd name="T8" fmla="*/ 0 w 477"/>
                <a:gd name="T9" fmla="*/ 4148 h 4148"/>
                <a:gd name="T10" fmla="*/ 0 w 477"/>
                <a:gd name="T11" fmla="*/ 71 h 4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7" h="4148">
                  <a:moveTo>
                    <a:pt x="0" y="71"/>
                  </a:moveTo>
                  <a:lnTo>
                    <a:pt x="238" y="0"/>
                  </a:lnTo>
                  <a:lnTo>
                    <a:pt x="477" y="71"/>
                  </a:lnTo>
                  <a:lnTo>
                    <a:pt x="477" y="4148"/>
                  </a:lnTo>
                  <a:lnTo>
                    <a:pt x="0" y="4148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1" name="Freeform 122">
              <a:extLst>
                <a:ext uri="{FF2B5EF4-FFF2-40B4-BE49-F238E27FC236}">
                  <a16:creationId xmlns:a16="http://schemas.microsoft.com/office/drawing/2014/main" id="{F4BE2609-A23A-4660-AC40-8BA35CCC4E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75525" y="192088"/>
              <a:ext cx="377825" cy="6584950"/>
            </a:xfrm>
            <a:custGeom>
              <a:avLst/>
              <a:gdLst>
                <a:gd name="T0" fmla="*/ 0 w 238"/>
                <a:gd name="T1" fmla="*/ 3867 h 4148"/>
                <a:gd name="T2" fmla="*/ 0 w 238"/>
                <a:gd name="T3" fmla="*/ 4148 h 4148"/>
                <a:gd name="T4" fmla="*/ 238 w 238"/>
                <a:gd name="T5" fmla="*/ 4148 h 4148"/>
                <a:gd name="T6" fmla="*/ 238 w 238"/>
                <a:gd name="T7" fmla="*/ 3937 h 4148"/>
                <a:gd name="T8" fmla="*/ 0 w 238"/>
                <a:gd name="T9" fmla="*/ 3867 h 4148"/>
                <a:gd name="T10" fmla="*/ 0 w 238"/>
                <a:gd name="T11" fmla="*/ 3107 h 4148"/>
                <a:gd name="T12" fmla="*/ 0 w 238"/>
                <a:gd name="T13" fmla="*/ 3340 h 4148"/>
                <a:gd name="T14" fmla="*/ 238 w 238"/>
                <a:gd name="T15" fmla="*/ 3410 h 4148"/>
                <a:gd name="T16" fmla="*/ 238 w 238"/>
                <a:gd name="T17" fmla="*/ 3178 h 4148"/>
                <a:gd name="T18" fmla="*/ 0 w 238"/>
                <a:gd name="T19" fmla="*/ 3107 h 4148"/>
                <a:gd name="T20" fmla="*/ 0 w 238"/>
                <a:gd name="T21" fmla="*/ 2348 h 4148"/>
                <a:gd name="T22" fmla="*/ 0 w 238"/>
                <a:gd name="T23" fmla="*/ 2581 h 4148"/>
                <a:gd name="T24" fmla="*/ 238 w 238"/>
                <a:gd name="T25" fmla="*/ 2651 h 4148"/>
                <a:gd name="T26" fmla="*/ 238 w 238"/>
                <a:gd name="T27" fmla="*/ 2419 h 4148"/>
                <a:gd name="T28" fmla="*/ 0 w 238"/>
                <a:gd name="T29" fmla="*/ 2348 h 4148"/>
                <a:gd name="T30" fmla="*/ 0 w 238"/>
                <a:gd name="T31" fmla="*/ 1590 h 4148"/>
                <a:gd name="T32" fmla="*/ 0 w 238"/>
                <a:gd name="T33" fmla="*/ 1821 h 4148"/>
                <a:gd name="T34" fmla="*/ 238 w 238"/>
                <a:gd name="T35" fmla="*/ 1892 h 4148"/>
                <a:gd name="T36" fmla="*/ 238 w 238"/>
                <a:gd name="T37" fmla="*/ 1661 h 4148"/>
                <a:gd name="T38" fmla="*/ 0 w 238"/>
                <a:gd name="T39" fmla="*/ 1590 h 4148"/>
                <a:gd name="T40" fmla="*/ 0 w 238"/>
                <a:gd name="T41" fmla="*/ 831 h 4148"/>
                <a:gd name="T42" fmla="*/ 0 w 238"/>
                <a:gd name="T43" fmla="*/ 1064 h 4148"/>
                <a:gd name="T44" fmla="*/ 238 w 238"/>
                <a:gd name="T45" fmla="*/ 1134 h 4148"/>
                <a:gd name="T46" fmla="*/ 238 w 238"/>
                <a:gd name="T47" fmla="*/ 902 h 4148"/>
                <a:gd name="T48" fmla="*/ 0 w 238"/>
                <a:gd name="T49" fmla="*/ 831 h 4148"/>
                <a:gd name="T50" fmla="*/ 238 w 238"/>
                <a:gd name="T51" fmla="*/ 0 h 4148"/>
                <a:gd name="T52" fmla="*/ 0 w 238"/>
                <a:gd name="T53" fmla="*/ 71 h 4148"/>
                <a:gd name="T54" fmla="*/ 0 w 238"/>
                <a:gd name="T55" fmla="*/ 305 h 4148"/>
                <a:gd name="T56" fmla="*/ 238 w 238"/>
                <a:gd name="T57" fmla="*/ 375 h 4148"/>
                <a:gd name="T58" fmla="*/ 238 w 238"/>
                <a:gd name="T59" fmla="*/ 0 h 4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8" h="4148">
                  <a:moveTo>
                    <a:pt x="0" y="3867"/>
                  </a:moveTo>
                  <a:lnTo>
                    <a:pt x="0" y="4148"/>
                  </a:lnTo>
                  <a:lnTo>
                    <a:pt x="238" y="4148"/>
                  </a:lnTo>
                  <a:lnTo>
                    <a:pt x="238" y="3937"/>
                  </a:lnTo>
                  <a:lnTo>
                    <a:pt x="0" y="3867"/>
                  </a:lnTo>
                  <a:close/>
                  <a:moveTo>
                    <a:pt x="0" y="3107"/>
                  </a:moveTo>
                  <a:lnTo>
                    <a:pt x="0" y="3340"/>
                  </a:lnTo>
                  <a:lnTo>
                    <a:pt x="238" y="3410"/>
                  </a:lnTo>
                  <a:lnTo>
                    <a:pt x="238" y="3178"/>
                  </a:lnTo>
                  <a:lnTo>
                    <a:pt x="0" y="3107"/>
                  </a:lnTo>
                  <a:close/>
                  <a:moveTo>
                    <a:pt x="0" y="2348"/>
                  </a:moveTo>
                  <a:lnTo>
                    <a:pt x="0" y="2581"/>
                  </a:lnTo>
                  <a:lnTo>
                    <a:pt x="238" y="2651"/>
                  </a:lnTo>
                  <a:lnTo>
                    <a:pt x="238" y="2419"/>
                  </a:lnTo>
                  <a:lnTo>
                    <a:pt x="0" y="2348"/>
                  </a:lnTo>
                  <a:close/>
                  <a:moveTo>
                    <a:pt x="0" y="1590"/>
                  </a:moveTo>
                  <a:lnTo>
                    <a:pt x="0" y="1821"/>
                  </a:lnTo>
                  <a:lnTo>
                    <a:pt x="238" y="1892"/>
                  </a:lnTo>
                  <a:lnTo>
                    <a:pt x="238" y="1661"/>
                  </a:lnTo>
                  <a:lnTo>
                    <a:pt x="0" y="1590"/>
                  </a:lnTo>
                  <a:close/>
                  <a:moveTo>
                    <a:pt x="0" y="831"/>
                  </a:moveTo>
                  <a:lnTo>
                    <a:pt x="0" y="1064"/>
                  </a:lnTo>
                  <a:lnTo>
                    <a:pt x="238" y="1134"/>
                  </a:lnTo>
                  <a:lnTo>
                    <a:pt x="238" y="902"/>
                  </a:lnTo>
                  <a:lnTo>
                    <a:pt x="0" y="831"/>
                  </a:lnTo>
                  <a:close/>
                  <a:moveTo>
                    <a:pt x="238" y="0"/>
                  </a:moveTo>
                  <a:lnTo>
                    <a:pt x="0" y="71"/>
                  </a:lnTo>
                  <a:lnTo>
                    <a:pt x="0" y="305"/>
                  </a:lnTo>
                  <a:lnTo>
                    <a:pt x="238" y="375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62" name="Freeform 123">
            <a:extLst>
              <a:ext uri="{FF2B5EF4-FFF2-40B4-BE49-F238E27FC236}">
                <a16:creationId xmlns:a16="http://schemas.microsoft.com/office/drawing/2014/main" id="{E1E2047F-23A9-4934-8101-BB85A16EFAE8}"/>
              </a:ext>
            </a:extLst>
          </p:cNvPr>
          <p:cNvSpPr>
            <a:spLocks noEditPoints="1"/>
          </p:cNvSpPr>
          <p:nvPr/>
        </p:nvSpPr>
        <p:spPr bwMode="auto">
          <a:xfrm>
            <a:off x="4937704" y="940810"/>
            <a:ext cx="314820" cy="5486862"/>
          </a:xfrm>
          <a:custGeom>
            <a:avLst/>
            <a:gdLst>
              <a:gd name="T0" fmla="*/ 0 w 238"/>
              <a:gd name="T1" fmla="*/ 3867 h 4148"/>
              <a:gd name="T2" fmla="*/ 0 w 238"/>
              <a:gd name="T3" fmla="*/ 4148 h 4148"/>
              <a:gd name="T4" fmla="*/ 238 w 238"/>
              <a:gd name="T5" fmla="*/ 4148 h 4148"/>
              <a:gd name="T6" fmla="*/ 238 w 238"/>
              <a:gd name="T7" fmla="*/ 3937 h 4148"/>
              <a:gd name="T8" fmla="*/ 0 w 238"/>
              <a:gd name="T9" fmla="*/ 3867 h 4148"/>
              <a:gd name="T10" fmla="*/ 0 w 238"/>
              <a:gd name="T11" fmla="*/ 3107 h 4148"/>
              <a:gd name="T12" fmla="*/ 0 w 238"/>
              <a:gd name="T13" fmla="*/ 3340 h 4148"/>
              <a:gd name="T14" fmla="*/ 238 w 238"/>
              <a:gd name="T15" fmla="*/ 3410 h 4148"/>
              <a:gd name="T16" fmla="*/ 238 w 238"/>
              <a:gd name="T17" fmla="*/ 3178 h 4148"/>
              <a:gd name="T18" fmla="*/ 0 w 238"/>
              <a:gd name="T19" fmla="*/ 3107 h 4148"/>
              <a:gd name="T20" fmla="*/ 0 w 238"/>
              <a:gd name="T21" fmla="*/ 2348 h 4148"/>
              <a:gd name="T22" fmla="*/ 0 w 238"/>
              <a:gd name="T23" fmla="*/ 2581 h 4148"/>
              <a:gd name="T24" fmla="*/ 238 w 238"/>
              <a:gd name="T25" fmla="*/ 2651 h 4148"/>
              <a:gd name="T26" fmla="*/ 238 w 238"/>
              <a:gd name="T27" fmla="*/ 2419 h 4148"/>
              <a:gd name="T28" fmla="*/ 0 w 238"/>
              <a:gd name="T29" fmla="*/ 2348 h 4148"/>
              <a:gd name="T30" fmla="*/ 0 w 238"/>
              <a:gd name="T31" fmla="*/ 1590 h 4148"/>
              <a:gd name="T32" fmla="*/ 0 w 238"/>
              <a:gd name="T33" fmla="*/ 1821 h 4148"/>
              <a:gd name="T34" fmla="*/ 238 w 238"/>
              <a:gd name="T35" fmla="*/ 1892 h 4148"/>
              <a:gd name="T36" fmla="*/ 238 w 238"/>
              <a:gd name="T37" fmla="*/ 1661 h 4148"/>
              <a:gd name="T38" fmla="*/ 0 w 238"/>
              <a:gd name="T39" fmla="*/ 1590 h 4148"/>
              <a:gd name="T40" fmla="*/ 0 w 238"/>
              <a:gd name="T41" fmla="*/ 831 h 4148"/>
              <a:gd name="T42" fmla="*/ 0 w 238"/>
              <a:gd name="T43" fmla="*/ 1064 h 4148"/>
              <a:gd name="T44" fmla="*/ 238 w 238"/>
              <a:gd name="T45" fmla="*/ 1134 h 4148"/>
              <a:gd name="T46" fmla="*/ 238 w 238"/>
              <a:gd name="T47" fmla="*/ 902 h 4148"/>
              <a:gd name="T48" fmla="*/ 0 w 238"/>
              <a:gd name="T49" fmla="*/ 831 h 4148"/>
              <a:gd name="T50" fmla="*/ 238 w 238"/>
              <a:gd name="T51" fmla="*/ 0 h 4148"/>
              <a:gd name="T52" fmla="*/ 0 w 238"/>
              <a:gd name="T53" fmla="*/ 71 h 4148"/>
              <a:gd name="T54" fmla="*/ 0 w 238"/>
              <a:gd name="T55" fmla="*/ 305 h 4148"/>
              <a:gd name="T56" fmla="*/ 238 w 238"/>
              <a:gd name="T57" fmla="*/ 375 h 4148"/>
              <a:gd name="T58" fmla="*/ 238 w 238"/>
              <a:gd name="T59" fmla="*/ 0 h 4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38" h="4148">
                <a:moveTo>
                  <a:pt x="0" y="3867"/>
                </a:moveTo>
                <a:lnTo>
                  <a:pt x="0" y="4148"/>
                </a:lnTo>
                <a:lnTo>
                  <a:pt x="238" y="4148"/>
                </a:lnTo>
                <a:lnTo>
                  <a:pt x="238" y="3937"/>
                </a:lnTo>
                <a:lnTo>
                  <a:pt x="0" y="3867"/>
                </a:lnTo>
                <a:moveTo>
                  <a:pt x="0" y="3107"/>
                </a:moveTo>
                <a:lnTo>
                  <a:pt x="0" y="3340"/>
                </a:lnTo>
                <a:lnTo>
                  <a:pt x="238" y="3410"/>
                </a:lnTo>
                <a:lnTo>
                  <a:pt x="238" y="3178"/>
                </a:lnTo>
                <a:lnTo>
                  <a:pt x="0" y="3107"/>
                </a:lnTo>
                <a:moveTo>
                  <a:pt x="0" y="2348"/>
                </a:moveTo>
                <a:lnTo>
                  <a:pt x="0" y="2581"/>
                </a:lnTo>
                <a:lnTo>
                  <a:pt x="238" y="2651"/>
                </a:lnTo>
                <a:lnTo>
                  <a:pt x="238" y="2419"/>
                </a:lnTo>
                <a:lnTo>
                  <a:pt x="0" y="2348"/>
                </a:lnTo>
                <a:moveTo>
                  <a:pt x="0" y="1590"/>
                </a:moveTo>
                <a:lnTo>
                  <a:pt x="0" y="1821"/>
                </a:lnTo>
                <a:lnTo>
                  <a:pt x="238" y="1892"/>
                </a:lnTo>
                <a:lnTo>
                  <a:pt x="238" y="1661"/>
                </a:lnTo>
                <a:lnTo>
                  <a:pt x="0" y="1590"/>
                </a:lnTo>
                <a:moveTo>
                  <a:pt x="0" y="831"/>
                </a:moveTo>
                <a:lnTo>
                  <a:pt x="0" y="1064"/>
                </a:lnTo>
                <a:lnTo>
                  <a:pt x="238" y="1134"/>
                </a:lnTo>
                <a:lnTo>
                  <a:pt x="238" y="902"/>
                </a:lnTo>
                <a:lnTo>
                  <a:pt x="0" y="831"/>
                </a:lnTo>
                <a:moveTo>
                  <a:pt x="238" y="0"/>
                </a:moveTo>
                <a:lnTo>
                  <a:pt x="0" y="71"/>
                </a:lnTo>
                <a:lnTo>
                  <a:pt x="0" y="305"/>
                </a:lnTo>
                <a:lnTo>
                  <a:pt x="238" y="375"/>
                </a:lnTo>
                <a:lnTo>
                  <a:pt x="23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3" name="Freeform 125">
            <a:extLst>
              <a:ext uri="{FF2B5EF4-FFF2-40B4-BE49-F238E27FC236}">
                <a16:creationId xmlns:a16="http://schemas.microsoft.com/office/drawing/2014/main" id="{3C9F584E-C4EE-4783-8636-508EFA8CDD6E}"/>
              </a:ext>
            </a:extLst>
          </p:cNvPr>
          <p:cNvSpPr/>
          <p:nvPr/>
        </p:nvSpPr>
        <p:spPr bwMode="auto">
          <a:xfrm>
            <a:off x="4731351" y="1280762"/>
            <a:ext cx="1043668" cy="853188"/>
          </a:xfrm>
          <a:custGeom>
            <a:avLst/>
            <a:gdLst>
              <a:gd name="T0" fmla="*/ 0 w 789"/>
              <a:gd name="T1" fmla="*/ 527 h 645"/>
              <a:gd name="T2" fmla="*/ 394 w 789"/>
              <a:gd name="T3" fmla="*/ 645 h 645"/>
              <a:gd name="T4" fmla="*/ 789 w 789"/>
              <a:gd name="T5" fmla="*/ 527 h 645"/>
              <a:gd name="T6" fmla="*/ 789 w 789"/>
              <a:gd name="T7" fmla="*/ 0 h 645"/>
              <a:gd name="T8" fmla="*/ 394 w 789"/>
              <a:gd name="T9" fmla="*/ 118 h 645"/>
              <a:gd name="T10" fmla="*/ 0 w 789"/>
              <a:gd name="T11" fmla="*/ 0 h 645"/>
              <a:gd name="T12" fmla="*/ 0 w 789"/>
              <a:gd name="T13" fmla="*/ 527 h 6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89" h="645">
                <a:moveTo>
                  <a:pt x="0" y="527"/>
                </a:moveTo>
                <a:lnTo>
                  <a:pt x="394" y="645"/>
                </a:lnTo>
                <a:lnTo>
                  <a:pt x="789" y="527"/>
                </a:lnTo>
                <a:lnTo>
                  <a:pt x="789" y="0"/>
                </a:lnTo>
                <a:lnTo>
                  <a:pt x="394" y="118"/>
                </a:lnTo>
                <a:lnTo>
                  <a:pt x="0" y="0"/>
                </a:lnTo>
                <a:lnTo>
                  <a:pt x="0" y="527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4" name="Freeform 127">
            <a:extLst>
              <a:ext uri="{FF2B5EF4-FFF2-40B4-BE49-F238E27FC236}">
                <a16:creationId xmlns:a16="http://schemas.microsoft.com/office/drawing/2014/main" id="{991FC8B4-B347-4A1F-8112-DDDE5A11205D}"/>
              </a:ext>
            </a:extLst>
          </p:cNvPr>
          <p:cNvSpPr/>
          <p:nvPr/>
        </p:nvSpPr>
        <p:spPr bwMode="auto">
          <a:xfrm>
            <a:off x="4731351" y="1280762"/>
            <a:ext cx="521172" cy="853188"/>
          </a:xfrm>
          <a:custGeom>
            <a:avLst/>
            <a:gdLst>
              <a:gd name="T0" fmla="*/ 0 w 394"/>
              <a:gd name="T1" fmla="*/ 0 h 645"/>
              <a:gd name="T2" fmla="*/ 0 w 394"/>
              <a:gd name="T3" fmla="*/ 527 h 645"/>
              <a:gd name="T4" fmla="*/ 394 w 394"/>
              <a:gd name="T5" fmla="*/ 645 h 645"/>
              <a:gd name="T6" fmla="*/ 394 w 394"/>
              <a:gd name="T7" fmla="*/ 118 h 645"/>
              <a:gd name="T8" fmla="*/ 156 w 394"/>
              <a:gd name="T9" fmla="*/ 48 h 645"/>
              <a:gd name="T10" fmla="*/ 0 w 394"/>
              <a:gd name="T11" fmla="*/ 0 h 6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94" h="645">
                <a:moveTo>
                  <a:pt x="0" y="0"/>
                </a:moveTo>
                <a:lnTo>
                  <a:pt x="0" y="527"/>
                </a:lnTo>
                <a:lnTo>
                  <a:pt x="394" y="645"/>
                </a:lnTo>
                <a:lnTo>
                  <a:pt x="394" y="118"/>
                </a:lnTo>
                <a:lnTo>
                  <a:pt x="156" y="4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5" name="Freeform 129">
            <a:extLst>
              <a:ext uri="{FF2B5EF4-FFF2-40B4-BE49-F238E27FC236}">
                <a16:creationId xmlns:a16="http://schemas.microsoft.com/office/drawing/2014/main" id="{8659DF2B-C1E3-447A-9F4C-24863C3816E8}"/>
              </a:ext>
            </a:extLst>
          </p:cNvPr>
          <p:cNvSpPr/>
          <p:nvPr/>
        </p:nvSpPr>
        <p:spPr bwMode="auto">
          <a:xfrm>
            <a:off x="4731351" y="2286070"/>
            <a:ext cx="1043668" cy="851866"/>
          </a:xfrm>
          <a:custGeom>
            <a:avLst/>
            <a:gdLst>
              <a:gd name="T0" fmla="*/ 0 w 789"/>
              <a:gd name="T1" fmla="*/ 526 h 644"/>
              <a:gd name="T2" fmla="*/ 394 w 789"/>
              <a:gd name="T3" fmla="*/ 644 h 644"/>
              <a:gd name="T4" fmla="*/ 789 w 789"/>
              <a:gd name="T5" fmla="*/ 526 h 644"/>
              <a:gd name="T6" fmla="*/ 789 w 789"/>
              <a:gd name="T7" fmla="*/ 0 h 644"/>
              <a:gd name="T8" fmla="*/ 394 w 789"/>
              <a:gd name="T9" fmla="*/ 117 h 644"/>
              <a:gd name="T10" fmla="*/ 0 w 789"/>
              <a:gd name="T11" fmla="*/ 0 h 644"/>
              <a:gd name="T12" fmla="*/ 0 w 789"/>
              <a:gd name="T13" fmla="*/ 52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89" h="644">
                <a:moveTo>
                  <a:pt x="0" y="526"/>
                </a:moveTo>
                <a:lnTo>
                  <a:pt x="394" y="644"/>
                </a:lnTo>
                <a:lnTo>
                  <a:pt x="789" y="526"/>
                </a:lnTo>
                <a:lnTo>
                  <a:pt x="789" y="0"/>
                </a:lnTo>
                <a:lnTo>
                  <a:pt x="394" y="117"/>
                </a:lnTo>
                <a:lnTo>
                  <a:pt x="0" y="0"/>
                </a:lnTo>
                <a:lnTo>
                  <a:pt x="0" y="52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6" name="Freeform 131">
            <a:extLst>
              <a:ext uri="{FF2B5EF4-FFF2-40B4-BE49-F238E27FC236}">
                <a16:creationId xmlns:a16="http://schemas.microsoft.com/office/drawing/2014/main" id="{E294D273-EE91-46CD-984C-D81DFB57E22A}"/>
              </a:ext>
            </a:extLst>
          </p:cNvPr>
          <p:cNvSpPr/>
          <p:nvPr/>
        </p:nvSpPr>
        <p:spPr bwMode="auto">
          <a:xfrm>
            <a:off x="4731351" y="2286070"/>
            <a:ext cx="521172" cy="851866"/>
          </a:xfrm>
          <a:custGeom>
            <a:avLst/>
            <a:gdLst>
              <a:gd name="T0" fmla="*/ 0 w 394"/>
              <a:gd name="T1" fmla="*/ 0 h 644"/>
              <a:gd name="T2" fmla="*/ 0 w 394"/>
              <a:gd name="T3" fmla="*/ 526 h 644"/>
              <a:gd name="T4" fmla="*/ 394 w 394"/>
              <a:gd name="T5" fmla="*/ 644 h 644"/>
              <a:gd name="T6" fmla="*/ 394 w 394"/>
              <a:gd name="T7" fmla="*/ 117 h 644"/>
              <a:gd name="T8" fmla="*/ 156 w 394"/>
              <a:gd name="T9" fmla="*/ 47 h 644"/>
              <a:gd name="T10" fmla="*/ 0 w 394"/>
              <a:gd name="T11" fmla="*/ 0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94" h="644">
                <a:moveTo>
                  <a:pt x="0" y="0"/>
                </a:moveTo>
                <a:lnTo>
                  <a:pt x="0" y="526"/>
                </a:lnTo>
                <a:lnTo>
                  <a:pt x="394" y="644"/>
                </a:lnTo>
                <a:lnTo>
                  <a:pt x="394" y="117"/>
                </a:lnTo>
                <a:lnTo>
                  <a:pt x="156" y="4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7" name="Freeform 133">
            <a:extLst>
              <a:ext uri="{FF2B5EF4-FFF2-40B4-BE49-F238E27FC236}">
                <a16:creationId xmlns:a16="http://schemas.microsoft.com/office/drawing/2014/main" id="{70D456E1-6D9A-4B32-8DEC-6767276F7C69}"/>
              </a:ext>
            </a:extLst>
          </p:cNvPr>
          <p:cNvSpPr/>
          <p:nvPr/>
        </p:nvSpPr>
        <p:spPr bwMode="auto">
          <a:xfrm>
            <a:off x="4731351" y="3290055"/>
            <a:ext cx="1043668" cy="850543"/>
          </a:xfrm>
          <a:custGeom>
            <a:avLst/>
            <a:gdLst>
              <a:gd name="T0" fmla="*/ 0 w 789"/>
              <a:gd name="T1" fmla="*/ 527 h 643"/>
              <a:gd name="T2" fmla="*/ 394 w 789"/>
              <a:gd name="T3" fmla="*/ 643 h 643"/>
              <a:gd name="T4" fmla="*/ 789 w 789"/>
              <a:gd name="T5" fmla="*/ 527 h 643"/>
              <a:gd name="T6" fmla="*/ 789 w 789"/>
              <a:gd name="T7" fmla="*/ 0 h 643"/>
              <a:gd name="T8" fmla="*/ 394 w 789"/>
              <a:gd name="T9" fmla="*/ 116 h 643"/>
              <a:gd name="T10" fmla="*/ 0 w 789"/>
              <a:gd name="T11" fmla="*/ 0 h 643"/>
              <a:gd name="T12" fmla="*/ 0 w 789"/>
              <a:gd name="T13" fmla="*/ 527 h 6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89" h="643">
                <a:moveTo>
                  <a:pt x="0" y="527"/>
                </a:moveTo>
                <a:lnTo>
                  <a:pt x="394" y="643"/>
                </a:lnTo>
                <a:lnTo>
                  <a:pt x="789" y="527"/>
                </a:lnTo>
                <a:lnTo>
                  <a:pt x="789" y="0"/>
                </a:lnTo>
                <a:lnTo>
                  <a:pt x="394" y="116"/>
                </a:lnTo>
                <a:lnTo>
                  <a:pt x="0" y="0"/>
                </a:lnTo>
                <a:lnTo>
                  <a:pt x="0" y="527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8" name="Freeform 135">
            <a:extLst>
              <a:ext uri="{FF2B5EF4-FFF2-40B4-BE49-F238E27FC236}">
                <a16:creationId xmlns:a16="http://schemas.microsoft.com/office/drawing/2014/main" id="{CABD22DA-60DE-4AF3-9685-EA17D35D11F5}"/>
              </a:ext>
            </a:extLst>
          </p:cNvPr>
          <p:cNvSpPr/>
          <p:nvPr/>
        </p:nvSpPr>
        <p:spPr bwMode="auto">
          <a:xfrm>
            <a:off x="4731351" y="3290055"/>
            <a:ext cx="521172" cy="850543"/>
          </a:xfrm>
          <a:custGeom>
            <a:avLst/>
            <a:gdLst>
              <a:gd name="T0" fmla="*/ 0 w 394"/>
              <a:gd name="T1" fmla="*/ 0 h 643"/>
              <a:gd name="T2" fmla="*/ 0 w 394"/>
              <a:gd name="T3" fmla="*/ 527 h 643"/>
              <a:gd name="T4" fmla="*/ 394 w 394"/>
              <a:gd name="T5" fmla="*/ 643 h 643"/>
              <a:gd name="T6" fmla="*/ 394 w 394"/>
              <a:gd name="T7" fmla="*/ 116 h 643"/>
              <a:gd name="T8" fmla="*/ 156 w 394"/>
              <a:gd name="T9" fmla="*/ 45 h 643"/>
              <a:gd name="T10" fmla="*/ 0 w 394"/>
              <a:gd name="T11" fmla="*/ 0 h 6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94" h="643">
                <a:moveTo>
                  <a:pt x="0" y="0"/>
                </a:moveTo>
                <a:lnTo>
                  <a:pt x="0" y="527"/>
                </a:lnTo>
                <a:lnTo>
                  <a:pt x="394" y="643"/>
                </a:lnTo>
                <a:lnTo>
                  <a:pt x="394" y="116"/>
                </a:lnTo>
                <a:lnTo>
                  <a:pt x="156" y="45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9" name="Freeform 137">
            <a:extLst>
              <a:ext uri="{FF2B5EF4-FFF2-40B4-BE49-F238E27FC236}">
                <a16:creationId xmlns:a16="http://schemas.microsoft.com/office/drawing/2014/main" id="{205D7D2A-ABEF-4E8C-A9D5-4920EFEECDA2}"/>
              </a:ext>
            </a:extLst>
          </p:cNvPr>
          <p:cNvSpPr/>
          <p:nvPr/>
        </p:nvSpPr>
        <p:spPr bwMode="auto">
          <a:xfrm>
            <a:off x="4731351" y="4292717"/>
            <a:ext cx="1043668" cy="851866"/>
          </a:xfrm>
          <a:custGeom>
            <a:avLst/>
            <a:gdLst>
              <a:gd name="T0" fmla="*/ 0 w 789"/>
              <a:gd name="T1" fmla="*/ 528 h 644"/>
              <a:gd name="T2" fmla="*/ 394 w 789"/>
              <a:gd name="T3" fmla="*/ 644 h 644"/>
              <a:gd name="T4" fmla="*/ 789 w 789"/>
              <a:gd name="T5" fmla="*/ 528 h 644"/>
              <a:gd name="T6" fmla="*/ 789 w 789"/>
              <a:gd name="T7" fmla="*/ 0 h 644"/>
              <a:gd name="T8" fmla="*/ 394 w 789"/>
              <a:gd name="T9" fmla="*/ 117 h 644"/>
              <a:gd name="T10" fmla="*/ 0 w 789"/>
              <a:gd name="T11" fmla="*/ 0 h 644"/>
              <a:gd name="T12" fmla="*/ 0 w 789"/>
              <a:gd name="T13" fmla="*/ 528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89" h="644">
                <a:moveTo>
                  <a:pt x="0" y="528"/>
                </a:moveTo>
                <a:lnTo>
                  <a:pt x="394" y="644"/>
                </a:lnTo>
                <a:lnTo>
                  <a:pt x="789" y="528"/>
                </a:lnTo>
                <a:lnTo>
                  <a:pt x="789" y="0"/>
                </a:lnTo>
                <a:lnTo>
                  <a:pt x="394" y="117"/>
                </a:lnTo>
                <a:lnTo>
                  <a:pt x="0" y="0"/>
                </a:lnTo>
                <a:lnTo>
                  <a:pt x="0" y="52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0" name="Freeform 139">
            <a:extLst>
              <a:ext uri="{FF2B5EF4-FFF2-40B4-BE49-F238E27FC236}">
                <a16:creationId xmlns:a16="http://schemas.microsoft.com/office/drawing/2014/main" id="{362CF9FA-CCAD-463C-AEA1-5056D456FA5A}"/>
              </a:ext>
            </a:extLst>
          </p:cNvPr>
          <p:cNvSpPr/>
          <p:nvPr/>
        </p:nvSpPr>
        <p:spPr bwMode="auto">
          <a:xfrm>
            <a:off x="4731351" y="4292717"/>
            <a:ext cx="521172" cy="851866"/>
          </a:xfrm>
          <a:custGeom>
            <a:avLst/>
            <a:gdLst>
              <a:gd name="T0" fmla="*/ 0 w 394"/>
              <a:gd name="T1" fmla="*/ 0 h 644"/>
              <a:gd name="T2" fmla="*/ 0 w 394"/>
              <a:gd name="T3" fmla="*/ 528 h 644"/>
              <a:gd name="T4" fmla="*/ 394 w 394"/>
              <a:gd name="T5" fmla="*/ 644 h 644"/>
              <a:gd name="T6" fmla="*/ 394 w 394"/>
              <a:gd name="T7" fmla="*/ 117 h 644"/>
              <a:gd name="T8" fmla="*/ 156 w 394"/>
              <a:gd name="T9" fmla="*/ 47 h 644"/>
              <a:gd name="T10" fmla="*/ 0 w 394"/>
              <a:gd name="T11" fmla="*/ 0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94" h="644">
                <a:moveTo>
                  <a:pt x="0" y="0"/>
                </a:moveTo>
                <a:lnTo>
                  <a:pt x="0" y="528"/>
                </a:lnTo>
                <a:lnTo>
                  <a:pt x="394" y="644"/>
                </a:lnTo>
                <a:lnTo>
                  <a:pt x="394" y="117"/>
                </a:lnTo>
                <a:lnTo>
                  <a:pt x="156" y="4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1" name="Freeform 141">
            <a:extLst>
              <a:ext uri="{FF2B5EF4-FFF2-40B4-BE49-F238E27FC236}">
                <a16:creationId xmlns:a16="http://schemas.microsoft.com/office/drawing/2014/main" id="{7495F323-730F-45F4-8516-D0A534AD966E}"/>
              </a:ext>
            </a:extLst>
          </p:cNvPr>
          <p:cNvSpPr/>
          <p:nvPr/>
        </p:nvSpPr>
        <p:spPr bwMode="auto">
          <a:xfrm>
            <a:off x="4731351" y="5296701"/>
            <a:ext cx="1043668" cy="851866"/>
          </a:xfrm>
          <a:custGeom>
            <a:avLst/>
            <a:gdLst>
              <a:gd name="T0" fmla="*/ 0 w 789"/>
              <a:gd name="T1" fmla="*/ 526 h 644"/>
              <a:gd name="T2" fmla="*/ 394 w 789"/>
              <a:gd name="T3" fmla="*/ 644 h 644"/>
              <a:gd name="T4" fmla="*/ 789 w 789"/>
              <a:gd name="T5" fmla="*/ 526 h 644"/>
              <a:gd name="T6" fmla="*/ 789 w 789"/>
              <a:gd name="T7" fmla="*/ 0 h 644"/>
              <a:gd name="T8" fmla="*/ 394 w 789"/>
              <a:gd name="T9" fmla="*/ 117 h 644"/>
              <a:gd name="T10" fmla="*/ 0 w 789"/>
              <a:gd name="T11" fmla="*/ 0 h 644"/>
              <a:gd name="T12" fmla="*/ 0 w 789"/>
              <a:gd name="T13" fmla="*/ 52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89" h="644">
                <a:moveTo>
                  <a:pt x="0" y="526"/>
                </a:moveTo>
                <a:lnTo>
                  <a:pt x="394" y="644"/>
                </a:lnTo>
                <a:lnTo>
                  <a:pt x="789" y="526"/>
                </a:lnTo>
                <a:lnTo>
                  <a:pt x="789" y="0"/>
                </a:lnTo>
                <a:lnTo>
                  <a:pt x="394" y="117"/>
                </a:lnTo>
                <a:lnTo>
                  <a:pt x="0" y="0"/>
                </a:lnTo>
                <a:lnTo>
                  <a:pt x="0" y="52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2" name="Freeform 143">
            <a:extLst>
              <a:ext uri="{FF2B5EF4-FFF2-40B4-BE49-F238E27FC236}">
                <a16:creationId xmlns:a16="http://schemas.microsoft.com/office/drawing/2014/main" id="{7EFCF6A2-A4B0-408B-9E5C-5A5228DB31DB}"/>
              </a:ext>
            </a:extLst>
          </p:cNvPr>
          <p:cNvSpPr/>
          <p:nvPr/>
        </p:nvSpPr>
        <p:spPr bwMode="auto">
          <a:xfrm>
            <a:off x="4731351" y="5296701"/>
            <a:ext cx="521172" cy="851866"/>
          </a:xfrm>
          <a:custGeom>
            <a:avLst/>
            <a:gdLst>
              <a:gd name="T0" fmla="*/ 0 w 394"/>
              <a:gd name="T1" fmla="*/ 0 h 644"/>
              <a:gd name="T2" fmla="*/ 0 w 394"/>
              <a:gd name="T3" fmla="*/ 526 h 644"/>
              <a:gd name="T4" fmla="*/ 394 w 394"/>
              <a:gd name="T5" fmla="*/ 644 h 644"/>
              <a:gd name="T6" fmla="*/ 394 w 394"/>
              <a:gd name="T7" fmla="*/ 117 h 644"/>
              <a:gd name="T8" fmla="*/ 156 w 394"/>
              <a:gd name="T9" fmla="*/ 47 h 644"/>
              <a:gd name="T10" fmla="*/ 0 w 394"/>
              <a:gd name="T11" fmla="*/ 0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94" h="644">
                <a:moveTo>
                  <a:pt x="0" y="0"/>
                </a:moveTo>
                <a:lnTo>
                  <a:pt x="0" y="526"/>
                </a:lnTo>
                <a:lnTo>
                  <a:pt x="394" y="644"/>
                </a:lnTo>
                <a:lnTo>
                  <a:pt x="394" y="117"/>
                </a:lnTo>
                <a:lnTo>
                  <a:pt x="156" y="4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cxnSp>
        <p:nvCxnSpPr>
          <p:cNvPr id="73" name="Straight Connector 10">
            <a:extLst>
              <a:ext uri="{FF2B5EF4-FFF2-40B4-BE49-F238E27FC236}">
                <a16:creationId xmlns:a16="http://schemas.microsoft.com/office/drawing/2014/main" id="{E3C05605-CCF1-4E8A-BC84-BB227DAD101A}"/>
              </a:ext>
            </a:extLst>
          </p:cNvPr>
          <p:cNvCxnSpPr/>
          <p:nvPr/>
        </p:nvCxnSpPr>
        <p:spPr>
          <a:xfrm>
            <a:off x="3267223" y="1707356"/>
            <a:ext cx="130492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88">
            <a:extLst>
              <a:ext uri="{FF2B5EF4-FFF2-40B4-BE49-F238E27FC236}">
                <a16:creationId xmlns:a16="http://schemas.microsoft.com/office/drawing/2014/main" id="{83964BF0-F77C-484B-A232-1BA98F0A778E}"/>
              </a:ext>
            </a:extLst>
          </p:cNvPr>
          <p:cNvCxnSpPr/>
          <p:nvPr/>
        </p:nvCxnSpPr>
        <p:spPr>
          <a:xfrm>
            <a:off x="3267223" y="2678252"/>
            <a:ext cx="130492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89">
            <a:extLst>
              <a:ext uri="{FF2B5EF4-FFF2-40B4-BE49-F238E27FC236}">
                <a16:creationId xmlns:a16="http://schemas.microsoft.com/office/drawing/2014/main" id="{5C59F17D-0C85-401F-9500-297D5E6348AD}"/>
              </a:ext>
            </a:extLst>
          </p:cNvPr>
          <p:cNvCxnSpPr/>
          <p:nvPr/>
        </p:nvCxnSpPr>
        <p:spPr>
          <a:xfrm>
            <a:off x="3267223" y="3684241"/>
            <a:ext cx="130492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90">
            <a:extLst>
              <a:ext uri="{FF2B5EF4-FFF2-40B4-BE49-F238E27FC236}">
                <a16:creationId xmlns:a16="http://schemas.microsoft.com/office/drawing/2014/main" id="{1542A1AA-FFDE-4D75-9AE0-3B4B212418AE}"/>
              </a:ext>
            </a:extLst>
          </p:cNvPr>
          <p:cNvCxnSpPr/>
          <p:nvPr/>
        </p:nvCxnSpPr>
        <p:spPr>
          <a:xfrm>
            <a:off x="3267223" y="4718650"/>
            <a:ext cx="130492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91">
            <a:extLst>
              <a:ext uri="{FF2B5EF4-FFF2-40B4-BE49-F238E27FC236}">
                <a16:creationId xmlns:a16="http://schemas.microsoft.com/office/drawing/2014/main" id="{106524CA-5C4F-4F30-A1D9-5BB0F72036C7}"/>
              </a:ext>
            </a:extLst>
          </p:cNvPr>
          <p:cNvCxnSpPr/>
          <p:nvPr/>
        </p:nvCxnSpPr>
        <p:spPr>
          <a:xfrm>
            <a:off x="3267223" y="5722634"/>
            <a:ext cx="130492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12">
            <a:extLst>
              <a:ext uri="{FF2B5EF4-FFF2-40B4-BE49-F238E27FC236}">
                <a16:creationId xmlns:a16="http://schemas.microsoft.com/office/drawing/2014/main" id="{FFF61ED6-5F4E-42E2-886C-F3918BDB8806}"/>
              </a:ext>
            </a:extLst>
          </p:cNvPr>
          <p:cNvGrpSpPr/>
          <p:nvPr/>
        </p:nvGrpSpPr>
        <p:grpSpPr>
          <a:xfrm>
            <a:off x="4571750" y="1280762"/>
            <a:ext cx="1203269" cy="853188"/>
            <a:chOff x="3998796" y="1758980"/>
            <a:chExt cx="1203269" cy="853188"/>
          </a:xfrm>
        </p:grpSpPr>
        <p:grpSp>
          <p:nvGrpSpPr>
            <p:cNvPr id="79" name="Group 195">
              <a:extLst>
                <a:ext uri="{FF2B5EF4-FFF2-40B4-BE49-F238E27FC236}">
                  <a16:creationId xmlns:a16="http://schemas.microsoft.com/office/drawing/2014/main" id="{668ECF04-7D81-4254-A2A9-0E042B4C016D}"/>
                </a:ext>
              </a:extLst>
            </p:cNvPr>
            <p:cNvGrpSpPr/>
            <p:nvPr/>
          </p:nvGrpSpPr>
          <p:grpSpPr>
            <a:xfrm>
              <a:off x="4158397" y="1758980"/>
              <a:ext cx="1043668" cy="853188"/>
              <a:chOff x="7127875" y="600075"/>
              <a:chExt cx="1252538" cy="1023937"/>
            </a:xfrm>
          </p:grpSpPr>
          <p:sp>
            <p:nvSpPr>
              <p:cNvPr id="81" name="Freeform 124">
                <a:extLst>
                  <a:ext uri="{FF2B5EF4-FFF2-40B4-BE49-F238E27FC236}">
                    <a16:creationId xmlns:a16="http://schemas.microsoft.com/office/drawing/2014/main" id="{10AF71D0-A410-49BB-8907-3609B055EC65}"/>
                  </a:ext>
                </a:extLst>
              </p:cNvPr>
              <p:cNvSpPr/>
              <p:nvPr/>
            </p:nvSpPr>
            <p:spPr bwMode="auto">
              <a:xfrm>
                <a:off x="7127875" y="600075"/>
                <a:ext cx="1252538" cy="1023937"/>
              </a:xfrm>
              <a:custGeom>
                <a:avLst/>
                <a:gdLst>
                  <a:gd name="T0" fmla="*/ 0 w 789"/>
                  <a:gd name="T1" fmla="*/ 527 h 645"/>
                  <a:gd name="T2" fmla="*/ 394 w 789"/>
                  <a:gd name="T3" fmla="*/ 645 h 645"/>
                  <a:gd name="T4" fmla="*/ 789 w 789"/>
                  <a:gd name="T5" fmla="*/ 527 h 645"/>
                  <a:gd name="T6" fmla="*/ 789 w 789"/>
                  <a:gd name="T7" fmla="*/ 0 h 645"/>
                  <a:gd name="T8" fmla="*/ 394 w 789"/>
                  <a:gd name="T9" fmla="*/ 118 h 645"/>
                  <a:gd name="T10" fmla="*/ 0 w 789"/>
                  <a:gd name="T11" fmla="*/ 0 h 645"/>
                  <a:gd name="T12" fmla="*/ 0 w 789"/>
                  <a:gd name="T13" fmla="*/ 527 h 6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9" h="645">
                    <a:moveTo>
                      <a:pt x="0" y="527"/>
                    </a:moveTo>
                    <a:lnTo>
                      <a:pt x="394" y="645"/>
                    </a:lnTo>
                    <a:lnTo>
                      <a:pt x="789" y="527"/>
                    </a:lnTo>
                    <a:lnTo>
                      <a:pt x="789" y="0"/>
                    </a:lnTo>
                    <a:lnTo>
                      <a:pt x="394" y="118"/>
                    </a:lnTo>
                    <a:lnTo>
                      <a:pt x="0" y="0"/>
                    </a:lnTo>
                    <a:lnTo>
                      <a:pt x="0" y="527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2" name="Freeform 126">
                <a:extLst>
                  <a:ext uri="{FF2B5EF4-FFF2-40B4-BE49-F238E27FC236}">
                    <a16:creationId xmlns:a16="http://schemas.microsoft.com/office/drawing/2014/main" id="{507FA68C-BEAB-4886-8E3A-50767C0F081C}"/>
                  </a:ext>
                </a:extLst>
              </p:cNvPr>
              <p:cNvSpPr/>
              <p:nvPr/>
            </p:nvSpPr>
            <p:spPr bwMode="auto">
              <a:xfrm>
                <a:off x="7127875" y="600075"/>
                <a:ext cx="625475" cy="1023937"/>
              </a:xfrm>
              <a:custGeom>
                <a:avLst/>
                <a:gdLst>
                  <a:gd name="T0" fmla="*/ 0 w 394"/>
                  <a:gd name="T1" fmla="*/ 0 h 645"/>
                  <a:gd name="T2" fmla="*/ 0 w 394"/>
                  <a:gd name="T3" fmla="*/ 527 h 645"/>
                  <a:gd name="T4" fmla="*/ 394 w 394"/>
                  <a:gd name="T5" fmla="*/ 645 h 645"/>
                  <a:gd name="T6" fmla="*/ 394 w 394"/>
                  <a:gd name="T7" fmla="*/ 118 h 645"/>
                  <a:gd name="T8" fmla="*/ 156 w 394"/>
                  <a:gd name="T9" fmla="*/ 48 h 645"/>
                  <a:gd name="T10" fmla="*/ 0 w 394"/>
                  <a:gd name="T11" fmla="*/ 0 h 6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4" h="645">
                    <a:moveTo>
                      <a:pt x="0" y="0"/>
                    </a:moveTo>
                    <a:lnTo>
                      <a:pt x="0" y="527"/>
                    </a:lnTo>
                    <a:lnTo>
                      <a:pt x="394" y="645"/>
                    </a:lnTo>
                    <a:lnTo>
                      <a:pt x="394" y="118"/>
                    </a:lnTo>
                    <a:lnTo>
                      <a:pt x="156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80" name="Inhaltsplatzhalter 4">
              <a:extLst>
                <a:ext uri="{FF2B5EF4-FFF2-40B4-BE49-F238E27FC236}">
                  <a16:creationId xmlns:a16="http://schemas.microsoft.com/office/drawing/2014/main" id="{DCBBB496-812F-453E-AC84-6D0837F3456A}"/>
                </a:ext>
              </a:extLst>
            </p:cNvPr>
            <p:cNvSpPr txBox="1"/>
            <p:nvPr/>
          </p:nvSpPr>
          <p:spPr>
            <a:xfrm>
              <a:off x="3998796" y="1945713"/>
              <a:ext cx="885242" cy="49244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  <a:scene3d>
                <a:camera prst="isometricOffAxis2Left"/>
                <a:lightRig rig="threePt" dir="t"/>
              </a:scene3d>
            </a:bodyPr>
            <a:lstStyle>
              <a:lvl1pPr marL="27305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3200" b="1" dirty="0">
                  <a:latin typeface="+mj-lt"/>
                </a:rPr>
                <a:t>01</a:t>
              </a:r>
              <a:endParaRPr lang="en-US" sz="2400" dirty="0">
                <a:latin typeface="+mn-lt"/>
              </a:endParaRPr>
            </a:p>
          </p:txBody>
        </p:sp>
      </p:grpSp>
      <p:grpSp>
        <p:nvGrpSpPr>
          <p:cNvPr id="83" name="Group 13">
            <a:extLst>
              <a:ext uri="{FF2B5EF4-FFF2-40B4-BE49-F238E27FC236}">
                <a16:creationId xmlns:a16="http://schemas.microsoft.com/office/drawing/2014/main" id="{E2186A3D-DC96-442E-B9C1-FFD7E3A8F7AF}"/>
              </a:ext>
            </a:extLst>
          </p:cNvPr>
          <p:cNvGrpSpPr/>
          <p:nvPr/>
        </p:nvGrpSpPr>
        <p:grpSpPr>
          <a:xfrm>
            <a:off x="4552700" y="2286070"/>
            <a:ext cx="1222319" cy="851866"/>
            <a:chOff x="3979746" y="2764288"/>
            <a:chExt cx="1222319" cy="851866"/>
          </a:xfrm>
        </p:grpSpPr>
        <p:grpSp>
          <p:nvGrpSpPr>
            <p:cNvPr id="84" name="Group 193">
              <a:extLst>
                <a:ext uri="{FF2B5EF4-FFF2-40B4-BE49-F238E27FC236}">
                  <a16:creationId xmlns:a16="http://schemas.microsoft.com/office/drawing/2014/main" id="{A2B94E8E-1E67-4E55-8CBA-0342BA95DA52}"/>
                </a:ext>
              </a:extLst>
            </p:cNvPr>
            <p:cNvGrpSpPr/>
            <p:nvPr/>
          </p:nvGrpSpPr>
          <p:grpSpPr>
            <a:xfrm>
              <a:off x="4158397" y="2764288"/>
              <a:ext cx="1043668" cy="851866"/>
              <a:chOff x="7127875" y="1806575"/>
              <a:chExt cx="1252538" cy="1022350"/>
            </a:xfrm>
          </p:grpSpPr>
          <p:sp>
            <p:nvSpPr>
              <p:cNvPr id="86" name="Freeform 128">
                <a:extLst>
                  <a:ext uri="{FF2B5EF4-FFF2-40B4-BE49-F238E27FC236}">
                    <a16:creationId xmlns:a16="http://schemas.microsoft.com/office/drawing/2014/main" id="{FA95711B-B93C-4B8C-B523-78E4DB31A9BE}"/>
                  </a:ext>
                </a:extLst>
              </p:cNvPr>
              <p:cNvSpPr/>
              <p:nvPr/>
            </p:nvSpPr>
            <p:spPr bwMode="auto">
              <a:xfrm>
                <a:off x="7127875" y="1806575"/>
                <a:ext cx="1252538" cy="1022350"/>
              </a:xfrm>
              <a:custGeom>
                <a:avLst/>
                <a:gdLst>
                  <a:gd name="T0" fmla="*/ 0 w 789"/>
                  <a:gd name="T1" fmla="*/ 526 h 644"/>
                  <a:gd name="T2" fmla="*/ 394 w 789"/>
                  <a:gd name="T3" fmla="*/ 644 h 644"/>
                  <a:gd name="T4" fmla="*/ 789 w 789"/>
                  <a:gd name="T5" fmla="*/ 526 h 644"/>
                  <a:gd name="T6" fmla="*/ 789 w 789"/>
                  <a:gd name="T7" fmla="*/ 0 h 644"/>
                  <a:gd name="T8" fmla="*/ 394 w 789"/>
                  <a:gd name="T9" fmla="*/ 117 h 644"/>
                  <a:gd name="T10" fmla="*/ 0 w 789"/>
                  <a:gd name="T11" fmla="*/ 0 h 644"/>
                  <a:gd name="T12" fmla="*/ 0 w 789"/>
                  <a:gd name="T13" fmla="*/ 526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9" h="644">
                    <a:moveTo>
                      <a:pt x="0" y="526"/>
                    </a:moveTo>
                    <a:lnTo>
                      <a:pt x="394" y="644"/>
                    </a:lnTo>
                    <a:lnTo>
                      <a:pt x="789" y="526"/>
                    </a:lnTo>
                    <a:lnTo>
                      <a:pt x="789" y="0"/>
                    </a:lnTo>
                    <a:lnTo>
                      <a:pt x="394" y="117"/>
                    </a:lnTo>
                    <a:lnTo>
                      <a:pt x="0" y="0"/>
                    </a:lnTo>
                    <a:lnTo>
                      <a:pt x="0" y="52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7" name="Freeform 130">
                <a:extLst>
                  <a:ext uri="{FF2B5EF4-FFF2-40B4-BE49-F238E27FC236}">
                    <a16:creationId xmlns:a16="http://schemas.microsoft.com/office/drawing/2014/main" id="{86D5661E-F95C-4FEA-9F3D-8C3A668FC70D}"/>
                  </a:ext>
                </a:extLst>
              </p:cNvPr>
              <p:cNvSpPr/>
              <p:nvPr/>
            </p:nvSpPr>
            <p:spPr bwMode="auto">
              <a:xfrm>
                <a:off x="7127875" y="1806575"/>
                <a:ext cx="625475" cy="1022350"/>
              </a:xfrm>
              <a:custGeom>
                <a:avLst/>
                <a:gdLst>
                  <a:gd name="T0" fmla="*/ 0 w 394"/>
                  <a:gd name="T1" fmla="*/ 0 h 644"/>
                  <a:gd name="T2" fmla="*/ 0 w 394"/>
                  <a:gd name="T3" fmla="*/ 526 h 644"/>
                  <a:gd name="T4" fmla="*/ 394 w 394"/>
                  <a:gd name="T5" fmla="*/ 644 h 644"/>
                  <a:gd name="T6" fmla="*/ 394 w 394"/>
                  <a:gd name="T7" fmla="*/ 117 h 644"/>
                  <a:gd name="T8" fmla="*/ 156 w 394"/>
                  <a:gd name="T9" fmla="*/ 47 h 644"/>
                  <a:gd name="T10" fmla="*/ 0 w 394"/>
                  <a:gd name="T11" fmla="*/ 0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4" h="644">
                    <a:moveTo>
                      <a:pt x="0" y="0"/>
                    </a:moveTo>
                    <a:lnTo>
                      <a:pt x="0" y="526"/>
                    </a:lnTo>
                    <a:lnTo>
                      <a:pt x="394" y="644"/>
                    </a:lnTo>
                    <a:lnTo>
                      <a:pt x="394" y="117"/>
                    </a:lnTo>
                    <a:lnTo>
                      <a:pt x="156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85" name="Inhaltsplatzhalter 4">
              <a:extLst>
                <a:ext uri="{FF2B5EF4-FFF2-40B4-BE49-F238E27FC236}">
                  <a16:creationId xmlns:a16="http://schemas.microsoft.com/office/drawing/2014/main" id="{F805D730-DECC-4DAE-98E7-A68765463E2E}"/>
                </a:ext>
              </a:extLst>
            </p:cNvPr>
            <p:cNvSpPr txBox="1"/>
            <p:nvPr/>
          </p:nvSpPr>
          <p:spPr>
            <a:xfrm>
              <a:off x="3979746" y="2957772"/>
              <a:ext cx="885242" cy="49244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  <a:scene3d>
                <a:camera prst="isometricOffAxis2Left"/>
                <a:lightRig rig="threePt" dir="t"/>
              </a:scene3d>
            </a:bodyPr>
            <a:lstStyle>
              <a:lvl1pPr marL="27305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3200" b="1" dirty="0">
                  <a:latin typeface="+mj-lt"/>
                </a:rPr>
                <a:t>02</a:t>
              </a:r>
              <a:endParaRPr lang="en-US" sz="2400" dirty="0">
                <a:latin typeface="+mn-lt"/>
              </a:endParaRPr>
            </a:p>
          </p:txBody>
        </p:sp>
      </p:grpSp>
      <p:grpSp>
        <p:nvGrpSpPr>
          <p:cNvPr id="88" name="Group 14">
            <a:extLst>
              <a:ext uri="{FF2B5EF4-FFF2-40B4-BE49-F238E27FC236}">
                <a16:creationId xmlns:a16="http://schemas.microsoft.com/office/drawing/2014/main" id="{0306484B-5690-485B-81C4-D018CBFDEFAC}"/>
              </a:ext>
            </a:extLst>
          </p:cNvPr>
          <p:cNvGrpSpPr/>
          <p:nvPr/>
        </p:nvGrpSpPr>
        <p:grpSpPr>
          <a:xfrm>
            <a:off x="4552700" y="3290055"/>
            <a:ext cx="1222319" cy="850543"/>
            <a:chOff x="3979746" y="3768273"/>
            <a:chExt cx="1222319" cy="850543"/>
          </a:xfrm>
        </p:grpSpPr>
        <p:grpSp>
          <p:nvGrpSpPr>
            <p:cNvPr id="89" name="Group 192">
              <a:extLst>
                <a:ext uri="{FF2B5EF4-FFF2-40B4-BE49-F238E27FC236}">
                  <a16:creationId xmlns:a16="http://schemas.microsoft.com/office/drawing/2014/main" id="{5BFE8A45-AB02-49F5-BE57-9EE1517642C8}"/>
                </a:ext>
              </a:extLst>
            </p:cNvPr>
            <p:cNvGrpSpPr/>
            <p:nvPr/>
          </p:nvGrpSpPr>
          <p:grpSpPr>
            <a:xfrm>
              <a:off x="4158397" y="3768273"/>
              <a:ext cx="1043668" cy="850543"/>
              <a:chOff x="7127875" y="3011488"/>
              <a:chExt cx="1252538" cy="1020762"/>
            </a:xfrm>
          </p:grpSpPr>
          <p:sp>
            <p:nvSpPr>
              <p:cNvPr id="91" name="Freeform 132">
                <a:extLst>
                  <a:ext uri="{FF2B5EF4-FFF2-40B4-BE49-F238E27FC236}">
                    <a16:creationId xmlns:a16="http://schemas.microsoft.com/office/drawing/2014/main" id="{DB84354E-8867-4DBD-AB03-C4FD87281903}"/>
                  </a:ext>
                </a:extLst>
              </p:cNvPr>
              <p:cNvSpPr/>
              <p:nvPr/>
            </p:nvSpPr>
            <p:spPr bwMode="auto">
              <a:xfrm>
                <a:off x="7127875" y="3011488"/>
                <a:ext cx="1252538" cy="1020762"/>
              </a:xfrm>
              <a:custGeom>
                <a:avLst/>
                <a:gdLst>
                  <a:gd name="T0" fmla="*/ 0 w 789"/>
                  <a:gd name="T1" fmla="*/ 527 h 643"/>
                  <a:gd name="T2" fmla="*/ 394 w 789"/>
                  <a:gd name="T3" fmla="*/ 643 h 643"/>
                  <a:gd name="T4" fmla="*/ 789 w 789"/>
                  <a:gd name="T5" fmla="*/ 527 h 643"/>
                  <a:gd name="T6" fmla="*/ 789 w 789"/>
                  <a:gd name="T7" fmla="*/ 0 h 643"/>
                  <a:gd name="T8" fmla="*/ 394 w 789"/>
                  <a:gd name="T9" fmla="*/ 116 h 643"/>
                  <a:gd name="T10" fmla="*/ 0 w 789"/>
                  <a:gd name="T11" fmla="*/ 0 h 643"/>
                  <a:gd name="T12" fmla="*/ 0 w 789"/>
                  <a:gd name="T13" fmla="*/ 527 h 6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9" h="643">
                    <a:moveTo>
                      <a:pt x="0" y="527"/>
                    </a:moveTo>
                    <a:lnTo>
                      <a:pt x="394" y="643"/>
                    </a:lnTo>
                    <a:lnTo>
                      <a:pt x="789" y="527"/>
                    </a:lnTo>
                    <a:lnTo>
                      <a:pt x="789" y="0"/>
                    </a:lnTo>
                    <a:lnTo>
                      <a:pt x="394" y="116"/>
                    </a:lnTo>
                    <a:lnTo>
                      <a:pt x="0" y="0"/>
                    </a:lnTo>
                    <a:lnTo>
                      <a:pt x="0" y="527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2" name="Freeform 134">
                <a:extLst>
                  <a:ext uri="{FF2B5EF4-FFF2-40B4-BE49-F238E27FC236}">
                    <a16:creationId xmlns:a16="http://schemas.microsoft.com/office/drawing/2014/main" id="{E1CF5F10-0663-4805-839F-34ABE7B271D4}"/>
                  </a:ext>
                </a:extLst>
              </p:cNvPr>
              <p:cNvSpPr/>
              <p:nvPr/>
            </p:nvSpPr>
            <p:spPr bwMode="auto">
              <a:xfrm>
                <a:off x="7127875" y="3011488"/>
                <a:ext cx="625475" cy="1020762"/>
              </a:xfrm>
              <a:custGeom>
                <a:avLst/>
                <a:gdLst>
                  <a:gd name="T0" fmla="*/ 0 w 394"/>
                  <a:gd name="T1" fmla="*/ 0 h 643"/>
                  <a:gd name="T2" fmla="*/ 0 w 394"/>
                  <a:gd name="T3" fmla="*/ 527 h 643"/>
                  <a:gd name="T4" fmla="*/ 394 w 394"/>
                  <a:gd name="T5" fmla="*/ 643 h 643"/>
                  <a:gd name="T6" fmla="*/ 394 w 394"/>
                  <a:gd name="T7" fmla="*/ 116 h 643"/>
                  <a:gd name="T8" fmla="*/ 156 w 394"/>
                  <a:gd name="T9" fmla="*/ 45 h 643"/>
                  <a:gd name="T10" fmla="*/ 0 w 394"/>
                  <a:gd name="T11" fmla="*/ 0 h 6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4" h="643">
                    <a:moveTo>
                      <a:pt x="0" y="0"/>
                    </a:moveTo>
                    <a:lnTo>
                      <a:pt x="0" y="527"/>
                    </a:lnTo>
                    <a:lnTo>
                      <a:pt x="394" y="643"/>
                    </a:lnTo>
                    <a:lnTo>
                      <a:pt x="394" y="116"/>
                    </a:lnTo>
                    <a:lnTo>
                      <a:pt x="156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90" name="Inhaltsplatzhalter 4">
              <a:extLst>
                <a:ext uri="{FF2B5EF4-FFF2-40B4-BE49-F238E27FC236}">
                  <a16:creationId xmlns:a16="http://schemas.microsoft.com/office/drawing/2014/main" id="{665C3893-6A3E-4EAD-B9E4-F51378F63CCE}"/>
                </a:ext>
              </a:extLst>
            </p:cNvPr>
            <p:cNvSpPr txBox="1"/>
            <p:nvPr/>
          </p:nvSpPr>
          <p:spPr>
            <a:xfrm>
              <a:off x="3979746" y="3948073"/>
              <a:ext cx="885242" cy="49244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  <a:scene3d>
                <a:camera prst="isometricOffAxis2Left"/>
                <a:lightRig rig="threePt" dir="t"/>
              </a:scene3d>
            </a:bodyPr>
            <a:lstStyle>
              <a:lvl1pPr marL="27305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3200" b="1" dirty="0">
                  <a:latin typeface="+mj-lt"/>
                </a:rPr>
                <a:t>03</a:t>
              </a:r>
              <a:endParaRPr lang="en-US" sz="2400" dirty="0">
                <a:latin typeface="+mn-lt"/>
              </a:endParaRPr>
            </a:p>
          </p:txBody>
        </p:sp>
      </p:grpSp>
      <p:grpSp>
        <p:nvGrpSpPr>
          <p:cNvPr id="93" name="Group 15">
            <a:extLst>
              <a:ext uri="{FF2B5EF4-FFF2-40B4-BE49-F238E27FC236}">
                <a16:creationId xmlns:a16="http://schemas.microsoft.com/office/drawing/2014/main" id="{CC62692A-47B7-4F87-91F7-E227DDDE5816}"/>
              </a:ext>
            </a:extLst>
          </p:cNvPr>
          <p:cNvGrpSpPr/>
          <p:nvPr/>
        </p:nvGrpSpPr>
        <p:grpSpPr>
          <a:xfrm>
            <a:off x="4552700" y="4292717"/>
            <a:ext cx="1222319" cy="851866"/>
            <a:chOff x="3979746" y="4770935"/>
            <a:chExt cx="1222319" cy="851866"/>
          </a:xfrm>
        </p:grpSpPr>
        <p:grpSp>
          <p:nvGrpSpPr>
            <p:cNvPr id="94" name="Group 191">
              <a:extLst>
                <a:ext uri="{FF2B5EF4-FFF2-40B4-BE49-F238E27FC236}">
                  <a16:creationId xmlns:a16="http://schemas.microsoft.com/office/drawing/2014/main" id="{E3FD9429-917F-45CD-914D-CD75D9BCC3FB}"/>
                </a:ext>
              </a:extLst>
            </p:cNvPr>
            <p:cNvGrpSpPr/>
            <p:nvPr/>
          </p:nvGrpSpPr>
          <p:grpSpPr>
            <a:xfrm>
              <a:off x="4158397" y="4770935"/>
              <a:ext cx="1043668" cy="851866"/>
              <a:chOff x="7127875" y="4214813"/>
              <a:chExt cx="1252538" cy="1022350"/>
            </a:xfrm>
          </p:grpSpPr>
          <p:sp>
            <p:nvSpPr>
              <p:cNvPr id="96" name="Freeform 136">
                <a:extLst>
                  <a:ext uri="{FF2B5EF4-FFF2-40B4-BE49-F238E27FC236}">
                    <a16:creationId xmlns:a16="http://schemas.microsoft.com/office/drawing/2014/main" id="{FE6652F0-40AF-40F5-80BC-8B5C54EA3BA3}"/>
                  </a:ext>
                </a:extLst>
              </p:cNvPr>
              <p:cNvSpPr/>
              <p:nvPr/>
            </p:nvSpPr>
            <p:spPr bwMode="auto">
              <a:xfrm>
                <a:off x="7127875" y="4214813"/>
                <a:ext cx="1252538" cy="1022350"/>
              </a:xfrm>
              <a:custGeom>
                <a:avLst/>
                <a:gdLst>
                  <a:gd name="T0" fmla="*/ 0 w 789"/>
                  <a:gd name="T1" fmla="*/ 528 h 644"/>
                  <a:gd name="T2" fmla="*/ 394 w 789"/>
                  <a:gd name="T3" fmla="*/ 644 h 644"/>
                  <a:gd name="T4" fmla="*/ 789 w 789"/>
                  <a:gd name="T5" fmla="*/ 528 h 644"/>
                  <a:gd name="T6" fmla="*/ 789 w 789"/>
                  <a:gd name="T7" fmla="*/ 0 h 644"/>
                  <a:gd name="T8" fmla="*/ 394 w 789"/>
                  <a:gd name="T9" fmla="*/ 117 h 644"/>
                  <a:gd name="T10" fmla="*/ 0 w 789"/>
                  <a:gd name="T11" fmla="*/ 0 h 644"/>
                  <a:gd name="T12" fmla="*/ 0 w 789"/>
                  <a:gd name="T13" fmla="*/ 528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9" h="644">
                    <a:moveTo>
                      <a:pt x="0" y="528"/>
                    </a:moveTo>
                    <a:lnTo>
                      <a:pt x="394" y="644"/>
                    </a:lnTo>
                    <a:lnTo>
                      <a:pt x="789" y="528"/>
                    </a:lnTo>
                    <a:lnTo>
                      <a:pt x="789" y="0"/>
                    </a:lnTo>
                    <a:lnTo>
                      <a:pt x="394" y="117"/>
                    </a:lnTo>
                    <a:lnTo>
                      <a:pt x="0" y="0"/>
                    </a:lnTo>
                    <a:lnTo>
                      <a:pt x="0" y="528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7" name="Freeform 138">
                <a:extLst>
                  <a:ext uri="{FF2B5EF4-FFF2-40B4-BE49-F238E27FC236}">
                    <a16:creationId xmlns:a16="http://schemas.microsoft.com/office/drawing/2014/main" id="{B77A82DC-C86E-4775-812F-B4987C98FBD9}"/>
                  </a:ext>
                </a:extLst>
              </p:cNvPr>
              <p:cNvSpPr/>
              <p:nvPr/>
            </p:nvSpPr>
            <p:spPr bwMode="auto">
              <a:xfrm>
                <a:off x="7127875" y="4214813"/>
                <a:ext cx="625475" cy="1022350"/>
              </a:xfrm>
              <a:custGeom>
                <a:avLst/>
                <a:gdLst>
                  <a:gd name="T0" fmla="*/ 0 w 394"/>
                  <a:gd name="T1" fmla="*/ 0 h 644"/>
                  <a:gd name="T2" fmla="*/ 0 w 394"/>
                  <a:gd name="T3" fmla="*/ 528 h 644"/>
                  <a:gd name="T4" fmla="*/ 394 w 394"/>
                  <a:gd name="T5" fmla="*/ 644 h 644"/>
                  <a:gd name="T6" fmla="*/ 394 w 394"/>
                  <a:gd name="T7" fmla="*/ 117 h 644"/>
                  <a:gd name="T8" fmla="*/ 156 w 394"/>
                  <a:gd name="T9" fmla="*/ 47 h 644"/>
                  <a:gd name="T10" fmla="*/ 0 w 394"/>
                  <a:gd name="T11" fmla="*/ 0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4" h="644">
                    <a:moveTo>
                      <a:pt x="0" y="0"/>
                    </a:moveTo>
                    <a:lnTo>
                      <a:pt x="0" y="528"/>
                    </a:lnTo>
                    <a:lnTo>
                      <a:pt x="394" y="644"/>
                    </a:lnTo>
                    <a:lnTo>
                      <a:pt x="394" y="117"/>
                    </a:lnTo>
                    <a:lnTo>
                      <a:pt x="156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95" name="Inhaltsplatzhalter 4">
              <a:extLst>
                <a:ext uri="{FF2B5EF4-FFF2-40B4-BE49-F238E27FC236}">
                  <a16:creationId xmlns:a16="http://schemas.microsoft.com/office/drawing/2014/main" id="{29135439-8243-40C0-AFE6-2F17F0ABBB91}"/>
                </a:ext>
              </a:extLst>
            </p:cNvPr>
            <p:cNvSpPr txBox="1"/>
            <p:nvPr/>
          </p:nvSpPr>
          <p:spPr>
            <a:xfrm>
              <a:off x="3979746" y="4973082"/>
              <a:ext cx="885242" cy="49244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  <a:scene3d>
                <a:camera prst="isometricOffAxis2Left"/>
                <a:lightRig rig="threePt" dir="t"/>
              </a:scene3d>
            </a:bodyPr>
            <a:lstStyle>
              <a:lvl1pPr marL="27305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3200" b="1" dirty="0">
                  <a:latin typeface="+mj-lt"/>
                </a:rPr>
                <a:t>04</a:t>
              </a:r>
              <a:endParaRPr lang="en-US" sz="2400" dirty="0">
                <a:latin typeface="+mn-lt"/>
              </a:endParaRPr>
            </a:p>
          </p:txBody>
        </p:sp>
      </p:grpSp>
      <p:grpSp>
        <p:nvGrpSpPr>
          <p:cNvPr id="98" name="Group 16">
            <a:extLst>
              <a:ext uri="{FF2B5EF4-FFF2-40B4-BE49-F238E27FC236}">
                <a16:creationId xmlns:a16="http://schemas.microsoft.com/office/drawing/2014/main" id="{697C3C2A-B73C-4BA4-AA72-7EAB26717229}"/>
              </a:ext>
            </a:extLst>
          </p:cNvPr>
          <p:cNvGrpSpPr/>
          <p:nvPr/>
        </p:nvGrpSpPr>
        <p:grpSpPr>
          <a:xfrm>
            <a:off x="4552700" y="5296701"/>
            <a:ext cx="1222319" cy="851866"/>
            <a:chOff x="3979746" y="5774919"/>
            <a:chExt cx="1222319" cy="851866"/>
          </a:xfrm>
        </p:grpSpPr>
        <p:grpSp>
          <p:nvGrpSpPr>
            <p:cNvPr id="99" name="Group 190">
              <a:extLst>
                <a:ext uri="{FF2B5EF4-FFF2-40B4-BE49-F238E27FC236}">
                  <a16:creationId xmlns:a16="http://schemas.microsoft.com/office/drawing/2014/main" id="{283B3890-008D-44AB-B394-15D3EFE9EA13}"/>
                </a:ext>
              </a:extLst>
            </p:cNvPr>
            <p:cNvGrpSpPr/>
            <p:nvPr/>
          </p:nvGrpSpPr>
          <p:grpSpPr>
            <a:xfrm>
              <a:off x="4158397" y="5774919"/>
              <a:ext cx="1043668" cy="851866"/>
              <a:chOff x="7127875" y="5419725"/>
              <a:chExt cx="1252538" cy="1022350"/>
            </a:xfrm>
          </p:grpSpPr>
          <p:sp>
            <p:nvSpPr>
              <p:cNvPr id="101" name="Freeform 140">
                <a:extLst>
                  <a:ext uri="{FF2B5EF4-FFF2-40B4-BE49-F238E27FC236}">
                    <a16:creationId xmlns:a16="http://schemas.microsoft.com/office/drawing/2014/main" id="{C6688D00-9A18-4345-8334-3733C6060FBA}"/>
                  </a:ext>
                </a:extLst>
              </p:cNvPr>
              <p:cNvSpPr/>
              <p:nvPr/>
            </p:nvSpPr>
            <p:spPr bwMode="auto">
              <a:xfrm>
                <a:off x="7127875" y="5419725"/>
                <a:ext cx="1252538" cy="1022350"/>
              </a:xfrm>
              <a:custGeom>
                <a:avLst/>
                <a:gdLst>
                  <a:gd name="T0" fmla="*/ 0 w 789"/>
                  <a:gd name="T1" fmla="*/ 526 h 644"/>
                  <a:gd name="T2" fmla="*/ 394 w 789"/>
                  <a:gd name="T3" fmla="*/ 644 h 644"/>
                  <a:gd name="T4" fmla="*/ 789 w 789"/>
                  <a:gd name="T5" fmla="*/ 526 h 644"/>
                  <a:gd name="T6" fmla="*/ 789 w 789"/>
                  <a:gd name="T7" fmla="*/ 0 h 644"/>
                  <a:gd name="T8" fmla="*/ 394 w 789"/>
                  <a:gd name="T9" fmla="*/ 117 h 644"/>
                  <a:gd name="T10" fmla="*/ 0 w 789"/>
                  <a:gd name="T11" fmla="*/ 0 h 644"/>
                  <a:gd name="T12" fmla="*/ 0 w 789"/>
                  <a:gd name="T13" fmla="*/ 526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9" h="644">
                    <a:moveTo>
                      <a:pt x="0" y="526"/>
                    </a:moveTo>
                    <a:lnTo>
                      <a:pt x="394" y="644"/>
                    </a:lnTo>
                    <a:lnTo>
                      <a:pt x="789" y="526"/>
                    </a:lnTo>
                    <a:lnTo>
                      <a:pt x="789" y="0"/>
                    </a:lnTo>
                    <a:lnTo>
                      <a:pt x="394" y="117"/>
                    </a:lnTo>
                    <a:lnTo>
                      <a:pt x="0" y="0"/>
                    </a:lnTo>
                    <a:lnTo>
                      <a:pt x="0" y="526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2" name="Freeform 142">
                <a:extLst>
                  <a:ext uri="{FF2B5EF4-FFF2-40B4-BE49-F238E27FC236}">
                    <a16:creationId xmlns:a16="http://schemas.microsoft.com/office/drawing/2014/main" id="{77D11E5A-5983-4B27-ACA4-16CD9CA65210}"/>
                  </a:ext>
                </a:extLst>
              </p:cNvPr>
              <p:cNvSpPr/>
              <p:nvPr/>
            </p:nvSpPr>
            <p:spPr bwMode="auto">
              <a:xfrm>
                <a:off x="7127875" y="5419725"/>
                <a:ext cx="625475" cy="1022350"/>
              </a:xfrm>
              <a:custGeom>
                <a:avLst/>
                <a:gdLst>
                  <a:gd name="T0" fmla="*/ 0 w 394"/>
                  <a:gd name="T1" fmla="*/ 0 h 644"/>
                  <a:gd name="T2" fmla="*/ 0 w 394"/>
                  <a:gd name="T3" fmla="*/ 526 h 644"/>
                  <a:gd name="T4" fmla="*/ 394 w 394"/>
                  <a:gd name="T5" fmla="*/ 644 h 644"/>
                  <a:gd name="T6" fmla="*/ 394 w 394"/>
                  <a:gd name="T7" fmla="*/ 117 h 644"/>
                  <a:gd name="T8" fmla="*/ 156 w 394"/>
                  <a:gd name="T9" fmla="*/ 47 h 644"/>
                  <a:gd name="T10" fmla="*/ 0 w 394"/>
                  <a:gd name="T11" fmla="*/ 0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4" h="644">
                    <a:moveTo>
                      <a:pt x="0" y="0"/>
                    </a:moveTo>
                    <a:lnTo>
                      <a:pt x="0" y="526"/>
                    </a:lnTo>
                    <a:lnTo>
                      <a:pt x="394" y="644"/>
                    </a:lnTo>
                    <a:lnTo>
                      <a:pt x="394" y="117"/>
                    </a:lnTo>
                    <a:lnTo>
                      <a:pt x="156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100" name="Inhaltsplatzhalter 4">
              <a:extLst>
                <a:ext uri="{FF2B5EF4-FFF2-40B4-BE49-F238E27FC236}">
                  <a16:creationId xmlns:a16="http://schemas.microsoft.com/office/drawing/2014/main" id="{C0DD6A12-0B26-4B5E-80A5-3CDCF743F8EF}"/>
                </a:ext>
              </a:extLst>
            </p:cNvPr>
            <p:cNvSpPr txBox="1"/>
            <p:nvPr/>
          </p:nvSpPr>
          <p:spPr>
            <a:xfrm>
              <a:off x="3979746" y="5957289"/>
              <a:ext cx="885242" cy="49244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  <a:scene3d>
                <a:camera prst="isometricOffAxis2Left"/>
                <a:lightRig rig="threePt" dir="t"/>
              </a:scene3d>
            </a:bodyPr>
            <a:lstStyle>
              <a:lvl1pPr marL="27305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3765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3765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3200" b="1" dirty="0">
                  <a:latin typeface="+mj-lt"/>
                </a:rPr>
                <a:t>05</a:t>
              </a:r>
              <a:endParaRPr lang="en-US" sz="2400" dirty="0">
                <a:latin typeface="+mn-lt"/>
              </a:endParaRPr>
            </a:p>
          </p:txBody>
        </p: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6163615F-B86C-4E5F-A3D0-8243397D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FF437296-36B7-4C9A-A88D-02CC9D400B8D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AEC28F8F-FAA0-4FD4-83E4-F377AB51C444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72CDBB34-B159-4247-BD4B-330366150623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A16C379E-41B4-4CA8-964F-31E73CE7141B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F1C1EC0E-6374-4834-A108-A1BDACB3BB64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9D4E54BA-AE03-4D39-9B19-1A124FB136E6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0696CAF3-BEB7-4873-A26A-C38D7F788C26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B337B858-BC51-45EB-9D8A-000620FA594B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F61F2F72-CA01-4EF9-9D5B-3503B535CF7C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4579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9234DE6B-06C9-4116-8055-F5EC8802D9B0}"/>
              </a:ext>
            </a:extLst>
          </p:cNvPr>
          <p:cNvGrpSpPr/>
          <p:nvPr/>
        </p:nvGrpSpPr>
        <p:grpSpPr>
          <a:xfrm>
            <a:off x="5720351" y="1172591"/>
            <a:ext cx="751299" cy="5685409"/>
            <a:chOff x="5575733" y="1047592"/>
            <a:chExt cx="867743" cy="4964005"/>
          </a:xfrm>
        </p:grpSpPr>
        <p:sp>
          <p:nvSpPr>
            <p:cNvPr id="36" name="Freeform 120">
              <a:extLst>
                <a:ext uri="{FF2B5EF4-FFF2-40B4-BE49-F238E27FC236}">
                  <a16:creationId xmlns:a16="http://schemas.microsoft.com/office/drawing/2014/main" id="{00AC7B0A-CB66-4AB8-85EB-84920B98CC86}"/>
                </a:ext>
              </a:extLst>
            </p:cNvPr>
            <p:cNvSpPr/>
            <p:nvPr/>
          </p:nvSpPr>
          <p:spPr bwMode="auto">
            <a:xfrm>
              <a:off x="5580282" y="1047592"/>
              <a:ext cx="863194" cy="4964005"/>
            </a:xfrm>
            <a:custGeom>
              <a:avLst/>
              <a:gdLst>
                <a:gd name="T0" fmla="*/ 0 w 477"/>
                <a:gd name="T1" fmla="*/ 71 h 4148"/>
                <a:gd name="T2" fmla="*/ 238 w 477"/>
                <a:gd name="T3" fmla="*/ 0 h 4148"/>
                <a:gd name="T4" fmla="*/ 477 w 477"/>
                <a:gd name="T5" fmla="*/ 71 h 4148"/>
                <a:gd name="T6" fmla="*/ 477 w 477"/>
                <a:gd name="T7" fmla="*/ 4148 h 4148"/>
                <a:gd name="T8" fmla="*/ 0 w 477"/>
                <a:gd name="T9" fmla="*/ 4148 h 4148"/>
                <a:gd name="T10" fmla="*/ 0 w 477"/>
                <a:gd name="T11" fmla="*/ 71 h 4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7" h="4148">
                  <a:moveTo>
                    <a:pt x="0" y="71"/>
                  </a:moveTo>
                  <a:lnTo>
                    <a:pt x="238" y="0"/>
                  </a:lnTo>
                  <a:lnTo>
                    <a:pt x="477" y="71"/>
                  </a:lnTo>
                  <a:lnTo>
                    <a:pt x="477" y="4148"/>
                  </a:lnTo>
                  <a:lnTo>
                    <a:pt x="0" y="4148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C01369A3-8549-4096-84F1-6495D6C2661B}"/>
                </a:ext>
              </a:extLst>
            </p:cNvPr>
            <p:cNvSpPr/>
            <p:nvPr/>
          </p:nvSpPr>
          <p:spPr bwMode="auto">
            <a:xfrm>
              <a:off x="5575733" y="1047592"/>
              <a:ext cx="426819" cy="4963241"/>
            </a:xfrm>
            <a:custGeom>
              <a:avLst/>
              <a:gdLst>
                <a:gd name="connsiteX0" fmla="*/ 311989 w 311989"/>
                <a:gd name="connsiteY0" fmla="*/ 0 h 5486017"/>
                <a:gd name="connsiteX1" fmla="*/ 311989 w 311989"/>
                <a:gd name="connsiteY1" fmla="*/ 5486017 h 5486017"/>
                <a:gd name="connsiteX2" fmla="*/ 0 w 311989"/>
                <a:gd name="connsiteY2" fmla="*/ 5486017 h 5486017"/>
                <a:gd name="connsiteX3" fmla="*/ 0 w 311989"/>
                <a:gd name="connsiteY3" fmla="*/ 93072 h 548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989" h="5486017">
                  <a:moveTo>
                    <a:pt x="311989" y="0"/>
                  </a:moveTo>
                  <a:lnTo>
                    <a:pt x="311989" y="5486017"/>
                  </a:lnTo>
                  <a:lnTo>
                    <a:pt x="0" y="5486017"/>
                  </a:lnTo>
                  <a:lnTo>
                    <a:pt x="0" y="9307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7" name="Line 5">
            <a:extLst>
              <a:ext uri="{FF2B5EF4-FFF2-40B4-BE49-F238E27FC236}">
                <a16:creationId xmlns:a16="http://schemas.microsoft.com/office/drawing/2014/main" id="{7B2A301B-0415-4EFE-A314-2E8C897BF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5572" y="1970758"/>
            <a:ext cx="983329" cy="0"/>
          </a:xfrm>
          <a:prstGeom prst="line">
            <a:avLst/>
          </a:prstGeom>
          <a:noFill/>
          <a:ln w="28575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987D94BC-A2A7-4898-8144-21F2C12590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5572" y="3325944"/>
            <a:ext cx="983329" cy="0"/>
          </a:xfrm>
          <a:prstGeom prst="line">
            <a:avLst/>
          </a:prstGeom>
          <a:noFill/>
          <a:ln w="28575" cap="flat">
            <a:solidFill>
              <a:schemeClr val="accent3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C0CD8A41-F1EC-4E8A-822F-0122155167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5572" y="4661490"/>
            <a:ext cx="983329" cy="0"/>
          </a:xfrm>
          <a:prstGeom prst="line">
            <a:avLst/>
          </a:prstGeom>
          <a:noFill/>
          <a:ln w="28575" cap="flat">
            <a:solidFill>
              <a:schemeClr val="accent5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71C24D72-8F97-46F3-B883-65569A6AE8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1791" y="2645078"/>
            <a:ext cx="984638" cy="0"/>
          </a:xfrm>
          <a:prstGeom prst="line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2CA0F9C9-BBA0-47AC-94E7-79C1803808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1791" y="3998955"/>
            <a:ext cx="984638" cy="0"/>
          </a:xfrm>
          <a:prstGeom prst="line">
            <a:avLst/>
          </a:prstGeom>
          <a:noFill/>
          <a:ln w="28575" cap="flat">
            <a:solidFill>
              <a:schemeClr val="accent4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6148AE0E-B4E6-4373-A7E8-B8CBB81CC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1791" y="5334501"/>
            <a:ext cx="984638" cy="0"/>
          </a:xfrm>
          <a:prstGeom prst="line">
            <a:avLst/>
          </a:prstGeom>
          <a:noFill/>
          <a:ln w="28575" cap="flat">
            <a:solidFill>
              <a:schemeClr val="accent6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9" name="Freeform 17">
            <a:extLst>
              <a:ext uri="{FF2B5EF4-FFF2-40B4-BE49-F238E27FC236}">
                <a16:creationId xmlns:a16="http://schemas.microsoft.com/office/drawing/2014/main" id="{03CE4E6E-7B3A-48CF-931F-B22D3386A7A1}"/>
              </a:ext>
            </a:extLst>
          </p:cNvPr>
          <p:cNvSpPr/>
          <p:nvPr/>
        </p:nvSpPr>
        <p:spPr bwMode="auto">
          <a:xfrm>
            <a:off x="5513335" y="2303335"/>
            <a:ext cx="1801678" cy="667773"/>
          </a:xfrm>
          <a:custGeom>
            <a:avLst/>
            <a:gdLst>
              <a:gd name="T0" fmla="*/ 775 w 1065"/>
              <a:gd name="T1" fmla="*/ 0 h 394"/>
              <a:gd name="T2" fmla="*/ 789 w 1065"/>
              <a:gd name="T3" fmla="*/ 5 h 394"/>
              <a:gd name="T4" fmla="*/ 1052 w 1065"/>
              <a:gd name="T5" fmla="*/ 181 h 394"/>
              <a:gd name="T6" fmla="*/ 1052 w 1065"/>
              <a:gd name="T7" fmla="*/ 213 h 394"/>
              <a:gd name="T8" fmla="*/ 788 w 1065"/>
              <a:gd name="T9" fmla="*/ 389 h 394"/>
              <a:gd name="T10" fmla="*/ 775 w 1065"/>
              <a:gd name="T11" fmla="*/ 394 h 394"/>
              <a:gd name="T12" fmla="*/ 765 w 1065"/>
              <a:gd name="T13" fmla="*/ 383 h 394"/>
              <a:gd name="T14" fmla="*/ 765 w 1065"/>
              <a:gd name="T15" fmla="*/ 344 h 394"/>
              <a:gd name="T16" fmla="*/ 81 w 1065"/>
              <a:gd name="T17" fmla="*/ 344 h 394"/>
              <a:gd name="T18" fmla="*/ 78 w 1065"/>
              <a:gd name="T19" fmla="*/ 344 h 394"/>
              <a:gd name="T20" fmla="*/ 2 w 1065"/>
              <a:gd name="T21" fmla="*/ 377 h 394"/>
              <a:gd name="T22" fmla="*/ 2 w 1065"/>
              <a:gd name="T23" fmla="*/ 89 h 394"/>
              <a:gd name="T24" fmla="*/ 60 w 1065"/>
              <a:gd name="T25" fmla="*/ 50 h 394"/>
              <a:gd name="T26" fmla="*/ 765 w 1065"/>
              <a:gd name="T27" fmla="*/ 50 h 394"/>
              <a:gd name="T28" fmla="*/ 765 w 1065"/>
              <a:gd name="T29" fmla="*/ 12 h 394"/>
              <a:gd name="T30" fmla="*/ 775 w 1065"/>
              <a:gd name="T31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65" h="394">
                <a:moveTo>
                  <a:pt x="775" y="0"/>
                </a:moveTo>
                <a:cubicBezTo>
                  <a:pt x="779" y="0"/>
                  <a:pt x="784" y="2"/>
                  <a:pt x="789" y="5"/>
                </a:cubicBezTo>
                <a:cubicBezTo>
                  <a:pt x="1052" y="181"/>
                  <a:pt x="1052" y="181"/>
                  <a:pt x="1052" y="181"/>
                </a:cubicBezTo>
                <a:cubicBezTo>
                  <a:pt x="1065" y="190"/>
                  <a:pt x="1065" y="204"/>
                  <a:pt x="1052" y="213"/>
                </a:cubicBezTo>
                <a:cubicBezTo>
                  <a:pt x="788" y="389"/>
                  <a:pt x="788" y="389"/>
                  <a:pt x="788" y="389"/>
                </a:cubicBezTo>
                <a:cubicBezTo>
                  <a:pt x="783" y="393"/>
                  <a:pt x="779" y="394"/>
                  <a:pt x="775" y="394"/>
                </a:cubicBezTo>
                <a:cubicBezTo>
                  <a:pt x="769" y="394"/>
                  <a:pt x="765" y="390"/>
                  <a:pt x="765" y="383"/>
                </a:cubicBezTo>
                <a:cubicBezTo>
                  <a:pt x="765" y="344"/>
                  <a:pt x="765" y="344"/>
                  <a:pt x="765" y="344"/>
                </a:cubicBezTo>
                <a:cubicBezTo>
                  <a:pt x="81" y="344"/>
                  <a:pt x="81" y="344"/>
                  <a:pt x="81" y="344"/>
                </a:cubicBezTo>
                <a:cubicBezTo>
                  <a:pt x="80" y="344"/>
                  <a:pt x="79" y="344"/>
                  <a:pt x="78" y="344"/>
                </a:cubicBezTo>
                <a:cubicBezTo>
                  <a:pt x="64" y="344"/>
                  <a:pt x="6" y="346"/>
                  <a:pt x="2" y="377"/>
                </a:cubicBezTo>
                <a:cubicBezTo>
                  <a:pt x="2" y="89"/>
                  <a:pt x="2" y="89"/>
                  <a:pt x="2" y="89"/>
                </a:cubicBezTo>
                <a:cubicBezTo>
                  <a:pt x="0" y="57"/>
                  <a:pt x="36" y="51"/>
                  <a:pt x="60" y="50"/>
                </a:cubicBezTo>
                <a:cubicBezTo>
                  <a:pt x="765" y="50"/>
                  <a:pt x="765" y="50"/>
                  <a:pt x="765" y="50"/>
                </a:cubicBezTo>
                <a:cubicBezTo>
                  <a:pt x="765" y="12"/>
                  <a:pt x="765" y="12"/>
                  <a:pt x="765" y="12"/>
                </a:cubicBezTo>
                <a:cubicBezTo>
                  <a:pt x="765" y="4"/>
                  <a:pt x="769" y="0"/>
                  <a:pt x="775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86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0" name="Freeform 18">
            <a:extLst>
              <a:ext uri="{FF2B5EF4-FFF2-40B4-BE49-F238E27FC236}">
                <a16:creationId xmlns:a16="http://schemas.microsoft.com/office/drawing/2014/main" id="{F08B688D-6D6C-4890-9BAA-B1A850AA4073}"/>
              </a:ext>
            </a:extLst>
          </p:cNvPr>
          <p:cNvSpPr/>
          <p:nvPr/>
        </p:nvSpPr>
        <p:spPr bwMode="auto">
          <a:xfrm>
            <a:off x="4870440" y="2995986"/>
            <a:ext cx="1801678" cy="666464"/>
          </a:xfrm>
          <a:custGeom>
            <a:avLst/>
            <a:gdLst>
              <a:gd name="T0" fmla="*/ 290 w 1065"/>
              <a:gd name="T1" fmla="*/ 394 h 394"/>
              <a:gd name="T2" fmla="*/ 276 w 1065"/>
              <a:gd name="T3" fmla="*/ 389 h 394"/>
              <a:gd name="T4" fmla="*/ 13 w 1065"/>
              <a:gd name="T5" fmla="*/ 213 h 394"/>
              <a:gd name="T6" fmla="*/ 13 w 1065"/>
              <a:gd name="T7" fmla="*/ 181 h 394"/>
              <a:gd name="T8" fmla="*/ 277 w 1065"/>
              <a:gd name="T9" fmla="*/ 5 h 394"/>
              <a:gd name="T10" fmla="*/ 290 w 1065"/>
              <a:gd name="T11" fmla="*/ 0 h 394"/>
              <a:gd name="T12" fmla="*/ 300 w 1065"/>
              <a:gd name="T13" fmla="*/ 11 h 394"/>
              <a:gd name="T14" fmla="*/ 300 w 1065"/>
              <a:gd name="T15" fmla="*/ 50 h 394"/>
              <a:gd name="T16" fmla="*/ 984 w 1065"/>
              <a:gd name="T17" fmla="*/ 50 h 394"/>
              <a:gd name="T18" fmla="*/ 987 w 1065"/>
              <a:gd name="T19" fmla="*/ 50 h 394"/>
              <a:gd name="T20" fmla="*/ 1063 w 1065"/>
              <a:gd name="T21" fmla="*/ 18 h 394"/>
              <a:gd name="T22" fmla="*/ 1063 w 1065"/>
              <a:gd name="T23" fmla="*/ 305 h 394"/>
              <a:gd name="T24" fmla="*/ 1005 w 1065"/>
              <a:gd name="T25" fmla="*/ 344 h 394"/>
              <a:gd name="T26" fmla="*/ 300 w 1065"/>
              <a:gd name="T27" fmla="*/ 344 h 394"/>
              <a:gd name="T28" fmla="*/ 300 w 1065"/>
              <a:gd name="T29" fmla="*/ 383 h 394"/>
              <a:gd name="T30" fmla="*/ 290 w 1065"/>
              <a:gd name="T31" fmla="*/ 394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65" h="394">
                <a:moveTo>
                  <a:pt x="290" y="394"/>
                </a:moveTo>
                <a:cubicBezTo>
                  <a:pt x="286" y="394"/>
                  <a:pt x="281" y="393"/>
                  <a:pt x="276" y="389"/>
                </a:cubicBezTo>
                <a:cubicBezTo>
                  <a:pt x="13" y="213"/>
                  <a:pt x="13" y="213"/>
                  <a:pt x="13" y="213"/>
                </a:cubicBezTo>
                <a:cubicBezTo>
                  <a:pt x="0" y="204"/>
                  <a:pt x="0" y="190"/>
                  <a:pt x="13" y="181"/>
                </a:cubicBezTo>
                <a:cubicBezTo>
                  <a:pt x="277" y="5"/>
                  <a:pt x="277" y="5"/>
                  <a:pt x="277" y="5"/>
                </a:cubicBezTo>
                <a:cubicBezTo>
                  <a:pt x="282" y="1"/>
                  <a:pt x="287" y="0"/>
                  <a:pt x="290" y="0"/>
                </a:cubicBezTo>
                <a:cubicBezTo>
                  <a:pt x="297" y="0"/>
                  <a:pt x="300" y="4"/>
                  <a:pt x="300" y="11"/>
                </a:cubicBezTo>
                <a:cubicBezTo>
                  <a:pt x="300" y="50"/>
                  <a:pt x="300" y="50"/>
                  <a:pt x="300" y="50"/>
                </a:cubicBezTo>
                <a:cubicBezTo>
                  <a:pt x="984" y="50"/>
                  <a:pt x="984" y="50"/>
                  <a:pt x="984" y="50"/>
                </a:cubicBezTo>
                <a:cubicBezTo>
                  <a:pt x="985" y="50"/>
                  <a:pt x="986" y="50"/>
                  <a:pt x="987" y="50"/>
                </a:cubicBezTo>
                <a:cubicBezTo>
                  <a:pt x="1001" y="50"/>
                  <a:pt x="1059" y="48"/>
                  <a:pt x="1063" y="18"/>
                </a:cubicBezTo>
                <a:cubicBezTo>
                  <a:pt x="1063" y="305"/>
                  <a:pt x="1063" y="305"/>
                  <a:pt x="1063" y="305"/>
                </a:cubicBezTo>
                <a:cubicBezTo>
                  <a:pt x="1065" y="337"/>
                  <a:pt x="1029" y="343"/>
                  <a:pt x="1005" y="344"/>
                </a:cubicBezTo>
                <a:cubicBezTo>
                  <a:pt x="300" y="344"/>
                  <a:pt x="300" y="344"/>
                  <a:pt x="300" y="344"/>
                </a:cubicBezTo>
                <a:cubicBezTo>
                  <a:pt x="300" y="383"/>
                  <a:pt x="300" y="383"/>
                  <a:pt x="300" y="383"/>
                </a:cubicBezTo>
                <a:cubicBezTo>
                  <a:pt x="300" y="390"/>
                  <a:pt x="296" y="394"/>
                  <a:pt x="290" y="394"/>
                </a:cubicBezTo>
                <a:close/>
              </a:path>
            </a:pathLst>
          </a:custGeom>
          <a:gradFill>
            <a:gsLst>
              <a:gs pos="0">
                <a:schemeClr val="accent3">
                  <a:lumMod val="75000"/>
                </a:schemeClr>
              </a:gs>
              <a:gs pos="17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1" name="Freeform 19">
            <a:extLst>
              <a:ext uri="{FF2B5EF4-FFF2-40B4-BE49-F238E27FC236}">
                <a16:creationId xmlns:a16="http://schemas.microsoft.com/office/drawing/2014/main" id="{F68D434A-33F7-4D54-A683-001FDDB3FBFA}"/>
              </a:ext>
            </a:extLst>
          </p:cNvPr>
          <p:cNvSpPr/>
          <p:nvPr/>
        </p:nvSpPr>
        <p:spPr bwMode="auto">
          <a:xfrm>
            <a:off x="5508098" y="4999305"/>
            <a:ext cx="1830484" cy="678248"/>
          </a:xfrm>
          <a:custGeom>
            <a:avLst/>
            <a:gdLst>
              <a:gd name="T0" fmla="*/ 787 w 1082"/>
              <a:gd name="T1" fmla="*/ 0 h 401"/>
              <a:gd name="T2" fmla="*/ 801 w 1082"/>
              <a:gd name="T3" fmla="*/ 6 h 401"/>
              <a:gd name="T4" fmla="*/ 1069 w 1082"/>
              <a:gd name="T5" fmla="*/ 185 h 401"/>
              <a:gd name="T6" fmla="*/ 1068 w 1082"/>
              <a:gd name="T7" fmla="*/ 217 h 401"/>
              <a:gd name="T8" fmla="*/ 801 w 1082"/>
              <a:gd name="T9" fmla="*/ 396 h 401"/>
              <a:gd name="T10" fmla="*/ 787 w 1082"/>
              <a:gd name="T11" fmla="*/ 401 h 401"/>
              <a:gd name="T12" fmla="*/ 777 w 1082"/>
              <a:gd name="T13" fmla="*/ 389 h 401"/>
              <a:gd name="T14" fmla="*/ 777 w 1082"/>
              <a:gd name="T15" fmla="*/ 350 h 401"/>
              <a:gd name="T16" fmla="*/ 82 w 1082"/>
              <a:gd name="T17" fmla="*/ 350 h 401"/>
              <a:gd name="T18" fmla="*/ 79 w 1082"/>
              <a:gd name="T19" fmla="*/ 350 h 401"/>
              <a:gd name="T20" fmla="*/ 2 w 1082"/>
              <a:gd name="T21" fmla="*/ 383 h 401"/>
              <a:gd name="T22" fmla="*/ 3 w 1082"/>
              <a:gd name="T23" fmla="*/ 91 h 401"/>
              <a:gd name="T24" fmla="*/ 61 w 1082"/>
              <a:gd name="T25" fmla="*/ 51 h 401"/>
              <a:gd name="T26" fmla="*/ 777 w 1082"/>
              <a:gd name="T27" fmla="*/ 51 h 401"/>
              <a:gd name="T28" fmla="*/ 777 w 1082"/>
              <a:gd name="T29" fmla="*/ 12 h 401"/>
              <a:gd name="T30" fmla="*/ 787 w 1082"/>
              <a:gd name="T31" fmla="*/ 0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82" h="401">
                <a:moveTo>
                  <a:pt x="787" y="0"/>
                </a:moveTo>
                <a:cubicBezTo>
                  <a:pt x="791" y="0"/>
                  <a:pt x="796" y="2"/>
                  <a:pt x="801" y="6"/>
                </a:cubicBezTo>
                <a:cubicBezTo>
                  <a:pt x="1069" y="185"/>
                  <a:pt x="1069" y="185"/>
                  <a:pt x="1069" y="185"/>
                </a:cubicBezTo>
                <a:cubicBezTo>
                  <a:pt x="1082" y="193"/>
                  <a:pt x="1082" y="208"/>
                  <a:pt x="1068" y="217"/>
                </a:cubicBezTo>
                <a:cubicBezTo>
                  <a:pt x="801" y="396"/>
                  <a:pt x="801" y="396"/>
                  <a:pt x="801" y="396"/>
                </a:cubicBezTo>
                <a:cubicBezTo>
                  <a:pt x="795" y="399"/>
                  <a:pt x="791" y="401"/>
                  <a:pt x="787" y="401"/>
                </a:cubicBezTo>
                <a:cubicBezTo>
                  <a:pt x="781" y="401"/>
                  <a:pt x="777" y="397"/>
                  <a:pt x="777" y="389"/>
                </a:cubicBezTo>
                <a:cubicBezTo>
                  <a:pt x="777" y="350"/>
                  <a:pt x="777" y="350"/>
                  <a:pt x="777" y="350"/>
                </a:cubicBezTo>
                <a:cubicBezTo>
                  <a:pt x="82" y="350"/>
                  <a:pt x="82" y="350"/>
                  <a:pt x="82" y="350"/>
                </a:cubicBezTo>
                <a:cubicBezTo>
                  <a:pt x="82" y="350"/>
                  <a:pt x="81" y="350"/>
                  <a:pt x="79" y="350"/>
                </a:cubicBezTo>
                <a:cubicBezTo>
                  <a:pt x="65" y="350"/>
                  <a:pt x="6" y="352"/>
                  <a:pt x="2" y="383"/>
                </a:cubicBezTo>
                <a:cubicBezTo>
                  <a:pt x="3" y="91"/>
                  <a:pt x="3" y="91"/>
                  <a:pt x="3" y="91"/>
                </a:cubicBezTo>
                <a:cubicBezTo>
                  <a:pt x="0" y="58"/>
                  <a:pt x="37" y="52"/>
                  <a:pt x="61" y="51"/>
                </a:cubicBezTo>
                <a:cubicBezTo>
                  <a:pt x="777" y="51"/>
                  <a:pt x="777" y="51"/>
                  <a:pt x="777" y="51"/>
                </a:cubicBezTo>
                <a:cubicBezTo>
                  <a:pt x="777" y="12"/>
                  <a:pt x="777" y="12"/>
                  <a:pt x="777" y="12"/>
                </a:cubicBezTo>
                <a:cubicBezTo>
                  <a:pt x="777" y="5"/>
                  <a:pt x="781" y="0"/>
                  <a:pt x="787" y="0"/>
                </a:cubicBezTo>
                <a:close/>
              </a:path>
            </a:pathLst>
          </a:custGeom>
          <a:gradFill>
            <a:gsLst>
              <a:gs pos="100000">
                <a:schemeClr val="accent6">
                  <a:lumMod val="75000"/>
                </a:schemeClr>
              </a:gs>
              <a:gs pos="86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2" name="Freeform 20">
            <a:extLst>
              <a:ext uri="{FF2B5EF4-FFF2-40B4-BE49-F238E27FC236}">
                <a16:creationId xmlns:a16="http://schemas.microsoft.com/office/drawing/2014/main" id="{B6758EF4-E222-4AF6-829D-2A45631676D2}"/>
              </a:ext>
            </a:extLst>
          </p:cNvPr>
          <p:cNvSpPr/>
          <p:nvPr/>
        </p:nvSpPr>
        <p:spPr bwMode="auto">
          <a:xfrm>
            <a:off x="4841635" y="4340698"/>
            <a:ext cx="1829175" cy="679558"/>
          </a:xfrm>
          <a:custGeom>
            <a:avLst/>
            <a:gdLst>
              <a:gd name="T0" fmla="*/ 294 w 1081"/>
              <a:gd name="T1" fmla="*/ 401 h 401"/>
              <a:gd name="T2" fmla="*/ 280 w 1081"/>
              <a:gd name="T3" fmla="*/ 395 h 401"/>
              <a:gd name="T4" fmla="*/ 13 w 1081"/>
              <a:gd name="T5" fmla="*/ 217 h 401"/>
              <a:gd name="T6" fmla="*/ 13 w 1081"/>
              <a:gd name="T7" fmla="*/ 184 h 401"/>
              <a:gd name="T8" fmla="*/ 281 w 1081"/>
              <a:gd name="T9" fmla="*/ 5 h 401"/>
              <a:gd name="T10" fmla="*/ 294 w 1081"/>
              <a:gd name="T11" fmla="*/ 0 h 401"/>
              <a:gd name="T12" fmla="*/ 305 w 1081"/>
              <a:gd name="T13" fmla="*/ 12 h 401"/>
              <a:gd name="T14" fmla="*/ 305 w 1081"/>
              <a:gd name="T15" fmla="*/ 51 h 401"/>
              <a:gd name="T16" fmla="*/ 999 w 1081"/>
              <a:gd name="T17" fmla="*/ 51 h 401"/>
              <a:gd name="T18" fmla="*/ 1002 w 1081"/>
              <a:gd name="T19" fmla="*/ 51 h 401"/>
              <a:gd name="T20" fmla="*/ 1079 w 1081"/>
              <a:gd name="T21" fmla="*/ 18 h 401"/>
              <a:gd name="T22" fmla="*/ 1079 w 1081"/>
              <a:gd name="T23" fmla="*/ 310 h 401"/>
              <a:gd name="T24" fmla="*/ 1020 w 1081"/>
              <a:gd name="T25" fmla="*/ 350 h 401"/>
              <a:gd name="T26" fmla="*/ 304 w 1081"/>
              <a:gd name="T27" fmla="*/ 350 h 401"/>
              <a:gd name="T28" fmla="*/ 304 w 1081"/>
              <a:gd name="T29" fmla="*/ 389 h 401"/>
              <a:gd name="T30" fmla="*/ 294 w 1081"/>
              <a:gd name="T31" fmla="*/ 401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81" h="401">
                <a:moveTo>
                  <a:pt x="294" y="401"/>
                </a:moveTo>
                <a:cubicBezTo>
                  <a:pt x="290" y="401"/>
                  <a:pt x="285" y="399"/>
                  <a:pt x="280" y="395"/>
                </a:cubicBezTo>
                <a:cubicBezTo>
                  <a:pt x="13" y="217"/>
                  <a:pt x="13" y="217"/>
                  <a:pt x="13" y="217"/>
                </a:cubicBezTo>
                <a:cubicBezTo>
                  <a:pt x="0" y="208"/>
                  <a:pt x="0" y="193"/>
                  <a:pt x="13" y="184"/>
                </a:cubicBezTo>
                <a:cubicBezTo>
                  <a:pt x="281" y="5"/>
                  <a:pt x="281" y="5"/>
                  <a:pt x="281" y="5"/>
                </a:cubicBezTo>
                <a:cubicBezTo>
                  <a:pt x="286" y="2"/>
                  <a:pt x="291" y="0"/>
                  <a:pt x="294" y="0"/>
                </a:cubicBezTo>
                <a:cubicBezTo>
                  <a:pt x="301" y="0"/>
                  <a:pt x="305" y="4"/>
                  <a:pt x="305" y="12"/>
                </a:cubicBezTo>
                <a:cubicBezTo>
                  <a:pt x="305" y="51"/>
                  <a:pt x="305" y="51"/>
                  <a:pt x="305" y="51"/>
                </a:cubicBezTo>
                <a:cubicBezTo>
                  <a:pt x="999" y="51"/>
                  <a:pt x="999" y="51"/>
                  <a:pt x="999" y="51"/>
                </a:cubicBezTo>
                <a:cubicBezTo>
                  <a:pt x="999" y="51"/>
                  <a:pt x="1000" y="51"/>
                  <a:pt x="1002" y="51"/>
                </a:cubicBezTo>
                <a:cubicBezTo>
                  <a:pt x="1016" y="51"/>
                  <a:pt x="1075" y="49"/>
                  <a:pt x="1079" y="18"/>
                </a:cubicBezTo>
                <a:cubicBezTo>
                  <a:pt x="1079" y="310"/>
                  <a:pt x="1079" y="310"/>
                  <a:pt x="1079" y="310"/>
                </a:cubicBezTo>
                <a:cubicBezTo>
                  <a:pt x="1081" y="343"/>
                  <a:pt x="1044" y="349"/>
                  <a:pt x="1020" y="350"/>
                </a:cubicBezTo>
                <a:cubicBezTo>
                  <a:pt x="304" y="350"/>
                  <a:pt x="304" y="350"/>
                  <a:pt x="304" y="350"/>
                </a:cubicBezTo>
                <a:cubicBezTo>
                  <a:pt x="304" y="389"/>
                  <a:pt x="304" y="389"/>
                  <a:pt x="304" y="389"/>
                </a:cubicBezTo>
                <a:cubicBezTo>
                  <a:pt x="304" y="396"/>
                  <a:pt x="300" y="401"/>
                  <a:pt x="294" y="401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75000"/>
                </a:schemeClr>
              </a:gs>
              <a:gs pos="17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3" name="Freeform 21">
            <a:extLst>
              <a:ext uri="{FF2B5EF4-FFF2-40B4-BE49-F238E27FC236}">
                <a16:creationId xmlns:a16="http://schemas.microsoft.com/office/drawing/2014/main" id="{AA269624-2475-4D29-B8CD-C9D145977572}"/>
              </a:ext>
            </a:extLst>
          </p:cNvPr>
          <p:cNvSpPr/>
          <p:nvPr/>
        </p:nvSpPr>
        <p:spPr bwMode="auto">
          <a:xfrm>
            <a:off x="5513335" y="3654594"/>
            <a:ext cx="1801678" cy="667773"/>
          </a:xfrm>
          <a:custGeom>
            <a:avLst/>
            <a:gdLst>
              <a:gd name="T0" fmla="*/ 775 w 1065"/>
              <a:gd name="T1" fmla="*/ 0 h 395"/>
              <a:gd name="T2" fmla="*/ 789 w 1065"/>
              <a:gd name="T3" fmla="*/ 5 h 395"/>
              <a:gd name="T4" fmla="*/ 1052 w 1065"/>
              <a:gd name="T5" fmla="*/ 182 h 395"/>
              <a:gd name="T6" fmla="*/ 1052 w 1065"/>
              <a:gd name="T7" fmla="*/ 213 h 395"/>
              <a:gd name="T8" fmla="*/ 788 w 1065"/>
              <a:gd name="T9" fmla="*/ 390 h 395"/>
              <a:gd name="T10" fmla="*/ 775 w 1065"/>
              <a:gd name="T11" fmla="*/ 395 h 395"/>
              <a:gd name="T12" fmla="*/ 765 w 1065"/>
              <a:gd name="T13" fmla="*/ 383 h 395"/>
              <a:gd name="T14" fmla="*/ 765 w 1065"/>
              <a:gd name="T15" fmla="*/ 345 h 395"/>
              <a:gd name="T16" fmla="*/ 81 w 1065"/>
              <a:gd name="T17" fmla="*/ 345 h 395"/>
              <a:gd name="T18" fmla="*/ 78 w 1065"/>
              <a:gd name="T19" fmla="*/ 345 h 395"/>
              <a:gd name="T20" fmla="*/ 2 w 1065"/>
              <a:gd name="T21" fmla="*/ 377 h 395"/>
              <a:gd name="T22" fmla="*/ 3 w 1065"/>
              <a:gd name="T23" fmla="*/ 89 h 395"/>
              <a:gd name="T24" fmla="*/ 60 w 1065"/>
              <a:gd name="T25" fmla="*/ 50 h 395"/>
              <a:gd name="T26" fmla="*/ 765 w 1065"/>
              <a:gd name="T27" fmla="*/ 50 h 395"/>
              <a:gd name="T28" fmla="*/ 765 w 1065"/>
              <a:gd name="T29" fmla="*/ 12 h 395"/>
              <a:gd name="T30" fmla="*/ 775 w 1065"/>
              <a:gd name="T31" fmla="*/ 0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65" h="395">
                <a:moveTo>
                  <a:pt x="775" y="0"/>
                </a:moveTo>
                <a:cubicBezTo>
                  <a:pt x="779" y="0"/>
                  <a:pt x="784" y="2"/>
                  <a:pt x="789" y="5"/>
                </a:cubicBezTo>
                <a:cubicBezTo>
                  <a:pt x="1052" y="182"/>
                  <a:pt x="1052" y="182"/>
                  <a:pt x="1052" y="182"/>
                </a:cubicBezTo>
                <a:cubicBezTo>
                  <a:pt x="1065" y="190"/>
                  <a:pt x="1065" y="205"/>
                  <a:pt x="1052" y="213"/>
                </a:cubicBezTo>
                <a:cubicBezTo>
                  <a:pt x="788" y="390"/>
                  <a:pt x="788" y="390"/>
                  <a:pt x="788" y="390"/>
                </a:cubicBezTo>
                <a:cubicBezTo>
                  <a:pt x="783" y="393"/>
                  <a:pt x="779" y="395"/>
                  <a:pt x="775" y="395"/>
                </a:cubicBezTo>
                <a:cubicBezTo>
                  <a:pt x="769" y="395"/>
                  <a:pt x="765" y="391"/>
                  <a:pt x="765" y="383"/>
                </a:cubicBezTo>
                <a:cubicBezTo>
                  <a:pt x="765" y="345"/>
                  <a:pt x="765" y="345"/>
                  <a:pt x="765" y="345"/>
                </a:cubicBezTo>
                <a:cubicBezTo>
                  <a:pt x="81" y="345"/>
                  <a:pt x="81" y="345"/>
                  <a:pt x="81" y="345"/>
                </a:cubicBezTo>
                <a:cubicBezTo>
                  <a:pt x="81" y="345"/>
                  <a:pt x="80" y="345"/>
                  <a:pt x="78" y="345"/>
                </a:cubicBezTo>
                <a:cubicBezTo>
                  <a:pt x="64" y="345"/>
                  <a:pt x="6" y="346"/>
                  <a:pt x="2" y="377"/>
                </a:cubicBezTo>
                <a:cubicBezTo>
                  <a:pt x="3" y="89"/>
                  <a:pt x="3" y="89"/>
                  <a:pt x="3" y="89"/>
                </a:cubicBezTo>
                <a:cubicBezTo>
                  <a:pt x="0" y="57"/>
                  <a:pt x="36" y="51"/>
                  <a:pt x="60" y="50"/>
                </a:cubicBezTo>
                <a:cubicBezTo>
                  <a:pt x="765" y="50"/>
                  <a:pt x="765" y="50"/>
                  <a:pt x="765" y="50"/>
                </a:cubicBezTo>
                <a:cubicBezTo>
                  <a:pt x="765" y="12"/>
                  <a:pt x="765" y="12"/>
                  <a:pt x="765" y="12"/>
                </a:cubicBezTo>
                <a:cubicBezTo>
                  <a:pt x="765" y="4"/>
                  <a:pt x="769" y="0"/>
                  <a:pt x="775" y="0"/>
                </a:cubicBezTo>
                <a:close/>
              </a:path>
            </a:pathLst>
          </a:custGeom>
          <a:gradFill>
            <a:gsLst>
              <a:gs pos="100000">
                <a:schemeClr val="accent4">
                  <a:lumMod val="75000"/>
                </a:schemeClr>
              </a:gs>
              <a:gs pos="86000">
                <a:schemeClr val="accent4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4" name="Freeform 22">
            <a:extLst>
              <a:ext uri="{FF2B5EF4-FFF2-40B4-BE49-F238E27FC236}">
                <a16:creationId xmlns:a16="http://schemas.microsoft.com/office/drawing/2014/main" id="{AA9C5285-DD56-413E-B4B9-F5C48ED715A9}"/>
              </a:ext>
            </a:extLst>
          </p:cNvPr>
          <p:cNvSpPr/>
          <p:nvPr/>
        </p:nvSpPr>
        <p:spPr bwMode="auto">
          <a:xfrm>
            <a:off x="4884843" y="1647346"/>
            <a:ext cx="1791203" cy="663845"/>
          </a:xfrm>
          <a:custGeom>
            <a:avLst/>
            <a:gdLst>
              <a:gd name="T0" fmla="*/ 288 w 1058"/>
              <a:gd name="T1" fmla="*/ 392 h 392"/>
              <a:gd name="T2" fmla="*/ 274 w 1058"/>
              <a:gd name="T3" fmla="*/ 387 h 392"/>
              <a:gd name="T4" fmla="*/ 13 w 1058"/>
              <a:gd name="T5" fmla="*/ 212 h 392"/>
              <a:gd name="T6" fmla="*/ 13 w 1058"/>
              <a:gd name="T7" fmla="*/ 180 h 392"/>
              <a:gd name="T8" fmla="*/ 275 w 1058"/>
              <a:gd name="T9" fmla="*/ 5 h 392"/>
              <a:gd name="T10" fmla="*/ 289 w 1058"/>
              <a:gd name="T11" fmla="*/ 0 h 392"/>
              <a:gd name="T12" fmla="*/ 299 w 1058"/>
              <a:gd name="T13" fmla="*/ 11 h 392"/>
              <a:gd name="T14" fmla="*/ 298 w 1058"/>
              <a:gd name="T15" fmla="*/ 50 h 392"/>
              <a:gd name="T16" fmla="*/ 978 w 1058"/>
              <a:gd name="T17" fmla="*/ 50 h 392"/>
              <a:gd name="T18" fmla="*/ 981 w 1058"/>
              <a:gd name="T19" fmla="*/ 50 h 392"/>
              <a:gd name="T20" fmla="*/ 1056 w 1058"/>
              <a:gd name="T21" fmla="*/ 18 h 392"/>
              <a:gd name="T22" fmla="*/ 1055 w 1058"/>
              <a:gd name="T23" fmla="*/ 303 h 392"/>
              <a:gd name="T24" fmla="*/ 998 w 1058"/>
              <a:gd name="T25" fmla="*/ 342 h 392"/>
              <a:gd name="T26" fmla="*/ 298 w 1058"/>
              <a:gd name="T27" fmla="*/ 342 h 392"/>
              <a:gd name="T28" fmla="*/ 298 w 1058"/>
              <a:gd name="T29" fmla="*/ 380 h 392"/>
              <a:gd name="T30" fmla="*/ 288 w 1058"/>
              <a:gd name="T31" fmla="*/ 392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58" h="392">
                <a:moveTo>
                  <a:pt x="288" y="392"/>
                </a:moveTo>
                <a:cubicBezTo>
                  <a:pt x="284" y="392"/>
                  <a:pt x="279" y="390"/>
                  <a:pt x="274" y="387"/>
                </a:cubicBezTo>
                <a:cubicBezTo>
                  <a:pt x="13" y="212"/>
                  <a:pt x="13" y="212"/>
                  <a:pt x="13" y="212"/>
                </a:cubicBezTo>
                <a:cubicBezTo>
                  <a:pt x="0" y="203"/>
                  <a:pt x="0" y="189"/>
                  <a:pt x="13" y="180"/>
                </a:cubicBezTo>
                <a:cubicBezTo>
                  <a:pt x="275" y="5"/>
                  <a:pt x="275" y="5"/>
                  <a:pt x="275" y="5"/>
                </a:cubicBezTo>
                <a:cubicBezTo>
                  <a:pt x="280" y="2"/>
                  <a:pt x="285" y="0"/>
                  <a:pt x="289" y="0"/>
                </a:cubicBezTo>
                <a:cubicBezTo>
                  <a:pt x="295" y="0"/>
                  <a:pt x="299" y="4"/>
                  <a:pt x="299" y="11"/>
                </a:cubicBezTo>
                <a:cubicBezTo>
                  <a:pt x="298" y="50"/>
                  <a:pt x="298" y="50"/>
                  <a:pt x="298" y="50"/>
                </a:cubicBezTo>
                <a:cubicBezTo>
                  <a:pt x="978" y="50"/>
                  <a:pt x="978" y="50"/>
                  <a:pt x="978" y="50"/>
                </a:cubicBezTo>
                <a:cubicBezTo>
                  <a:pt x="978" y="50"/>
                  <a:pt x="979" y="50"/>
                  <a:pt x="981" y="50"/>
                </a:cubicBezTo>
                <a:cubicBezTo>
                  <a:pt x="994" y="50"/>
                  <a:pt x="1052" y="48"/>
                  <a:pt x="1056" y="18"/>
                </a:cubicBezTo>
                <a:cubicBezTo>
                  <a:pt x="1055" y="303"/>
                  <a:pt x="1055" y="303"/>
                  <a:pt x="1055" y="303"/>
                </a:cubicBezTo>
                <a:cubicBezTo>
                  <a:pt x="1058" y="335"/>
                  <a:pt x="1022" y="341"/>
                  <a:pt x="998" y="342"/>
                </a:cubicBezTo>
                <a:cubicBezTo>
                  <a:pt x="298" y="342"/>
                  <a:pt x="298" y="342"/>
                  <a:pt x="298" y="342"/>
                </a:cubicBezTo>
                <a:cubicBezTo>
                  <a:pt x="298" y="380"/>
                  <a:pt x="298" y="380"/>
                  <a:pt x="298" y="380"/>
                </a:cubicBezTo>
                <a:cubicBezTo>
                  <a:pt x="298" y="388"/>
                  <a:pt x="294" y="392"/>
                  <a:pt x="288" y="3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75000"/>
                </a:schemeClr>
              </a:gs>
              <a:gs pos="17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9" name="Inhaltsplatzhalter 4">
            <a:extLst>
              <a:ext uri="{FF2B5EF4-FFF2-40B4-BE49-F238E27FC236}">
                <a16:creationId xmlns:a16="http://schemas.microsoft.com/office/drawing/2014/main" id="{406449B2-EF95-49C0-A5A4-0F904D0AD4CB}"/>
              </a:ext>
            </a:extLst>
          </p:cNvPr>
          <p:cNvSpPr txBox="1"/>
          <p:nvPr/>
        </p:nvSpPr>
        <p:spPr>
          <a:xfrm>
            <a:off x="546100" y="1465662"/>
            <a:ext cx="3009350" cy="10168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accent1"/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30" name="Inhaltsplatzhalter 4">
            <a:extLst>
              <a:ext uri="{FF2B5EF4-FFF2-40B4-BE49-F238E27FC236}">
                <a16:creationId xmlns:a16="http://schemas.microsoft.com/office/drawing/2014/main" id="{CCD466EF-F48A-48CF-8CCF-27C7558BF3C1}"/>
              </a:ext>
            </a:extLst>
          </p:cNvPr>
          <p:cNvSpPr txBox="1"/>
          <p:nvPr/>
        </p:nvSpPr>
        <p:spPr>
          <a:xfrm>
            <a:off x="546100" y="2853093"/>
            <a:ext cx="3009350" cy="10168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chemeClr val="accent3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accent3"/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31" name="Inhaltsplatzhalter 4">
            <a:extLst>
              <a:ext uri="{FF2B5EF4-FFF2-40B4-BE49-F238E27FC236}">
                <a16:creationId xmlns:a16="http://schemas.microsoft.com/office/drawing/2014/main" id="{4B4362BC-28F7-4A2B-B44D-684A1FD1F239}"/>
              </a:ext>
            </a:extLst>
          </p:cNvPr>
          <p:cNvSpPr txBox="1"/>
          <p:nvPr/>
        </p:nvSpPr>
        <p:spPr>
          <a:xfrm>
            <a:off x="546100" y="4192130"/>
            <a:ext cx="3009350" cy="10168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chemeClr val="accent5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accent1"/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32" name="Inhaltsplatzhalter 4">
            <a:extLst>
              <a:ext uri="{FF2B5EF4-FFF2-40B4-BE49-F238E27FC236}">
                <a16:creationId xmlns:a16="http://schemas.microsoft.com/office/drawing/2014/main" id="{8CF572E3-F177-4F2F-AD7F-CB87400D2C71}"/>
              </a:ext>
            </a:extLst>
          </p:cNvPr>
          <p:cNvSpPr txBox="1"/>
          <p:nvPr/>
        </p:nvSpPr>
        <p:spPr>
          <a:xfrm>
            <a:off x="8657936" y="3529595"/>
            <a:ext cx="3009350" cy="10168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accent1"/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33" name="Inhaltsplatzhalter 4">
            <a:extLst>
              <a:ext uri="{FF2B5EF4-FFF2-40B4-BE49-F238E27FC236}">
                <a16:creationId xmlns:a16="http://schemas.microsoft.com/office/drawing/2014/main" id="{D044850E-7653-48BD-B85A-5BFF12869409}"/>
              </a:ext>
            </a:extLst>
          </p:cNvPr>
          <p:cNvSpPr txBox="1"/>
          <p:nvPr/>
        </p:nvSpPr>
        <p:spPr>
          <a:xfrm>
            <a:off x="8657936" y="2188370"/>
            <a:ext cx="3009350" cy="10168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chemeClr val="accent2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accent1"/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00D59232-10DE-4556-8EB7-4BBC6173DEFE}"/>
              </a:ext>
            </a:extLst>
          </p:cNvPr>
          <p:cNvSpPr txBox="1"/>
          <p:nvPr/>
        </p:nvSpPr>
        <p:spPr>
          <a:xfrm>
            <a:off x="8657936" y="4870820"/>
            <a:ext cx="3009350" cy="10168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chemeClr val="accent6"/>
                </a:solidFill>
                <a:latin typeface="+mj-lt"/>
              </a:rPr>
              <a:t>小标题</a:t>
            </a:r>
            <a:br>
              <a:rPr lang="en-US" sz="1400" b="1" dirty="0">
                <a:solidFill>
                  <a:schemeClr val="accent1"/>
                </a:solidFill>
                <a:latin typeface="+mj-lt"/>
              </a:rPr>
            </a:b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10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41" name="Inhaltsplatzhalter 4">
            <a:extLst>
              <a:ext uri="{FF2B5EF4-FFF2-40B4-BE49-F238E27FC236}">
                <a16:creationId xmlns:a16="http://schemas.microsoft.com/office/drawing/2014/main" id="{BA2CD2A4-D5EB-4A65-9993-E4C7CA45220A}"/>
              </a:ext>
            </a:extLst>
          </p:cNvPr>
          <p:cNvSpPr txBox="1"/>
          <p:nvPr/>
        </p:nvSpPr>
        <p:spPr>
          <a:xfrm>
            <a:off x="5508098" y="1785011"/>
            <a:ext cx="885242" cy="36933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altLang="zh-CN" sz="2400" b="1" dirty="0">
                <a:latin typeface="+mj-lt"/>
              </a:rPr>
              <a:t>01</a:t>
            </a:r>
            <a:endParaRPr lang="en-US" sz="1800" dirty="0">
              <a:latin typeface="+mn-lt"/>
            </a:endParaRPr>
          </a:p>
        </p:txBody>
      </p:sp>
      <p:sp>
        <p:nvSpPr>
          <p:cNvPr id="42" name="Inhaltsplatzhalter 4">
            <a:extLst>
              <a:ext uri="{FF2B5EF4-FFF2-40B4-BE49-F238E27FC236}">
                <a16:creationId xmlns:a16="http://schemas.microsoft.com/office/drawing/2014/main" id="{977344B6-BA6B-4EEE-9373-C014870CC301}"/>
              </a:ext>
            </a:extLst>
          </p:cNvPr>
          <p:cNvSpPr txBox="1"/>
          <p:nvPr/>
        </p:nvSpPr>
        <p:spPr>
          <a:xfrm>
            <a:off x="5752028" y="2464297"/>
            <a:ext cx="885242" cy="36933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altLang="zh-CN" sz="2400" b="1" dirty="0">
                <a:latin typeface="+mj-lt"/>
              </a:rPr>
              <a:t>02</a:t>
            </a:r>
            <a:endParaRPr lang="en-US" sz="1800" dirty="0">
              <a:latin typeface="+mn-lt"/>
            </a:endParaRPr>
          </a:p>
        </p:txBody>
      </p:sp>
      <p:sp>
        <p:nvSpPr>
          <p:cNvPr id="43" name="Inhaltsplatzhalter 4">
            <a:extLst>
              <a:ext uri="{FF2B5EF4-FFF2-40B4-BE49-F238E27FC236}">
                <a16:creationId xmlns:a16="http://schemas.microsoft.com/office/drawing/2014/main" id="{A792A769-7EB3-48F5-8333-18E7AAAF0BD5}"/>
              </a:ext>
            </a:extLst>
          </p:cNvPr>
          <p:cNvSpPr txBox="1"/>
          <p:nvPr/>
        </p:nvSpPr>
        <p:spPr>
          <a:xfrm>
            <a:off x="5508098" y="3143512"/>
            <a:ext cx="885242" cy="36933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altLang="zh-CN" sz="2400" b="1" dirty="0">
                <a:latin typeface="+mj-lt"/>
              </a:rPr>
              <a:t>03</a:t>
            </a:r>
            <a:endParaRPr lang="en-US" sz="1800" dirty="0">
              <a:latin typeface="+mn-lt"/>
            </a:endParaRPr>
          </a:p>
        </p:txBody>
      </p:sp>
      <p:sp>
        <p:nvSpPr>
          <p:cNvPr id="44" name="Inhaltsplatzhalter 4">
            <a:extLst>
              <a:ext uri="{FF2B5EF4-FFF2-40B4-BE49-F238E27FC236}">
                <a16:creationId xmlns:a16="http://schemas.microsoft.com/office/drawing/2014/main" id="{7B737A89-3801-4C58-8149-1895ACDD8992}"/>
              </a:ext>
            </a:extLst>
          </p:cNvPr>
          <p:cNvSpPr txBox="1"/>
          <p:nvPr/>
        </p:nvSpPr>
        <p:spPr>
          <a:xfrm>
            <a:off x="5752028" y="3800331"/>
            <a:ext cx="885242" cy="36933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altLang="zh-CN" sz="2400" b="1" dirty="0">
                <a:latin typeface="+mj-lt"/>
              </a:rPr>
              <a:t>04</a:t>
            </a:r>
            <a:endParaRPr lang="en-US" sz="1800" dirty="0">
              <a:latin typeface="+mn-lt"/>
            </a:endParaRPr>
          </a:p>
        </p:txBody>
      </p:sp>
      <p:sp>
        <p:nvSpPr>
          <p:cNvPr id="45" name="Inhaltsplatzhalter 4">
            <a:extLst>
              <a:ext uri="{FF2B5EF4-FFF2-40B4-BE49-F238E27FC236}">
                <a16:creationId xmlns:a16="http://schemas.microsoft.com/office/drawing/2014/main" id="{24DDB746-605C-48C1-853E-C00623657DA9}"/>
              </a:ext>
            </a:extLst>
          </p:cNvPr>
          <p:cNvSpPr txBox="1"/>
          <p:nvPr/>
        </p:nvSpPr>
        <p:spPr>
          <a:xfrm>
            <a:off x="5508098" y="4492092"/>
            <a:ext cx="885242" cy="36933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altLang="zh-CN" sz="2400" b="1" dirty="0">
                <a:latin typeface="+mj-lt"/>
              </a:rPr>
              <a:t>05</a:t>
            </a:r>
            <a:endParaRPr lang="en-US" sz="1800" dirty="0">
              <a:latin typeface="+mn-lt"/>
            </a:endParaRPr>
          </a:p>
        </p:txBody>
      </p:sp>
      <p:sp>
        <p:nvSpPr>
          <p:cNvPr id="46" name="Inhaltsplatzhalter 4">
            <a:extLst>
              <a:ext uri="{FF2B5EF4-FFF2-40B4-BE49-F238E27FC236}">
                <a16:creationId xmlns:a16="http://schemas.microsoft.com/office/drawing/2014/main" id="{73F6A849-3130-4F11-86F0-3133EA8C4359}"/>
              </a:ext>
            </a:extLst>
          </p:cNvPr>
          <p:cNvSpPr txBox="1"/>
          <p:nvPr/>
        </p:nvSpPr>
        <p:spPr>
          <a:xfrm>
            <a:off x="5752028" y="5156436"/>
            <a:ext cx="885242" cy="36933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altLang="zh-CN" sz="2400" b="1" dirty="0">
                <a:latin typeface="+mj-lt"/>
              </a:rPr>
              <a:t>06</a:t>
            </a:r>
            <a:endParaRPr lang="en-US" sz="1800" dirty="0">
              <a:latin typeface="+mn-lt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53C04DA-9612-42D7-8831-3AEF7850E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19BB34C-5CFC-4AF1-9C9F-C45CF5F436F5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F8D802B9-A099-4EC5-A1A9-ECA220B3608A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73985E0A-424B-4888-966C-8CB1D9875E75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E2729F7-BEE5-406F-B02D-51F2A7191EBC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B6F7697-35ED-4698-BB90-63768F886E42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8380909-D198-492A-9077-4322542E62D1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5A7306C2-9353-42F4-96D0-89EFA28684F8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B7A73E73-3D33-4FB0-B52E-B91512E9A1FE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175E1BEB-A170-49A3-B1DE-42A5429590C1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2442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26">
            <a:extLst>
              <a:ext uri="{FF2B5EF4-FFF2-40B4-BE49-F238E27FC236}">
                <a16:creationId xmlns:a16="http://schemas.microsoft.com/office/drawing/2014/main" id="{6D02AA70-CC7F-4AFF-AC6D-D9419830BB98}"/>
              </a:ext>
            </a:extLst>
          </p:cNvPr>
          <p:cNvSpPr txBox="1"/>
          <p:nvPr/>
        </p:nvSpPr>
        <p:spPr>
          <a:xfrm>
            <a:off x="1210590" y="1798922"/>
            <a:ext cx="2320237" cy="52597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94E969B-A307-4594-81C6-E3CCA5A3A155}"/>
              </a:ext>
            </a:extLst>
          </p:cNvPr>
          <p:cNvGrpSpPr/>
          <p:nvPr/>
        </p:nvGrpSpPr>
        <p:grpSpPr>
          <a:xfrm>
            <a:off x="483285" y="2680799"/>
            <a:ext cx="2780002" cy="1657314"/>
            <a:chOff x="483285" y="2680799"/>
            <a:chExt cx="2780002" cy="1657314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01EE121-696F-4AB0-8D81-6DB17B2E4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85" y="3921746"/>
              <a:ext cx="1002969" cy="416367"/>
            </a:xfrm>
            <a:custGeom>
              <a:avLst/>
              <a:gdLst>
                <a:gd name="T0" fmla="*/ 0 w 666"/>
                <a:gd name="T1" fmla="*/ 192 h 192"/>
                <a:gd name="T2" fmla="*/ 98 w 666"/>
                <a:gd name="T3" fmla="*/ 98 h 192"/>
                <a:gd name="T4" fmla="*/ 0 w 666"/>
                <a:gd name="T5" fmla="*/ 0 h 192"/>
                <a:gd name="T6" fmla="*/ 666 w 666"/>
                <a:gd name="T7" fmla="*/ 0 h 192"/>
                <a:gd name="T8" fmla="*/ 666 w 666"/>
                <a:gd name="T9" fmla="*/ 192 h 192"/>
                <a:gd name="T10" fmla="*/ 0 w 666"/>
                <a:gd name="T11" fmla="*/ 192 h 192"/>
                <a:gd name="T12" fmla="*/ 0 w 666"/>
                <a:gd name="T13" fmla="*/ 192 h 192"/>
                <a:gd name="T14" fmla="*/ 0 w 666"/>
                <a:gd name="T15" fmla="*/ 192 h 192"/>
                <a:gd name="T16" fmla="*/ 0 w 666"/>
                <a:gd name="T17" fmla="*/ 192 h 192"/>
                <a:gd name="T18" fmla="*/ 0 w 666"/>
                <a:gd name="T1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6" h="192">
                  <a:moveTo>
                    <a:pt x="0" y="192"/>
                  </a:moveTo>
                  <a:lnTo>
                    <a:pt x="98" y="98"/>
                  </a:lnTo>
                  <a:lnTo>
                    <a:pt x="0" y="0"/>
                  </a:lnTo>
                  <a:lnTo>
                    <a:pt x="666" y="0"/>
                  </a:lnTo>
                  <a:lnTo>
                    <a:pt x="666" y="192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37FEDA96-5957-4F83-8409-D2E46664E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253" y="3099455"/>
              <a:ext cx="289144" cy="1234888"/>
            </a:xfrm>
            <a:custGeom>
              <a:avLst/>
              <a:gdLst>
                <a:gd name="T0" fmla="*/ 0 w 192"/>
                <a:gd name="T1" fmla="*/ 0 h 820"/>
                <a:gd name="T2" fmla="*/ 192 w 192"/>
                <a:gd name="T3" fmla="*/ 0 h 820"/>
                <a:gd name="T4" fmla="*/ 192 w 192"/>
                <a:gd name="T5" fmla="*/ 626 h 820"/>
                <a:gd name="T6" fmla="*/ 0 w 192"/>
                <a:gd name="T7" fmla="*/ 820 h 820"/>
                <a:gd name="T8" fmla="*/ 0 w 192"/>
                <a:gd name="T9" fmla="*/ 0 h 820"/>
                <a:gd name="T10" fmla="*/ 0 w 192"/>
                <a:gd name="T11" fmla="*/ 0 h 820"/>
                <a:gd name="T12" fmla="*/ 0 w 192"/>
                <a:gd name="T13" fmla="*/ 0 h 820"/>
                <a:gd name="T14" fmla="*/ 0 w 192"/>
                <a:gd name="T15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" h="820">
                  <a:moveTo>
                    <a:pt x="0" y="0"/>
                  </a:moveTo>
                  <a:lnTo>
                    <a:pt x="192" y="0"/>
                  </a:lnTo>
                  <a:lnTo>
                    <a:pt x="192" y="626"/>
                  </a:lnTo>
                  <a:lnTo>
                    <a:pt x="0" y="82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8EE81AD5-F9A8-4E95-9AD9-88BD53B00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4143" y="3099456"/>
              <a:ext cx="289144" cy="420164"/>
            </a:xfrm>
            <a:custGeom>
              <a:avLst/>
              <a:gdLst>
                <a:gd name="T0" fmla="*/ 0 w 192"/>
                <a:gd name="T1" fmla="*/ 181 h 279"/>
                <a:gd name="T2" fmla="*/ 0 w 192"/>
                <a:gd name="T3" fmla="*/ 0 h 279"/>
                <a:gd name="T4" fmla="*/ 192 w 192"/>
                <a:gd name="T5" fmla="*/ 0 h 279"/>
                <a:gd name="T6" fmla="*/ 192 w 192"/>
                <a:gd name="T7" fmla="*/ 181 h 279"/>
                <a:gd name="T8" fmla="*/ 94 w 192"/>
                <a:gd name="T9" fmla="*/ 279 h 279"/>
                <a:gd name="T10" fmla="*/ 0 w 192"/>
                <a:gd name="T11" fmla="*/ 181 h 279"/>
                <a:gd name="T12" fmla="*/ 0 w 192"/>
                <a:gd name="T13" fmla="*/ 181 h 279"/>
                <a:gd name="T14" fmla="*/ 0 w 192"/>
                <a:gd name="T15" fmla="*/ 181 h 279"/>
                <a:gd name="T16" fmla="*/ 0 w 192"/>
                <a:gd name="T17" fmla="*/ 181 h 279"/>
                <a:gd name="T18" fmla="*/ 0 w 192"/>
                <a:gd name="T19" fmla="*/ 181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2" h="279">
                  <a:moveTo>
                    <a:pt x="0" y="181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81"/>
                  </a:lnTo>
                  <a:lnTo>
                    <a:pt x="94" y="279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0" y="18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9F005A7C-8B9B-457A-95A9-9089CA177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253" y="2680799"/>
              <a:ext cx="1777033" cy="418657"/>
            </a:xfrm>
            <a:custGeom>
              <a:avLst/>
              <a:gdLst>
                <a:gd name="T0" fmla="*/ 903 w 1180"/>
                <a:gd name="T1" fmla="*/ 0 h 278"/>
                <a:gd name="T2" fmla="*/ 279 w 1180"/>
                <a:gd name="T3" fmla="*/ 0 h 278"/>
                <a:gd name="T4" fmla="*/ 0 w 1180"/>
                <a:gd name="T5" fmla="*/ 278 h 278"/>
                <a:gd name="T6" fmla="*/ 1180 w 1180"/>
                <a:gd name="T7" fmla="*/ 278 h 278"/>
                <a:gd name="T8" fmla="*/ 903 w 1180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0" h="278">
                  <a:moveTo>
                    <a:pt x="903" y="0"/>
                  </a:moveTo>
                  <a:lnTo>
                    <a:pt x="279" y="0"/>
                  </a:lnTo>
                  <a:lnTo>
                    <a:pt x="0" y="278"/>
                  </a:lnTo>
                  <a:lnTo>
                    <a:pt x="1180" y="278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3" name="TextBox 25">
              <a:extLst>
                <a:ext uri="{FF2B5EF4-FFF2-40B4-BE49-F238E27FC236}">
                  <a16:creationId xmlns:a16="http://schemas.microsoft.com/office/drawing/2014/main" id="{01512819-FF9B-4C15-A9B3-2896BDE53F30}"/>
                </a:ext>
              </a:extLst>
            </p:cNvPr>
            <p:cNvSpPr txBox="1"/>
            <p:nvPr/>
          </p:nvSpPr>
          <p:spPr>
            <a:xfrm>
              <a:off x="1921652" y="2750493"/>
              <a:ext cx="898112" cy="28469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2"/>
                  </a:solidFill>
                  <a:cs typeface="+mn-ea"/>
                  <a:sym typeface="+mn-lt"/>
                </a:rPr>
                <a:t>Step 01</a:t>
              </a:r>
              <a:endParaRPr lang="id-ID" sz="1400" b="1" dirty="0">
                <a:solidFill>
                  <a:schemeClr val="bg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3B1C39E-79E4-4AC5-8D47-53059866D185}"/>
              </a:ext>
            </a:extLst>
          </p:cNvPr>
          <p:cNvGrpSpPr/>
          <p:nvPr/>
        </p:nvGrpSpPr>
        <p:grpSpPr>
          <a:xfrm>
            <a:off x="2974142" y="3439803"/>
            <a:ext cx="1777036" cy="1024052"/>
            <a:chOff x="2974142" y="3439803"/>
            <a:chExt cx="1777036" cy="1024052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F96E227F-3D15-43CD-9803-180118B5F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4143" y="3439803"/>
              <a:ext cx="289144" cy="605395"/>
            </a:xfrm>
            <a:custGeom>
              <a:avLst/>
              <a:gdLst>
                <a:gd name="T0" fmla="*/ 0 w 192"/>
                <a:gd name="T1" fmla="*/ 0 h 402"/>
                <a:gd name="T2" fmla="*/ 94 w 192"/>
                <a:gd name="T3" fmla="*/ 94 h 402"/>
                <a:gd name="T4" fmla="*/ 192 w 192"/>
                <a:gd name="T5" fmla="*/ 0 h 402"/>
                <a:gd name="T6" fmla="*/ 192 w 192"/>
                <a:gd name="T7" fmla="*/ 402 h 402"/>
                <a:gd name="T8" fmla="*/ 0 w 192"/>
                <a:gd name="T9" fmla="*/ 402 h 402"/>
                <a:gd name="T10" fmla="*/ 0 w 192"/>
                <a:gd name="T11" fmla="*/ 0 h 402"/>
                <a:gd name="T12" fmla="*/ 0 w 192"/>
                <a:gd name="T13" fmla="*/ 0 h 402"/>
                <a:gd name="T14" fmla="*/ 0 w 192"/>
                <a:gd name="T15" fmla="*/ 0 h 402"/>
                <a:gd name="T16" fmla="*/ 0 w 192"/>
                <a:gd name="T17" fmla="*/ 0 h 402"/>
                <a:gd name="T18" fmla="*/ 0 w 192"/>
                <a:gd name="T19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2" h="402">
                  <a:moveTo>
                    <a:pt x="0" y="0"/>
                  </a:moveTo>
                  <a:lnTo>
                    <a:pt x="94" y="94"/>
                  </a:lnTo>
                  <a:lnTo>
                    <a:pt x="192" y="0"/>
                  </a:lnTo>
                  <a:lnTo>
                    <a:pt x="192" y="402"/>
                  </a:lnTo>
                  <a:lnTo>
                    <a:pt x="0" y="40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8A0E184-59F3-4510-AAC7-6F969A121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3539" y="3625034"/>
              <a:ext cx="287639" cy="420164"/>
            </a:xfrm>
            <a:custGeom>
              <a:avLst/>
              <a:gdLst>
                <a:gd name="T0" fmla="*/ 191 w 191"/>
                <a:gd name="T1" fmla="*/ 96 h 279"/>
                <a:gd name="T2" fmla="*/ 191 w 191"/>
                <a:gd name="T3" fmla="*/ 279 h 279"/>
                <a:gd name="T4" fmla="*/ 0 w 191"/>
                <a:gd name="T5" fmla="*/ 279 h 279"/>
                <a:gd name="T6" fmla="*/ 0 w 191"/>
                <a:gd name="T7" fmla="*/ 96 h 279"/>
                <a:gd name="T8" fmla="*/ 96 w 191"/>
                <a:gd name="T9" fmla="*/ 0 h 279"/>
                <a:gd name="T10" fmla="*/ 191 w 191"/>
                <a:gd name="T11" fmla="*/ 96 h 279"/>
                <a:gd name="T12" fmla="*/ 191 w 191"/>
                <a:gd name="T13" fmla="*/ 96 h 279"/>
                <a:gd name="T14" fmla="*/ 191 w 191"/>
                <a:gd name="T15" fmla="*/ 96 h 279"/>
                <a:gd name="T16" fmla="*/ 191 w 191"/>
                <a:gd name="T17" fmla="*/ 96 h 279"/>
                <a:gd name="T18" fmla="*/ 191 w 191"/>
                <a:gd name="T19" fmla="*/ 96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1" h="279">
                  <a:moveTo>
                    <a:pt x="191" y="96"/>
                  </a:moveTo>
                  <a:lnTo>
                    <a:pt x="191" y="279"/>
                  </a:lnTo>
                  <a:lnTo>
                    <a:pt x="0" y="279"/>
                  </a:lnTo>
                  <a:lnTo>
                    <a:pt x="0" y="96"/>
                  </a:lnTo>
                  <a:lnTo>
                    <a:pt x="96" y="0"/>
                  </a:lnTo>
                  <a:lnTo>
                    <a:pt x="191" y="96"/>
                  </a:lnTo>
                  <a:lnTo>
                    <a:pt x="191" y="96"/>
                  </a:lnTo>
                  <a:lnTo>
                    <a:pt x="191" y="96"/>
                  </a:lnTo>
                  <a:lnTo>
                    <a:pt x="191" y="96"/>
                  </a:lnTo>
                  <a:lnTo>
                    <a:pt x="191" y="9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46594C08-13F6-460B-A20F-6B3B1A38D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4142" y="4045198"/>
              <a:ext cx="1777033" cy="418657"/>
            </a:xfrm>
            <a:custGeom>
              <a:avLst/>
              <a:gdLst>
                <a:gd name="T0" fmla="*/ 278 w 1180"/>
                <a:gd name="T1" fmla="*/ 278 h 278"/>
                <a:gd name="T2" fmla="*/ 403 w 1180"/>
                <a:gd name="T3" fmla="*/ 278 h 278"/>
                <a:gd name="T4" fmla="*/ 422 w 1180"/>
                <a:gd name="T5" fmla="*/ 278 h 278"/>
                <a:gd name="T6" fmla="*/ 901 w 1180"/>
                <a:gd name="T7" fmla="*/ 278 h 278"/>
                <a:gd name="T8" fmla="*/ 1180 w 1180"/>
                <a:gd name="T9" fmla="*/ 0 h 278"/>
                <a:gd name="T10" fmla="*/ 422 w 1180"/>
                <a:gd name="T11" fmla="*/ 0 h 278"/>
                <a:gd name="T12" fmla="*/ 403 w 1180"/>
                <a:gd name="T13" fmla="*/ 0 h 278"/>
                <a:gd name="T14" fmla="*/ 0 w 1180"/>
                <a:gd name="T15" fmla="*/ 0 h 278"/>
                <a:gd name="T16" fmla="*/ 278 w 1180"/>
                <a:gd name="T17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0" h="278">
                  <a:moveTo>
                    <a:pt x="278" y="278"/>
                  </a:moveTo>
                  <a:lnTo>
                    <a:pt x="403" y="278"/>
                  </a:lnTo>
                  <a:lnTo>
                    <a:pt x="422" y="278"/>
                  </a:lnTo>
                  <a:lnTo>
                    <a:pt x="901" y="278"/>
                  </a:lnTo>
                  <a:lnTo>
                    <a:pt x="1180" y="0"/>
                  </a:lnTo>
                  <a:lnTo>
                    <a:pt x="422" y="0"/>
                  </a:lnTo>
                  <a:lnTo>
                    <a:pt x="403" y="0"/>
                  </a:lnTo>
                  <a:lnTo>
                    <a:pt x="0" y="0"/>
                  </a:lnTo>
                  <a:lnTo>
                    <a:pt x="278" y="27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2" name="TextBox 36">
              <a:extLst>
                <a:ext uri="{FF2B5EF4-FFF2-40B4-BE49-F238E27FC236}">
                  <a16:creationId xmlns:a16="http://schemas.microsoft.com/office/drawing/2014/main" id="{9F878C41-0048-4E90-9337-AD5B06377654}"/>
                </a:ext>
              </a:extLst>
            </p:cNvPr>
            <p:cNvSpPr txBox="1"/>
            <p:nvPr/>
          </p:nvSpPr>
          <p:spPr>
            <a:xfrm>
              <a:off x="3411721" y="4113577"/>
              <a:ext cx="913905" cy="28469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2"/>
                  </a:solidFill>
                  <a:cs typeface="+mn-ea"/>
                  <a:sym typeface="+mn-lt"/>
                </a:rPr>
                <a:t>Step 02</a:t>
              </a:r>
              <a:endParaRPr lang="id-ID" sz="1400" b="1" dirty="0">
                <a:solidFill>
                  <a:schemeClr val="bg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F4C7797-783A-4B55-92C0-918E642EB382}"/>
              </a:ext>
            </a:extLst>
          </p:cNvPr>
          <p:cNvGrpSpPr/>
          <p:nvPr/>
        </p:nvGrpSpPr>
        <p:grpSpPr>
          <a:xfrm>
            <a:off x="4463536" y="2680799"/>
            <a:ext cx="1777034" cy="1024052"/>
            <a:chOff x="4463536" y="2680799"/>
            <a:chExt cx="1777034" cy="1024052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90A6497E-AD35-48EF-8874-4FAE0401F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3539" y="3099456"/>
              <a:ext cx="287639" cy="605395"/>
            </a:xfrm>
            <a:custGeom>
              <a:avLst/>
              <a:gdLst>
                <a:gd name="T0" fmla="*/ 191 w 191"/>
                <a:gd name="T1" fmla="*/ 402 h 402"/>
                <a:gd name="T2" fmla="*/ 96 w 191"/>
                <a:gd name="T3" fmla="*/ 304 h 402"/>
                <a:gd name="T4" fmla="*/ 0 w 191"/>
                <a:gd name="T5" fmla="*/ 402 h 402"/>
                <a:gd name="T6" fmla="*/ 0 w 191"/>
                <a:gd name="T7" fmla="*/ 0 h 402"/>
                <a:gd name="T8" fmla="*/ 191 w 191"/>
                <a:gd name="T9" fmla="*/ 0 h 402"/>
                <a:gd name="T10" fmla="*/ 191 w 191"/>
                <a:gd name="T11" fmla="*/ 402 h 402"/>
                <a:gd name="T12" fmla="*/ 191 w 191"/>
                <a:gd name="T13" fmla="*/ 402 h 402"/>
                <a:gd name="T14" fmla="*/ 191 w 191"/>
                <a:gd name="T15" fmla="*/ 402 h 402"/>
                <a:gd name="T16" fmla="*/ 191 w 191"/>
                <a:gd name="T17" fmla="*/ 402 h 402"/>
                <a:gd name="T18" fmla="*/ 191 w 191"/>
                <a:gd name="T19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1" h="402">
                  <a:moveTo>
                    <a:pt x="191" y="402"/>
                  </a:moveTo>
                  <a:lnTo>
                    <a:pt x="96" y="304"/>
                  </a:lnTo>
                  <a:lnTo>
                    <a:pt x="0" y="402"/>
                  </a:lnTo>
                  <a:lnTo>
                    <a:pt x="0" y="0"/>
                  </a:lnTo>
                  <a:lnTo>
                    <a:pt x="191" y="0"/>
                  </a:lnTo>
                  <a:lnTo>
                    <a:pt x="191" y="402"/>
                  </a:lnTo>
                  <a:lnTo>
                    <a:pt x="191" y="402"/>
                  </a:lnTo>
                  <a:lnTo>
                    <a:pt x="191" y="402"/>
                  </a:lnTo>
                  <a:lnTo>
                    <a:pt x="191" y="402"/>
                  </a:lnTo>
                  <a:lnTo>
                    <a:pt x="191" y="402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54699140-2418-4EFF-9249-3148E706A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426" y="3099456"/>
              <a:ext cx="289144" cy="420164"/>
            </a:xfrm>
            <a:custGeom>
              <a:avLst/>
              <a:gdLst>
                <a:gd name="T0" fmla="*/ 0 w 192"/>
                <a:gd name="T1" fmla="*/ 181 h 279"/>
                <a:gd name="T2" fmla="*/ 0 w 192"/>
                <a:gd name="T3" fmla="*/ 0 h 279"/>
                <a:gd name="T4" fmla="*/ 192 w 192"/>
                <a:gd name="T5" fmla="*/ 0 h 279"/>
                <a:gd name="T6" fmla="*/ 192 w 192"/>
                <a:gd name="T7" fmla="*/ 181 h 279"/>
                <a:gd name="T8" fmla="*/ 96 w 192"/>
                <a:gd name="T9" fmla="*/ 279 h 279"/>
                <a:gd name="T10" fmla="*/ 0 w 192"/>
                <a:gd name="T11" fmla="*/ 181 h 279"/>
                <a:gd name="T12" fmla="*/ 0 w 192"/>
                <a:gd name="T13" fmla="*/ 181 h 279"/>
                <a:gd name="T14" fmla="*/ 0 w 192"/>
                <a:gd name="T15" fmla="*/ 181 h 279"/>
                <a:gd name="T16" fmla="*/ 0 w 192"/>
                <a:gd name="T17" fmla="*/ 181 h 279"/>
                <a:gd name="T18" fmla="*/ 0 w 192"/>
                <a:gd name="T19" fmla="*/ 181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2" h="279">
                  <a:moveTo>
                    <a:pt x="0" y="181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81"/>
                  </a:lnTo>
                  <a:lnTo>
                    <a:pt x="96" y="279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0" y="181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2EF004BE-9337-4E04-9327-04A410A4D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3536" y="2680799"/>
              <a:ext cx="1777033" cy="418657"/>
            </a:xfrm>
            <a:custGeom>
              <a:avLst/>
              <a:gdLst>
                <a:gd name="T0" fmla="*/ 902 w 1180"/>
                <a:gd name="T1" fmla="*/ 0 h 278"/>
                <a:gd name="T2" fmla="*/ 777 w 1180"/>
                <a:gd name="T3" fmla="*/ 0 h 278"/>
                <a:gd name="T4" fmla="*/ 756 w 1180"/>
                <a:gd name="T5" fmla="*/ 0 h 278"/>
                <a:gd name="T6" fmla="*/ 279 w 1180"/>
                <a:gd name="T7" fmla="*/ 0 h 278"/>
                <a:gd name="T8" fmla="*/ 0 w 1180"/>
                <a:gd name="T9" fmla="*/ 278 h 278"/>
                <a:gd name="T10" fmla="*/ 756 w 1180"/>
                <a:gd name="T11" fmla="*/ 278 h 278"/>
                <a:gd name="T12" fmla="*/ 777 w 1180"/>
                <a:gd name="T13" fmla="*/ 278 h 278"/>
                <a:gd name="T14" fmla="*/ 1180 w 1180"/>
                <a:gd name="T15" fmla="*/ 278 h 278"/>
                <a:gd name="T16" fmla="*/ 902 w 1180"/>
                <a:gd name="T17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0" h="278">
                  <a:moveTo>
                    <a:pt x="902" y="0"/>
                  </a:moveTo>
                  <a:lnTo>
                    <a:pt x="777" y="0"/>
                  </a:lnTo>
                  <a:lnTo>
                    <a:pt x="756" y="0"/>
                  </a:lnTo>
                  <a:lnTo>
                    <a:pt x="279" y="0"/>
                  </a:lnTo>
                  <a:lnTo>
                    <a:pt x="0" y="278"/>
                  </a:lnTo>
                  <a:lnTo>
                    <a:pt x="756" y="278"/>
                  </a:lnTo>
                  <a:lnTo>
                    <a:pt x="777" y="278"/>
                  </a:lnTo>
                  <a:lnTo>
                    <a:pt x="1180" y="278"/>
                  </a:lnTo>
                  <a:lnTo>
                    <a:pt x="9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3" name="TextBox 37">
              <a:extLst>
                <a:ext uri="{FF2B5EF4-FFF2-40B4-BE49-F238E27FC236}">
                  <a16:creationId xmlns:a16="http://schemas.microsoft.com/office/drawing/2014/main" id="{9730FD93-CDCA-46DB-8A9A-681F095B1C1F}"/>
                </a:ext>
              </a:extLst>
            </p:cNvPr>
            <p:cNvSpPr txBox="1"/>
            <p:nvPr/>
          </p:nvSpPr>
          <p:spPr>
            <a:xfrm>
              <a:off x="4905203" y="2750493"/>
              <a:ext cx="893697" cy="28469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2"/>
                  </a:solidFill>
                  <a:cs typeface="+mn-ea"/>
                  <a:sym typeface="+mn-lt"/>
                </a:rPr>
                <a:t>Step 03</a:t>
              </a:r>
              <a:endParaRPr lang="id-ID" sz="1400" b="1" dirty="0">
                <a:solidFill>
                  <a:schemeClr val="bg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BE956F-A697-433B-B044-27AD4F324B18}"/>
              </a:ext>
            </a:extLst>
          </p:cNvPr>
          <p:cNvGrpSpPr/>
          <p:nvPr/>
        </p:nvGrpSpPr>
        <p:grpSpPr>
          <a:xfrm>
            <a:off x="5951426" y="3439803"/>
            <a:ext cx="1777034" cy="1024051"/>
            <a:chOff x="5951428" y="3439803"/>
            <a:chExt cx="1777034" cy="1024053"/>
          </a:xfrm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835061FD-AFB6-4B07-AA24-92D4BBB24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428" y="3439803"/>
              <a:ext cx="289144" cy="605396"/>
            </a:xfrm>
            <a:custGeom>
              <a:avLst/>
              <a:gdLst>
                <a:gd name="T0" fmla="*/ 0 w 192"/>
                <a:gd name="T1" fmla="*/ 0 h 402"/>
                <a:gd name="T2" fmla="*/ 96 w 192"/>
                <a:gd name="T3" fmla="*/ 94 h 402"/>
                <a:gd name="T4" fmla="*/ 192 w 192"/>
                <a:gd name="T5" fmla="*/ 0 h 402"/>
                <a:gd name="T6" fmla="*/ 192 w 192"/>
                <a:gd name="T7" fmla="*/ 402 h 402"/>
                <a:gd name="T8" fmla="*/ 0 w 192"/>
                <a:gd name="T9" fmla="*/ 402 h 402"/>
                <a:gd name="T10" fmla="*/ 0 w 192"/>
                <a:gd name="T11" fmla="*/ 0 h 402"/>
                <a:gd name="T12" fmla="*/ 0 w 192"/>
                <a:gd name="T13" fmla="*/ 0 h 402"/>
                <a:gd name="T14" fmla="*/ 0 w 192"/>
                <a:gd name="T15" fmla="*/ 0 h 402"/>
                <a:gd name="T16" fmla="*/ 0 w 192"/>
                <a:gd name="T17" fmla="*/ 0 h 402"/>
                <a:gd name="T18" fmla="*/ 0 w 192"/>
                <a:gd name="T19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2" h="402">
                  <a:moveTo>
                    <a:pt x="0" y="0"/>
                  </a:moveTo>
                  <a:lnTo>
                    <a:pt x="96" y="94"/>
                  </a:lnTo>
                  <a:lnTo>
                    <a:pt x="192" y="0"/>
                  </a:lnTo>
                  <a:lnTo>
                    <a:pt x="192" y="402"/>
                  </a:lnTo>
                  <a:lnTo>
                    <a:pt x="0" y="40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3A97601F-3641-42C3-93B2-723AD4D33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823" y="3625036"/>
              <a:ext cx="287639" cy="420164"/>
            </a:xfrm>
            <a:custGeom>
              <a:avLst/>
              <a:gdLst>
                <a:gd name="T0" fmla="*/ 191 w 191"/>
                <a:gd name="T1" fmla="*/ 96 h 279"/>
                <a:gd name="T2" fmla="*/ 191 w 191"/>
                <a:gd name="T3" fmla="*/ 279 h 279"/>
                <a:gd name="T4" fmla="*/ 0 w 191"/>
                <a:gd name="T5" fmla="*/ 279 h 279"/>
                <a:gd name="T6" fmla="*/ 0 w 191"/>
                <a:gd name="T7" fmla="*/ 96 h 279"/>
                <a:gd name="T8" fmla="*/ 95 w 191"/>
                <a:gd name="T9" fmla="*/ 0 h 279"/>
                <a:gd name="T10" fmla="*/ 191 w 191"/>
                <a:gd name="T11" fmla="*/ 96 h 279"/>
                <a:gd name="T12" fmla="*/ 191 w 191"/>
                <a:gd name="T13" fmla="*/ 96 h 279"/>
                <a:gd name="T14" fmla="*/ 191 w 191"/>
                <a:gd name="T15" fmla="*/ 96 h 279"/>
                <a:gd name="T16" fmla="*/ 191 w 191"/>
                <a:gd name="T17" fmla="*/ 96 h 279"/>
                <a:gd name="T18" fmla="*/ 191 w 191"/>
                <a:gd name="T19" fmla="*/ 96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1" h="279">
                  <a:moveTo>
                    <a:pt x="191" y="96"/>
                  </a:moveTo>
                  <a:lnTo>
                    <a:pt x="191" y="279"/>
                  </a:lnTo>
                  <a:lnTo>
                    <a:pt x="0" y="279"/>
                  </a:lnTo>
                  <a:lnTo>
                    <a:pt x="0" y="96"/>
                  </a:lnTo>
                  <a:lnTo>
                    <a:pt x="95" y="0"/>
                  </a:lnTo>
                  <a:lnTo>
                    <a:pt x="191" y="96"/>
                  </a:lnTo>
                  <a:lnTo>
                    <a:pt x="191" y="96"/>
                  </a:lnTo>
                  <a:lnTo>
                    <a:pt x="191" y="96"/>
                  </a:lnTo>
                  <a:lnTo>
                    <a:pt x="191" y="96"/>
                  </a:lnTo>
                  <a:lnTo>
                    <a:pt x="191" y="9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D43E6898-1483-42CB-8A12-7F8E50934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428" y="4045199"/>
              <a:ext cx="1777034" cy="418657"/>
            </a:xfrm>
            <a:custGeom>
              <a:avLst/>
              <a:gdLst>
                <a:gd name="T0" fmla="*/ 278 w 1180"/>
                <a:gd name="T1" fmla="*/ 278 h 278"/>
                <a:gd name="T2" fmla="*/ 901 w 1180"/>
                <a:gd name="T3" fmla="*/ 278 h 278"/>
                <a:gd name="T4" fmla="*/ 1180 w 1180"/>
                <a:gd name="T5" fmla="*/ 0 h 278"/>
                <a:gd name="T6" fmla="*/ 0 w 1180"/>
                <a:gd name="T7" fmla="*/ 0 h 278"/>
                <a:gd name="T8" fmla="*/ 278 w 1180"/>
                <a:gd name="T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0" h="278">
                  <a:moveTo>
                    <a:pt x="278" y="278"/>
                  </a:moveTo>
                  <a:lnTo>
                    <a:pt x="901" y="278"/>
                  </a:lnTo>
                  <a:lnTo>
                    <a:pt x="1180" y="0"/>
                  </a:lnTo>
                  <a:lnTo>
                    <a:pt x="0" y="0"/>
                  </a:lnTo>
                  <a:lnTo>
                    <a:pt x="278" y="27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TextBox 38">
              <a:extLst>
                <a:ext uri="{FF2B5EF4-FFF2-40B4-BE49-F238E27FC236}">
                  <a16:creationId xmlns:a16="http://schemas.microsoft.com/office/drawing/2014/main" id="{E8A7B20C-FDD0-4444-BC35-E689C31D3EA1}"/>
                </a:ext>
              </a:extLst>
            </p:cNvPr>
            <p:cNvSpPr txBox="1"/>
            <p:nvPr/>
          </p:nvSpPr>
          <p:spPr>
            <a:xfrm>
              <a:off x="6441272" y="4113579"/>
              <a:ext cx="774892" cy="284693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2"/>
                  </a:solidFill>
                  <a:cs typeface="+mn-ea"/>
                  <a:sym typeface="+mn-lt"/>
                </a:rPr>
                <a:t>Step 04</a:t>
              </a:r>
              <a:endParaRPr lang="id-ID" sz="1400" b="1" dirty="0">
                <a:solidFill>
                  <a:schemeClr val="bg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030E08A-01CF-44F7-9F03-94E220C623F6}"/>
              </a:ext>
            </a:extLst>
          </p:cNvPr>
          <p:cNvGrpSpPr/>
          <p:nvPr/>
        </p:nvGrpSpPr>
        <p:grpSpPr>
          <a:xfrm>
            <a:off x="7440822" y="2680799"/>
            <a:ext cx="1778541" cy="1024051"/>
            <a:chOff x="7440823" y="2680799"/>
            <a:chExt cx="1778541" cy="1024053"/>
          </a:xfrm>
        </p:grpSpPr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E8F96592-D356-4DF3-8209-F424D3715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823" y="3099456"/>
              <a:ext cx="287639" cy="605396"/>
            </a:xfrm>
            <a:custGeom>
              <a:avLst/>
              <a:gdLst>
                <a:gd name="T0" fmla="*/ 191 w 191"/>
                <a:gd name="T1" fmla="*/ 402 h 402"/>
                <a:gd name="T2" fmla="*/ 95 w 191"/>
                <a:gd name="T3" fmla="*/ 304 h 402"/>
                <a:gd name="T4" fmla="*/ 0 w 191"/>
                <a:gd name="T5" fmla="*/ 402 h 402"/>
                <a:gd name="T6" fmla="*/ 0 w 191"/>
                <a:gd name="T7" fmla="*/ 0 h 402"/>
                <a:gd name="T8" fmla="*/ 191 w 191"/>
                <a:gd name="T9" fmla="*/ 0 h 402"/>
                <a:gd name="T10" fmla="*/ 191 w 191"/>
                <a:gd name="T11" fmla="*/ 402 h 402"/>
                <a:gd name="T12" fmla="*/ 191 w 191"/>
                <a:gd name="T13" fmla="*/ 402 h 402"/>
                <a:gd name="T14" fmla="*/ 191 w 191"/>
                <a:gd name="T15" fmla="*/ 402 h 402"/>
                <a:gd name="T16" fmla="*/ 191 w 191"/>
                <a:gd name="T17" fmla="*/ 402 h 402"/>
                <a:gd name="T18" fmla="*/ 191 w 191"/>
                <a:gd name="T19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1" h="402">
                  <a:moveTo>
                    <a:pt x="191" y="402"/>
                  </a:moveTo>
                  <a:lnTo>
                    <a:pt x="95" y="304"/>
                  </a:lnTo>
                  <a:lnTo>
                    <a:pt x="0" y="402"/>
                  </a:lnTo>
                  <a:lnTo>
                    <a:pt x="0" y="0"/>
                  </a:lnTo>
                  <a:lnTo>
                    <a:pt x="191" y="0"/>
                  </a:lnTo>
                  <a:lnTo>
                    <a:pt x="191" y="402"/>
                  </a:lnTo>
                  <a:lnTo>
                    <a:pt x="191" y="402"/>
                  </a:lnTo>
                  <a:lnTo>
                    <a:pt x="191" y="402"/>
                  </a:lnTo>
                  <a:lnTo>
                    <a:pt x="191" y="402"/>
                  </a:lnTo>
                  <a:lnTo>
                    <a:pt x="191" y="40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95340FA7-DE1C-405B-B351-766B58E4E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1725" y="3099456"/>
              <a:ext cx="287639" cy="420164"/>
            </a:xfrm>
            <a:custGeom>
              <a:avLst/>
              <a:gdLst>
                <a:gd name="T0" fmla="*/ 0 w 191"/>
                <a:gd name="T1" fmla="*/ 181 h 279"/>
                <a:gd name="T2" fmla="*/ 0 w 191"/>
                <a:gd name="T3" fmla="*/ 0 h 279"/>
                <a:gd name="T4" fmla="*/ 191 w 191"/>
                <a:gd name="T5" fmla="*/ 0 h 279"/>
                <a:gd name="T6" fmla="*/ 191 w 191"/>
                <a:gd name="T7" fmla="*/ 181 h 279"/>
                <a:gd name="T8" fmla="*/ 94 w 191"/>
                <a:gd name="T9" fmla="*/ 279 h 279"/>
                <a:gd name="T10" fmla="*/ 0 w 191"/>
                <a:gd name="T11" fmla="*/ 181 h 279"/>
                <a:gd name="T12" fmla="*/ 0 w 191"/>
                <a:gd name="T13" fmla="*/ 181 h 279"/>
                <a:gd name="T14" fmla="*/ 0 w 191"/>
                <a:gd name="T15" fmla="*/ 181 h 279"/>
                <a:gd name="T16" fmla="*/ 0 w 191"/>
                <a:gd name="T17" fmla="*/ 181 h 279"/>
                <a:gd name="T18" fmla="*/ 0 w 191"/>
                <a:gd name="T19" fmla="*/ 181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1" h="279">
                  <a:moveTo>
                    <a:pt x="0" y="181"/>
                  </a:moveTo>
                  <a:lnTo>
                    <a:pt x="0" y="0"/>
                  </a:lnTo>
                  <a:lnTo>
                    <a:pt x="191" y="0"/>
                  </a:lnTo>
                  <a:lnTo>
                    <a:pt x="191" y="181"/>
                  </a:lnTo>
                  <a:lnTo>
                    <a:pt x="94" y="279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0" y="18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FED7E992-36E7-4879-AEDB-A69A95BD5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823" y="2680799"/>
              <a:ext cx="1775528" cy="418657"/>
            </a:xfrm>
            <a:custGeom>
              <a:avLst/>
              <a:gdLst>
                <a:gd name="T0" fmla="*/ 902 w 1179"/>
                <a:gd name="T1" fmla="*/ 0 h 278"/>
                <a:gd name="T2" fmla="*/ 777 w 1179"/>
                <a:gd name="T3" fmla="*/ 0 h 278"/>
                <a:gd name="T4" fmla="*/ 756 w 1179"/>
                <a:gd name="T5" fmla="*/ 0 h 278"/>
                <a:gd name="T6" fmla="*/ 279 w 1179"/>
                <a:gd name="T7" fmla="*/ 0 h 278"/>
                <a:gd name="T8" fmla="*/ 0 w 1179"/>
                <a:gd name="T9" fmla="*/ 278 h 278"/>
                <a:gd name="T10" fmla="*/ 756 w 1179"/>
                <a:gd name="T11" fmla="*/ 278 h 278"/>
                <a:gd name="T12" fmla="*/ 777 w 1179"/>
                <a:gd name="T13" fmla="*/ 278 h 278"/>
                <a:gd name="T14" fmla="*/ 1179 w 1179"/>
                <a:gd name="T15" fmla="*/ 278 h 278"/>
                <a:gd name="T16" fmla="*/ 902 w 1179"/>
                <a:gd name="T17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9" h="278">
                  <a:moveTo>
                    <a:pt x="902" y="0"/>
                  </a:moveTo>
                  <a:lnTo>
                    <a:pt x="777" y="0"/>
                  </a:lnTo>
                  <a:lnTo>
                    <a:pt x="756" y="0"/>
                  </a:lnTo>
                  <a:lnTo>
                    <a:pt x="279" y="0"/>
                  </a:lnTo>
                  <a:lnTo>
                    <a:pt x="0" y="278"/>
                  </a:lnTo>
                  <a:lnTo>
                    <a:pt x="756" y="278"/>
                  </a:lnTo>
                  <a:lnTo>
                    <a:pt x="777" y="278"/>
                  </a:lnTo>
                  <a:lnTo>
                    <a:pt x="1179" y="278"/>
                  </a:lnTo>
                  <a:lnTo>
                    <a:pt x="90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TextBox 39">
              <a:extLst>
                <a:ext uri="{FF2B5EF4-FFF2-40B4-BE49-F238E27FC236}">
                  <a16:creationId xmlns:a16="http://schemas.microsoft.com/office/drawing/2014/main" id="{B7885AE4-3C56-4E21-B6D4-C04C0DBB20EA}"/>
                </a:ext>
              </a:extLst>
            </p:cNvPr>
            <p:cNvSpPr txBox="1"/>
            <p:nvPr/>
          </p:nvSpPr>
          <p:spPr>
            <a:xfrm>
              <a:off x="7930666" y="2750493"/>
              <a:ext cx="774892" cy="284693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2"/>
                  </a:solidFill>
                  <a:cs typeface="+mn-ea"/>
                  <a:sym typeface="+mn-lt"/>
                </a:rPr>
                <a:t>Step 05</a:t>
              </a:r>
              <a:endParaRPr lang="id-ID" sz="1400" b="1" dirty="0">
                <a:solidFill>
                  <a:schemeClr val="bg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3C7DA92-492A-4E58-8AF7-140399851B0B}"/>
              </a:ext>
            </a:extLst>
          </p:cNvPr>
          <p:cNvGrpSpPr/>
          <p:nvPr/>
        </p:nvGrpSpPr>
        <p:grpSpPr>
          <a:xfrm>
            <a:off x="8928712" y="2810311"/>
            <a:ext cx="2780004" cy="1653545"/>
            <a:chOff x="8928712" y="2810311"/>
            <a:chExt cx="2780004" cy="1653545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805D2E6-9B36-4C17-A00C-53C2EFA4F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5746" y="2810311"/>
              <a:ext cx="1002970" cy="416368"/>
            </a:xfrm>
            <a:custGeom>
              <a:avLst/>
              <a:gdLst>
                <a:gd name="T0" fmla="*/ 568 w 666"/>
                <a:gd name="T1" fmla="*/ 192 h 192"/>
                <a:gd name="T2" fmla="*/ 0 w 666"/>
                <a:gd name="T3" fmla="*/ 192 h 192"/>
                <a:gd name="T4" fmla="*/ 2 w 666"/>
                <a:gd name="T5" fmla="*/ 0 h 192"/>
                <a:gd name="T6" fmla="*/ 568 w 666"/>
                <a:gd name="T7" fmla="*/ 0 h 192"/>
                <a:gd name="T8" fmla="*/ 666 w 666"/>
                <a:gd name="T9" fmla="*/ 94 h 192"/>
                <a:gd name="T10" fmla="*/ 568 w 666"/>
                <a:gd name="T11" fmla="*/ 192 h 192"/>
                <a:gd name="T12" fmla="*/ 568 w 666"/>
                <a:gd name="T13" fmla="*/ 192 h 192"/>
                <a:gd name="T14" fmla="*/ 568 w 666"/>
                <a:gd name="T15" fmla="*/ 192 h 192"/>
                <a:gd name="T16" fmla="*/ 568 w 666"/>
                <a:gd name="T17" fmla="*/ 192 h 192"/>
                <a:gd name="T18" fmla="*/ 568 w 666"/>
                <a:gd name="T1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6" h="192">
                  <a:moveTo>
                    <a:pt x="568" y="192"/>
                  </a:moveTo>
                  <a:lnTo>
                    <a:pt x="0" y="192"/>
                  </a:lnTo>
                  <a:lnTo>
                    <a:pt x="2" y="0"/>
                  </a:lnTo>
                  <a:lnTo>
                    <a:pt x="568" y="0"/>
                  </a:lnTo>
                  <a:lnTo>
                    <a:pt x="666" y="94"/>
                  </a:lnTo>
                  <a:lnTo>
                    <a:pt x="568" y="192"/>
                  </a:lnTo>
                  <a:lnTo>
                    <a:pt x="568" y="192"/>
                  </a:lnTo>
                  <a:lnTo>
                    <a:pt x="568" y="192"/>
                  </a:lnTo>
                  <a:lnTo>
                    <a:pt x="568" y="192"/>
                  </a:lnTo>
                  <a:lnTo>
                    <a:pt x="568" y="19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1059D4E8-CC19-4F21-9DC1-E739A6DBC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1725" y="3439804"/>
              <a:ext cx="287639" cy="605396"/>
            </a:xfrm>
            <a:custGeom>
              <a:avLst/>
              <a:gdLst>
                <a:gd name="T0" fmla="*/ 0 w 191"/>
                <a:gd name="T1" fmla="*/ 0 h 402"/>
                <a:gd name="T2" fmla="*/ 94 w 191"/>
                <a:gd name="T3" fmla="*/ 94 h 402"/>
                <a:gd name="T4" fmla="*/ 191 w 191"/>
                <a:gd name="T5" fmla="*/ 0 h 402"/>
                <a:gd name="T6" fmla="*/ 191 w 191"/>
                <a:gd name="T7" fmla="*/ 402 h 402"/>
                <a:gd name="T8" fmla="*/ 0 w 191"/>
                <a:gd name="T9" fmla="*/ 402 h 402"/>
                <a:gd name="T10" fmla="*/ 0 w 191"/>
                <a:gd name="T11" fmla="*/ 0 h 402"/>
                <a:gd name="T12" fmla="*/ 0 w 191"/>
                <a:gd name="T13" fmla="*/ 0 h 402"/>
                <a:gd name="T14" fmla="*/ 0 w 191"/>
                <a:gd name="T15" fmla="*/ 0 h 402"/>
                <a:gd name="T16" fmla="*/ 0 w 191"/>
                <a:gd name="T17" fmla="*/ 0 h 402"/>
                <a:gd name="T18" fmla="*/ 0 w 191"/>
                <a:gd name="T19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1" h="402">
                  <a:moveTo>
                    <a:pt x="0" y="0"/>
                  </a:moveTo>
                  <a:lnTo>
                    <a:pt x="94" y="94"/>
                  </a:lnTo>
                  <a:lnTo>
                    <a:pt x="191" y="0"/>
                  </a:lnTo>
                  <a:lnTo>
                    <a:pt x="191" y="402"/>
                  </a:lnTo>
                  <a:lnTo>
                    <a:pt x="0" y="40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11CCB938-07DE-4591-8009-A825C6AB7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9614" y="2810311"/>
              <a:ext cx="289144" cy="1234888"/>
            </a:xfrm>
            <a:custGeom>
              <a:avLst/>
              <a:gdLst>
                <a:gd name="T0" fmla="*/ 192 w 192"/>
                <a:gd name="T1" fmla="*/ 820 h 820"/>
                <a:gd name="T2" fmla="*/ 0 w 192"/>
                <a:gd name="T3" fmla="*/ 820 h 820"/>
                <a:gd name="T4" fmla="*/ 0 w 192"/>
                <a:gd name="T5" fmla="*/ 192 h 820"/>
                <a:gd name="T6" fmla="*/ 192 w 192"/>
                <a:gd name="T7" fmla="*/ 0 h 820"/>
                <a:gd name="T8" fmla="*/ 192 w 192"/>
                <a:gd name="T9" fmla="*/ 820 h 820"/>
                <a:gd name="T10" fmla="*/ 192 w 192"/>
                <a:gd name="T11" fmla="*/ 820 h 820"/>
                <a:gd name="T12" fmla="*/ 192 w 192"/>
                <a:gd name="T13" fmla="*/ 820 h 820"/>
                <a:gd name="T14" fmla="*/ 192 w 192"/>
                <a:gd name="T15" fmla="*/ 82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" h="820">
                  <a:moveTo>
                    <a:pt x="192" y="820"/>
                  </a:moveTo>
                  <a:lnTo>
                    <a:pt x="0" y="820"/>
                  </a:lnTo>
                  <a:lnTo>
                    <a:pt x="0" y="192"/>
                  </a:lnTo>
                  <a:lnTo>
                    <a:pt x="192" y="0"/>
                  </a:lnTo>
                  <a:lnTo>
                    <a:pt x="192" y="820"/>
                  </a:lnTo>
                  <a:lnTo>
                    <a:pt x="192" y="820"/>
                  </a:lnTo>
                  <a:lnTo>
                    <a:pt x="192" y="820"/>
                  </a:lnTo>
                  <a:lnTo>
                    <a:pt x="192" y="82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A04A292F-3878-45AB-BE48-D4E6ECD50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8712" y="4045199"/>
              <a:ext cx="1777034" cy="418657"/>
            </a:xfrm>
            <a:custGeom>
              <a:avLst/>
              <a:gdLst>
                <a:gd name="T0" fmla="*/ 277 w 1180"/>
                <a:gd name="T1" fmla="*/ 278 h 278"/>
                <a:gd name="T2" fmla="*/ 901 w 1180"/>
                <a:gd name="T3" fmla="*/ 278 h 278"/>
                <a:gd name="T4" fmla="*/ 1180 w 1180"/>
                <a:gd name="T5" fmla="*/ 0 h 278"/>
                <a:gd name="T6" fmla="*/ 0 w 1180"/>
                <a:gd name="T7" fmla="*/ 0 h 278"/>
                <a:gd name="T8" fmla="*/ 277 w 1180"/>
                <a:gd name="T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0" h="278">
                  <a:moveTo>
                    <a:pt x="277" y="278"/>
                  </a:moveTo>
                  <a:lnTo>
                    <a:pt x="901" y="278"/>
                  </a:lnTo>
                  <a:lnTo>
                    <a:pt x="1180" y="0"/>
                  </a:lnTo>
                  <a:lnTo>
                    <a:pt x="0" y="0"/>
                  </a:lnTo>
                  <a:lnTo>
                    <a:pt x="277" y="27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6" name="TextBox 40">
              <a:extLst>
                <a:ext uri="{FF2B5EF4-FFF2-40B4-BE49-F238E27FC236}">
                  <a16:creationId xmlns:a16="http://schemas.microsoft.com/office/drawing/2014/main" id="{6545ACDD-2616-421A-9146-14FF38741DA4}"/>
                </a:ext>
              </a:extLst>
            </p:cNvPr>
            <p:cNvSpPr txBox="1"/>
            <p:nvPr/>
          </p:nvSpPr>
          <p:spPr>
            <a:xfrm>
              <a:off x="9418553" y="4113579"/>
              <a:ext cx="774892" cy="284693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2"/>
                  </a:solidFill>
                  <a:cs typeface="+mn-ea"/>
                  <a:sym typeface="+mn-lt"/>
                </a:rPr>
                <a:t>Step 06</a:t>
              </a:r>
              <a:endParaRPr lang="id-ID" sz="1400" b="1" dirty="0">
                <a:solidFill>
                  <a:schemeClr val="bg2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1" name="TextBox 26">
            <a:extLst>
              <a:ext uri="{FF2B5EF4-FFF2-40B4-BE49-F238E27FC236}">
                <a16:creationId xmlns:a16="http://schemas.microsoft.com/office/drawing/2014/main" id="{7C992B49-C115-45A5-A824-382454FEFAFD}"/>
              </a:ext>
            </a:extLst>
          </p:cNvPr>
          <p:cNvSpPr txBox="1"/>
          <p:nvPr/>
        </p:nvSpPr>
        <p:spPr>
          <a:xfrm>
            <a:off x="2702541" y="4753390"/>
            <a:ext cx="2320237" cy="52597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TextBox 26">
            <a:extLst>
              <a:ext uri="{FF2B5EF4-FFF2-40B4-BE49-F238E27FC236}">
                <a16:creationId xmlns:a16="http://schemas.microsoft.com/office/drawing/2014/main" id="{12D4FA18-0BF3-4BCD-A205-EAAC02372D5B}"/>
              </a:ext>
            </a:extLst>
          </p:cNvPr>
          <p:cNvSpPr txBox="1"/>
          <p:nvPr/>
        </p:nvSpPr>
        <p:spPr>
          <a:xfrm>
            <a:off x="4191936" y="1793994"/>
            <a:ext cx="2320237" cy="52597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3" name="TextBox 26">
            <a:extLst>
              <a:ext uri="{FF2B5EF4-FFF2-40B4-BE49-F238E27FC236}">
                <a16:creationId xmlns:a16="http://schemas.microsoft.com/office/drawing/2014/main" id="{BEE7A180-8412-4C05-BB50-54E95A14E191}"/>
              </a:ext>
            </a:extLst>
          </p:cNvPr>
          <p:cNvSpPr txBox="1"/>
          <p:nvPr/>
        </p:nvSpPr>
        <p:spPr>
          <a:xfrm>
            <a:off x="5679826" y="4753390"/>
            <a:ext cx="2320237" cy="52597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TextBox 26">
            <a:extLst>
              <a:ext uri="{FF2B5EF4-FFF2-40B4-BE49-F238E27FC236}">
                <a16:creationId xmlns:a16="http://schemas.microsoft.com/office/drawing/2014/main" id="{26C4DB11-1165-41E1-B2FF-E21F77850493}"/>
              </a:ext>
            </a:extLst>
          </p:cNvPr>
          <p:cNvSpPr txBox="1"/>
          <p:nvPr/>
        </p:nvSpPr>
        <p:spPr>
          <a:xfrm>
            <a:off x="7173282" y="1795334"/>
            <a:ext cx="2320237" cy="52597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5" name="TextBox 26">
            <a:extLst>
              <a:ext uri="{FF2B5EF4-FFF2-40B4-BE49-F238E27FC236}">
                <a16:creationId xmlns:a16="http://schemas.microsoft.com/office/drawing/2014/main" id="{983F6968-8F69-4C86-B962-CFC1D81E3573}"/>
              </a:ext>
            </a:extLst>
          </p:cNvPr>
          <p:cNvSpPr txBox="1"/>
          <p:nvPr/>
        </p:nvSpPr>
        <p:spPr>
          <a:xfrm>
            <a:off x="8645880" y="4756822"/>
            <a:ext cx="2320237" cy="52597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0CD050C-2499-4FCD-827D-DE97642B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1856C5C-2EC2-44D0-BEDC-9B4F74688742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1DCBF19C-4950-495F-AAD0-D23677A41181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49A73E10-8979-4A74-90F8-1BB1975BC8A3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2232F683-EB08-4CF7-9193-10A925EBFDCE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98F68B75-BAAE-4417-A303-9D8EA9631421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B0905437-A2AD-4DFF-B2A8-F9CF788C3832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6BF09843-B732-4E7C-A310-FF58F6D27931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98CC2715-8F49-4286-86A9-8851FBAEEBF5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0CE48AB-3D75-4F7A-B6A3-42F506B9D2F8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7101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05EE0367-4426-440C-93F6-162D9F90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306F0CC-F9C1-4760-8CC1-FC1CAD54122D}"/>
              </a:ext>
            </a:extLst>
          </p:cNvPr>
          <p:cNvCxnSpPr/>
          <p:nvPr/>
        </p:nvCxnSpPr>
        <p:spPr>
          <a:xfrm rot="5400000">
            <a:off x="2680233" y="3664613"/>
            <a:ext cx="3570363" cy="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EDB2AA2-EE32-4A1B-B81B-BCCB73595EA2}"/>
              </a:ext>
            </a:extLst>
          </p:cNvPr>
          <p:cNvCxnSpPr/>
          <p:nvPr/>
        </p:nvCxnSpPr>
        <p:spPr>
          <a:xfrm rot="5400000">
            <a:off x="6029867" y="3664613"/>
            <a:ext cx="3570363" cy="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1 Rectángulo">
            <a:extLst>
              <a:ext uri="{FF2B5EF4-FFF2-40B4-BE49-F238E27FC236}">
                <a16:creationId xmlns:a16="http://schemas.microsoft.com/office/drawing/2014/main" id="{DDC77D30-B183-4C21-A09F-8951566061C3}"/>
              </a:ext>
            </a:extLst>
          </p:cNvPr>
          <p:cNvSpPr/>
          <p:nvPr/>
        </p:nvSpPr>
        <p:spPr>
          <a:xfrm>
            <a:off x="1445677" y="1879435"/>
            <a:ext cx="2634945" cy="1050453"/>
          </a:xfrm>
          <a:prstGeom prst="roundRect">
            <a:avLst/>
          </a:prstGeom>
          <a:solidFill>
            <a:schemeClr val="accent1"/>
          </a:solidFill>
          <a:ln w="635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7" tIns="45712" rIns="91427" bIns="45712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lvl="0"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+mn-ea"/>
                <a:sym typeface="微软雅黑 Light" panose="020B0502040204020203" pitchFamily="34" charset="-122"/>
              </a:rPr>
              <a:t>添加标题</a:t>
            </a:r>
            <a:endParaRPr lang="en-US" altLang="zh-CN" b="1" kern="0" dirty="0">
              <a:solidFill>
                <a:schemeClr val="bg1"/>
              </a:solidFill>
              <a:latin typeface="+mn-ea"/>
              <a:sym typeface="微软雅黑 Light" panose="020B0502040204020203" pitchFamily="34" charset="-122"/>
            </a:endParaRPr>
          </a:p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33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  <a:sym typeface="微软雅黑 Light" panose="020B0502040204020203" pitchFamily="34" charset="-122"/>
              </a:rPr>
              <a:t>点击此处添加文字内容</a:t>
            </a:r>
            <a:endParaRPr lang="en-US" altLang="zh-CN" sz="1333" kern="0" dirty="0">
              <a:solidFill>
                <a:schemeClr val="bg1"/>
              </a:solidFill>
              <a:latin typeface="+mn-ea"/>
              <a:cs typeface="Arial" panose="020B0604020202020204" pitchFamily="34" charset="0"/>
              <a:sym typeface="微软雅黑 Light" panose="020B0502040204020203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F27936-C588-49E2-9E87-F6BBD0596C75}"/>
              </a:ext>
            </a:extLst>
          </p:cNvPr>
          <p:cNvSpPr/>
          <p:nvPr/>
        </p:nvSpPr>
        <p:spPr>
          <a:xfrm>
            <a:off x="1445680" y="3551885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" panose="020B0503020204020204" pitchFamily="34" charset="-122"/>
                <a:sym typeface="微软雅黑 Light" panose="020B0502040204020203" pitchFamily="34" charset="-122"/>
              </a:rPr>
              <a:t>添加标题</a:t>
            </a:r>
            <a:endParaRPr lang="en-US" altLang="zh-CN" sz="16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" panose="020B05030202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CD9F29-64A5-462B-8030-DAA7EA7B84DC}"/>
              </a:ext>
            </a:extLst>
          </p:cNvPr>
          <p:cNvSpPr/>
          <p:nvPr/>
        </p:nvSpPr>
        <p:spPr>
          <a:xfrm>
            <a:off x="1445680" y="4028450"/>
            <a:ext cx="2513666" cy="587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</a:t>
            </a:r>
            <a:endParaRPr lang="en-US" altLang="zh-CN" sz="1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42 Rectángulo">
            <a:extLst>
              <a:ext uri="{FF2B5EF4-FFF2-40B4-BE49-F238E27FC236}">
                <a16:creationId xmlns:a16="http://schemas.microsoft.com/office/drawing/2014/main" id="{0561D46A-23A0-4399-B9B9-0D928410D9FA}"/>
              </a:ext>
            </a:extLst>
          </p:cNvPr>
          <p:cNvSpPr/>
          <p:nvPr/>
        </p:nvSpPr>
        <p:spPr>
          <a:xfrm>
            <a:off x="4812227" y="1879435"/>
            <a:ext cx="2634947" cy="1050453"/>
          </a:xfrm>
          <a:prstGeom prst="roundRect">
            <a:avLst/>
          </a:prstGeom>
          <a:solidFill>
            <a:schemeClr val="accent2"/>
          </a:solidFill>
          <a:ln w="635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7" tIns="45712" rIns="91427" bIns="45712" anchor="ctr"/>
          <a:lstStyle/>
          <a:p>
            <a:pPr lvl="0"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+mn-ea"/>
                <a:sym typeface="微软雅黑 Light" panose="020B0502040204020203" pitchFamily="34" charset="-122"/>
              </a:rPr>
              <a:t>添加标题</a:t>
            </a:r>
            <a:endParaRPr lang="en-US" altLang="zh-CN" b="1" kern="0" dirty="0">
              <a:solidFill>
                <a:schemeClr val="bg1"/>
              </a:solidFill>
              <a:latin typeface="+mn-ea"/>
              <a:sym typeface="微软雅黑 Light" panose="020B0502040204020203" pitchFamily="34" charset="-122"/>
            </a:endParaRPr>
          </a:p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33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  <a:sym typeface="微软雅黑 Light" panose="020B0502040204020203" pitchFamily="34" charset="-122"/>
              </a:rPr>
              <a:t>点击此处添加文字内容</a:t>
            </a:r>
            <a:endParaRPr lang="en-US" altLang="zh-CN" sz="1333" kern="0" dirty="0">
              <a:solidFill>
                <a:schemeClr val="bg1"/>
              </a:solidFill>
              <a:latin typeface="+mn-ea"/>
              <a:cs typeface="Arial" panose="020B0604020202020204" pitchFamily="34" charset="0"/>
              <a:sym typeface="微软雅黑 Light" panose="020B0502040204020203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FAB903-E92A-4206-A030-D5A30894AA33}"/>
              </a:ext>
            </a:extLst>
          </p:cNvPr>
          <p:cNvSpPr/>
          <p:nvPr/>
        </p:nvSpPr>
        <p:spPr>
          <a:xfrm>
            <a:off x="4812230" y="3551885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" panose="020B0503020204020204" pitchFamily="34" charset="-122"/>
                <a:sym typeface="微软雅黑 Light" panose="020B0502040204020203" pitchFamily="34" charset="-122"/>
              </a:rPr>
              <a:t>添加标题</a:t>
            </a:r>
            <a:endParaRPr lang="en-US" altLang="zh-CN" sz="16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" panose="020B05030202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5BC5BD-CD99-41B7-A034-E1314AC4589B}"/>
              </a:ext>
            </a:extLst>
          </p:cNvPr>
          <p:cNvSpPr/>
          <p:nvPr/>
        </p:nvSpPr>
        <p:spPr>
          <a:xfrm>
            <a:off x="4812230" y="4028452"/>
            <a:ext cx="2496746" cy="587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</a:t>
            </a:r>
            <a:endParaRPr lang="en-US" altLang="zh-CN" sz="1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51 Rectángulo">
            <a:extLst>
              <a:ext uri="{FF2B5EF4-FFF2-40B4-BE49-F238E27FC236}">
                <a16:creationId xmlns:a16="http://schemas.microsoft.com/office/drawing/2014/main" id="{828B3BA3-AF63-4E78-8CCF-F7B6018F0B86}"/>
              </a:ext>
            </a:extLst>
          </p:cNvPr>
          <p:cNvSpPr/>
          <p:nvPr/>
        </p:nvSpPr>
        <p:spPr>
          <a:xfrm>
            <a:off x="8163814" y="1879435"/>
            <a:ext cx="2636709" cy="1050452"/>
          </a:xfrm>
          <a:prstGeom prst="roundRect">
            <a:avLst/>
          </a:prstGeom>
          <a:solidFill>
            <a:schemeClr val="accent3"/>
          </a:solidFill>
          <a:ln w="635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7" tIns="45712" rIns="91427" bIns="45712" anchor="ctr"/>
          <a:lstStyle/>
          <a:p>
            <a:pPr lvl="0"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+mn-ea"/>
                <a:sym typeface="微软雅黑 Light" panose="020B0502040204020203" pitchFamily="34" charset="-122"/>
              </a:rPr>
              <a:t>添加标题</a:t>
            </a:r>
            <a:endParaRPr lang="en-US" altLang="zh-CN" b="1" kern="0" dirty="0">
              <a:solidFill>
                <a:schemeClr val="bg1"/>
              </a:solidFill>
              <a:latin typeface="+mn-ea"/>
              <a:sym typeface="微软雅黑 Light" panose="020B0502040204020203" pitchFamily="34" charset="-122"/>
            </a:endParaRPr>
          </a:p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333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  <a:sym typeface="微软雅黑 Light" panose="020B0502040204020203" pitchFamily="34" charset="-122"/>
              </a:rPr>
              <a:t>点击此处添加文字内容</a:t>
            </a:r>
            <a:endParaRPr lang="en-US" altLang="zh-CN" sz="1333" kern="0" dirty="0">
              <a:solidFill>
                <a:schemeClr val="bg1"/>
              </a:solidFill>
              <a:latin typeface="+mn-ea"/>
              <a:cs typeface="Arial" panose="020B0604020202020204" pitchFamily="34" charset="0"/>
              <a:sym typeface="微软雅黑 Light" panose="020B0502040204020203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236B16-8DA7-4F82-8EBE-48EA4A1D7FC2}"/>
              </a:ext>
            </a:extLst>
          </p:cNvPr>
          <p:cNvSpPr/>
          <p:nvPr/>
        </p:nvSpPr>
        <p:spPr>
          <a:xfrm>
            <a:off x="8163818" y="3551885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" panose="020B0503020204020204" pitchFamily="34" charset="-122"/>
                <a:sym typeface="微软雅黑 Light" panose="020B0502040204020203" pitchFamily="34" charset="-122"/>
              </a:rPr>
              <a:t>添加标题</a:t>
            </a:r>
            <a:endParaRPr lang="en-US" altLang="zh-CN" sz="16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" panose="020B05030202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4C9000-F6D6-4F29-ABA4-4E5BA670B4EB}"/>
              </a:ext>
            </a:extLst>
          </p:cNvPr>
          <p:cNvSpPr/>
          <p:nvPr/>
        </p:nvSpPr>
        <p:spPr>
          <a:xfrm>
            <a:off x="8163818" y="4028452"/>
            <a:ext cx="2494789" cy="587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</a:t>
            </a:r>
            <a:endParaRPr lang="en-US" altLang="zh-CN" sz="1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FB836B-329D-426A-80E2-0894F968AD79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DD7874B-074B-4CAA-A3FC-3FF97E81EAC7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26BF32D-D77B-4AEC-A069-0C91D9915622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2E050B8-D846-4B49-BED0-E56F382A155B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BE527A2-6E0E-4F0E-AF49-A532024674F0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AB62458-5100-4A15-9DFA-E8A112F7CA1A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20AE35C-C7BA-4D3B-811B-CB9A0F043A98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B31ACEF-D748-4AAD-85D6-616CDEC271B9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58D1115-C603-4019-8F14-37C1553EE205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8615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9A49506-35B9-4993-86FF-3E7F37112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4" name="Group 21">
            <a:extLst>
              <a:ext uri="{FF2B5EF4-FFF2-40B4-BE49-F238E27FC236}">
                <a16:creationId xmlns:a16="http://schemas.microsoft.com/office/drawing/2014/main" id="{321B3EB8-B167-42B3-BDA0-727BE3136BD9}"/>
              </a:ext>
            </a:extLst>
          </p:cNvPr>
          <p:cNvGrpSpPr/>
          <p:nvPr/>
        </p:nvGrpSpPr>
        <p:grpSpPr>
          <a:xfrm>
            <a:off x="3868529" y="1784777"/>
            <a:ext cx="1240451" cy="288800"/>
            <a:chOff x="2901397" y="1460250"/>
            <a:chExt cx="930338" cy="220268"/>
          </a:xfrm>
        </p:grpSpPr>
        <p:cxnSp>
          <p:nvCxnSpPr>
            <p:cNvPr id="43" name="Straight Connector 22">
              <a:extLst>
                <a:ext uri="{FF2B5EF4-FFF2-40B4-BE49-F238E27FC236}">
                  <a16:creationId xmlns:a16="http://schemas.microsoft.com/office/drawing/2014/main" id="{87F0DE6C-5739-4AC2-9DA2-4CCB6FFA3A62}"/>
                </a:ext>
              </a:extLst>
            </p:cNvPr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23">
              <a:extLst>
                <a:ext uri="{FF2B5EF4-FFF2-40B4-BE49-F238E27FC236}">
                  <a16:creationId xmlns:a16="http://schemas.microsoft.com/office/drawing/2014/main" id="{254F8267-EE12-438A-B3E3-DB1285AC5289}"/>
                </a:ext>
              </a:extLst>
            </p:cNvPr>
            <p:cNvCxnSpPr/>
            <p:nvPr/>
          </p:nvCxnSpPr>
          <p:spPr>
            <a:xfrm flipH="1">
              <a:off x="2901397" y="1463917"/>
              <a:ext cx="691284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24">
            <a:extLst>
              <a:ext uri="{FF2B5EF4-FFF2-40B4-BE49-F238E27FC236}">
                <a16:creationId xmlns:a16="http://schemas.microsoft.com/office/drawing/2014/main" id="{889D488D-1F2C-4144-AEC5-E791EDD60920}"/>
              </a:ext>
            </a:extLst>
          </p:cNvPr>
          <p:cNvGrpSpPr/>
          <p:nvPr/>
        </p:nvGrpSpPr>
        <p:grpSpPr>
          <a:xfrm flipH="1">
            <a:off x="6996273" y="1779887"/>
            <a:ext cx="1240451" cy="293691"/>
            <a:chOff x="2901397" y="1460250"/>
            <a:chExt cx="930338" cy="220268"/>
          </a:xfrm>
        </p:grpSpPr>
        <p:cxnSp>
          <p:nvCxnSpPr>
            <p:cNvPr id="41" name="Straight Connector 25">
              <a:extLst>
                <a:ext uri="{FF2B5EF4-FFF2-40B4-BE49-F238E27FC236}">
                  <a16:creationId xmlns:a16="http://schemas.microsoft.com/office/drawing/2014/main" id="{258C24E3-1EB6-4F5A-9939-AE8F616C3E0E}"/>
                </a:ext>
              </a:extLst>
            </p:cNvPr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26">
              <a:extLst>
                <a:ext uri="{FF2B5EF4-FFF2-40B4-BE49-F238E27FC236}">
                  <a16:creationId xmlns:a16="http://schemas.microsoft.com/office/drawing/2014/main" id="{178E2CD1-8C03-4580-B400-0A187FC1B1F9}"/>
                </a:ext>
              </a:extLst>
            </p:cNvPr>
            <p:cNvCxnSpPr/>
            <p:nvPr/>
          </p:nvCxnSpPr>
          <p:spPr>
            <a:xfrm flipH="1">
              <a:off x="2901397" y="1463918"/>
              <a:ext cx="691284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7">
            <a:extLst>
              <a:ext uri="{FF2B5EF4-FFF2-40B4-BE49-F238E27FC236}">
                <a16:creationId xmlns:a16="http://schemas.microsoft.com/office/drawing/2014/main" id="{84B34C96-6906-4B48-AF1A-9D9FD66A1743}"/>
              </a:ext>
            </a:extLst>
          </p:cNvPr>
          <p:cNvGrpSpPr/>
          <p:nvPr/>
        </p:nvGrpSpPr>
        <p:grpSpPr>
          <a:xfrm flipV="1">
            <a:off x="3868529" y="5072948"/>
            <a:ext cx="1240451" cy="288800"/>
            <a:chOff x="2901397" y="1460250"/>
            <a:chExt cx="930338" cy="220268"/>
          </a:xfrm>
        </p:grpSpPr>
        <p:cxnSp>
          <p:nvCxnSpPr>
            <p:cNvPr id="39" name="Straight Connector 28">
              <a:extLst>
                <a:ext uri="{FF2B5EF4-FFF2-40B4-BE49-F238E27FC236}">
                  <a16:creationId xmlns:a16="http://schemas.microsoft.com/office/drawing/2014/main" id="{217D329D-800D-4FF0-A7C7-F910089C56B1}"/>
                </a:ext>
              </a:extLst>
            </p:cNvPr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29">
              <a:extLst>
                <a:ext uri="{FF2B5EF4-FFF2-40B4-BE49-F238E27FC236}">
                  <a16:creationId xmlns:a16="http://schemas.microsoft.com/office/drawing/2014/main" id="{FAB5B235-D4A5-4B10-9418-40F384D1E416}"/>
                </a:ext>
              </a:extLst>
            </p:cNvPr>
            <p:cNvCxnSpPr/>
            <p:nvPr/>
          </p:nvCxnSpPr>
          <p:spPr>
            <a:xfrm flipH="1">
              <a:off x="2901397" y="1463917"/>
              <a:ext cx="691284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30">
            <a:extLst>
              <a:ext uri="{FF2B5EF4-FFF2-40B4-BE49-F238E27FC236}">
                <a16:creationId xmlns:a16="http://schemas.microsoft.com/office/drawing/2014/main" id="{208FF1B6-3C2E-426D-9473-69F653D43DC8}"/>
              </a:ext>
            </a:extLst>
          </p:cNvPr>
          <p:cNvGrpSpPr/>
          <p:nvPr/>
        </p:nvGrpSpPr>
        <p:grpSpPr>
          <a:xfrm flipH="1" flipV="1">
            <a:off x="6996273" y="5118859"/>
            <a:ext cx="1240451" cy="293691"/>
            <a:chOff x="2901397" y="1460250"/>
            <a:chExt cx="930338" cy="220268"/>
          </a:xfrm>
        </p:grpSpPr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097EA67E-D612-4A0E-A3AA-257BFA522A80}"/>
                </a:ext>
              </a:extLst>
            </p:cNvPr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2">
              <a:extLst>
                <a:ext uri="{FF2B5EF4-FFF2-40B4-BE49-F238E27FC236}">
                  <a16:creationId xmlns:a16="http://schemas.microsoft.com/office/drawing/2014/main" id="{2227E8AB-FF23-4C7D-9F1E-B7CAA550FE26}"/>
                </a:ext>
              </a:extLst>
            </p:cNvPr>
            <p:cNvCxnSpPr/>
            <p:nvPr/>
          </p:nvCxnSpPr>
          <p:spPr>
            <a:xfrm flipH="1">
              <a:off x="2901397" y="1463918"/>
              <a:ext cx="691284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Connector 33">
            <a:extLst>
              <a:ext uri="{FF2B5EF4-FFF2-40B4-BE49-F238E27FC236}">
                <a16:creationId xmlns:a16="http://schemas.microsoft.com/office/drawing/2014/main" id="{3F747687-8B40-41BB-B1A6-DAA05ADC73E0}"/>
              </a:ext>
            </a:extLst>
          </p:cNvPr>
          <p:cNvCxnSpPr/>
          <p:nvPr/>
        </p:nvCxnSpPr>
        <p:spPr>
          <a:xfrm flipH="1">
            <a:off x="3690168" y="3569124"/>
            <a:ext cx="614169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34">
            <a:extLst>
              <a:ext uri="{FF2B5EF4-FFF2-40B4-BE49-F238E27FC236}">
                <a16:creationId xmlns:a16="http://schemas.microsoft.com/office/drawing/2014/main" id="{A9DB818A-84A7-4649-BA74-8C8CD6ADBE28}"/>
              </a:ext>
            </a:extLst>
          </p:cNvPr>
          <p:cNvCxnSpPr/>
          <p:nvPr/>
        </p:nvCxnSpPr>
        <p:spPr>
          <a:xfrm flipH="1">
            <a:off x="7887668" y="3569124"/>
            <a:ext cx="614169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 64">
            <a:extLst>
              <a:ext uri="{FF2B5EF4-FFF2-40B4-BE49-F238E27FC236}">
                <a16:creationId xmlns:a16="http://schemas.microsoft.com/office/drawing/2014/main" id="{4F86E8AE-3770-4AF4-AE7C-E1815B762D5B}"/>
              </a:ext>
            </a:extLst>
          </p:cNvPr>
          <p:cNvSpPr>
            <a:spLocks/>
          </p:cNvSpPr>
          <p:nvPr/>
        </p:nvSpPr>
        <p:spPr bwMode="auto">
          <a:xfrm>
            <a:off x="4567913" y="1779889"/>
            <a:ext cx="1488968" cy="1332492"/>
          </a:xfrm>
          <a:custGeom>
            <a:avLst/>
            <a:gdLst/>
            <a:ahLst/>
            <a:cxnLst>
              <a:cxn ang="0">
                <a:pos x="330" y="184"/>
              </a:cxn>
              <a:cxn ang="0">
                <a:pos x="330" y="32"/>
              </a:cxn>
              <a:cxn ang="0">
                <a:pos x="257" y="18"/>
              </a:cxn>
              <a:cxn ang="0">
                <a:pos x="33" y="152"/>
              </a:cxn>
              <a:cxn ang="0">
                <a:pos x="28" y="206"/>
              </a:cxn>
              <a:cxn ang="0">
                <a:pos x="168" y="287"/>
              </a:cxn>
              <a:cxn ang="0">
                <a:pos x="206" y="286"/>
              </a:cxn>
              <a:cxn ang="0">
                <a:pos x="289" y="233"/>
              </a:cxn>
              <a:cxn ang="0">
                <a:pos x="330" y="184"/>
              </a:cxn>
            </a:cxnLst>
            <a:rect l="0" t="0" r="r" b="b"/>
            <a:pathLst>
              <a:path w="335" h="299">
                <a:moveTo>
                  <a:pt x="330" y="184"/>
                </a:moveTo>
                <a:cubicBezTo>
                  <a:pt x="330" y="159"/>
                  <a:pt x="330" y="32"/>
                  <a:pt x="330" y="32"/>
                </a:cubicBezTo>
                <a:cubicBezTo>
                  <a:pt x="330" y="32"/>
                  <a:pt x="335" y="0"/>
                  <a:pt x="257" y="18"/>
                </a:cubicBezTo>
                <a:cubicBezTo>
                  <a:pt x="180" y="35"/>
                  <a:pt x="96" y="74"/>
                  <a:pt x="33" y="152"/>
                </a:cubicBezTo>
                <a:cubicBezTo>
                  <a:pt x="25" y="163"/>
                  <a:pt x="0" y="190"/>
                  <a:pt x="28" y="206"/>
                </a:cubicBezTo>
                <a:cubicBezTo>
                  <a:pt x="57" y="222"/>
                  <a:pt x="168" y="287"/>
                  <a:pt x="168" y="287"/>
                </a:cubicBezTo>
                <a:cubicBezTo>
                  <a:pt x="168" y="287"/>
                  <a:pt x="189" y="299"/>
                  <a:pt x="206" y="286"/>
                </a:cubicBezTo>
                <a:cubicBezTo>
                  <a:pt x="222" y="272"/>
                  <a:pt x="257" y="244"/>
                  <a:pt x="289" y="233"/>
                </a:cubicBezTo>
                <a:cubicBezTo>
                  <a:pt x="319" y="224"/>
                  <a:pt x="331" y="226"/>
                  <a:pt x="330" y="184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微软雅黑 Light" panose="020B0502040204020203" pitchFamily="34" charset="-122"/>
              <a:ea typeface="微软雅黑" panose="020B05030202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3" name="Freeform 62">
            <a:extLst>
              <a:ext uri="{FF2B5EF4-FFF2-40B4-BE49-F238E27FC236}">
                <a16:creationId xmlns:a16="http://schemas.microsoft.com/office/drawing/2014/main" id="{926A0637-DFD5-4990-9514-5557A3541073}"/>
              </a:ext>
            </a:extLst>
          </p:cNvPr>
          <p:cNvSpPr>
            <a:spLocks/>
          </p:cNvSpPr>
          <p:nvPr/>
        </p:nvSpPr>
        <p:spPr bwMode="auto">
          <a:xfrm>
            <a:off x="4291635" y="2718743"/>
            <a:ext cx="1092888" cy="1716347"/>
          </a:xfrm>
          <a:custGeom>
            <a:avLst/>
            <a:gdLst/>
            <a:ahLst/>
            <a:cxnLst>
              <a:cxn ang="0">
                <a:pos x="209" y="93"/>
              </a:cxn>
              <a:cxn ang="0">
                <a:pos x="75" y="20"/>
              </a:cxn>
              <a:cxn ang="0">
                <a:pos x="27" y="77"/>
              </a:cxn>
              <a:cxn ang="0">
                <a:pos x="38" y="338"/>
              </a:cxn>
              <a:cxn ang="0">
                <a:pos x="83" y="368"/>
              </a:cxn>
              <a:cxn ang="0">
                <a:pos x="221" y="284"/>
              </a:cxn>
              <a:cxn ang="0">
                <a:pos x="238" y="250"/>
              </a:cxn>
              <a:cxn ang="0">
                <a:pos x="232" y="152"/>
              </a:cxn>
              <a:cxn ang="0">
                <a:pos x="209" y="93"/>
              </a:cxn>
            </a:cxnLst>
            <a:rect l="0" t="0" r="r" b="b"/>
            <a:pathLst>
              <a:path w="246" h="385">
                <a:moveTo>
                  <a:pt x="209" y="93"/>
                </a:moveTo>
                <a:cubicBezTo>
                  <a:pt x="187" y="81"/>
                  <a:pt x="75" y="20"/>
                  <a:pt x="75" y="20"/>
                </a:cubicBezTo>
                <a:cubicBezTo>
                  <a:pt x="75" y="20"/>
                  <a:pt x="49" y="0"/>
                  <a:pt x="27" y="77"/>
                </a:cubicBezTo>
                <a:cubicBezTo>
                  <a:pt x="6" y="153"/>
                  <a:pt x="0" y="245"/>
                  <a:pt x="38" y="338"/>
                </a:cubicBezTo>
                <a:cubicBezTo>
                  <a:pt x="43" y="350"/>
                  <a:pt x="56" y="385"/>
                  <a:pt x="83" y="368"/>
                </a:cubicBezTo>
                <a:cubicBezTo>
                  <a:pt x="110" y="351"/>
                  <a:pt x="221" y="284"/>
                  <a:pt x="221" y="284"/>
                </a:cubicBezTo>
                <a:cubicBezTo>
                  <a:pt x="221" y="284"/>
                  <a:pt x="242" y="271"/>
                  <a:pt x="238" y="250"/>
                </a:cubicBezTo>
                <a:cubicBezTo>
                  <a:pt x="234" y="229"/>
                  <a:pt x="226" y="186"/>
                  <a:pt x="232" y="152"/>
                </a:cubicBezTo>
                <a:cubicBezTo>
                  <a:pt x="238" y="122"/>
                  <a:pt x="246" y="112"/>
                  <a:pt x="209" y="93"/>
                </a:cubicBezTo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微软雅黑 Light" panose="020B0502040204020203" pitchFamily="34" charset="-122"/>
              <a:ea typeface="微软雅黑" panose="020B05030202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1" name="Freeform 61">
            <a:extLst>
              <a:ext uri="{FF2B5EF4-FFF2-40B4-BE49-F238E27FC236}">
                <a16:creationId xmlns:a16="http://schemas.microsoft.com/office/drawing/2014/main" id="{BF088185-4D54-44EC-9474-B889491FD34D}"/>
              </a:ext>
            </a:extLst>
          </p:cNvPr>
          <p:cNvSpPr>
            <a:spLocks/>
          </p:cNvSpPr>
          <p:nvPr/>
        </p:nvSpPr>
        <p:spPr bwMode="auto">
          <a:xfrm>
            <a:off x="4553245" y="4029233"/>
            <a:ext cx="1493859" cy="1344716"/>
          </a:xfrm>
          <a:custGeom>
            <a:avLst/>
            <a:gdLst/>
            <a:ahLst/>
            <a:cxnLst>
              <a:cxn ang="0">
                <a:pos x="161" y="22"/>
              </a:cxn>
              <a:cxn ang="0">
                <a:pos x="31" y="100"/>
              </a:cxn>
              <a:cxn ang="0">
                <a:pos x="56" y="171"/>
              </a:cxn>
              <a:cxn ang="0">
                <a:pos x="287" y="293"/>
              </a:cxn>
              <a:cxn ang="0">
                <a:pos x="335" y="270"/>
              </a:cxn>
              <a:cxn ang="0">
                <a:pos x="332" y="108"/>
              </a:cxn>
              <a:cxn ang="0">
                <a:pos x="312" y="77"/>
              </a:cxn>
              <a:cxn ang="0">
                <a:pos x="224" y="32"/>
              </a:cxn>
              <a:cxn ang="0">
                <a:pos x="161" y="22"/>
              </a:cxn>
            </a:cxnLst>
            <a:rect l="0" t="0" r="r" b="b"/>
            <a:pathLst>
              <a:path w="336" h="302">
                <a:moveTo>
                  <a:pt x="161" y="22"/>
                </a:moveTo>
                <a:cubicBezTo>
                  <a:pt x="140" y="35"/>
                  <a:pt x="31" y="100"/>
                  <a:pt x="31" y="100"/>
                </a:cubicBezTo>
                <a:cubicBezTo>
                  <a:pt x="31" y="100"/>
                  <a:pt x="0" y="113"/>
                  <a:pt x="56" y="171"/>
                </a:cubicBezTo>
                <a:cubicBezTo>
                  <a:pt x="111" y="228"/>
                  <a:pt x="187" y="280"/>
                  <a:pt x="287" y="293"/>
                </a:cubicBezTo>
                <a:cubicBezTo>
                  <a:pt x="300" y="295"/>
                  <a:pt x="336" y="302"/>
                  <a:pt x="335" y="270"/>
                </a:cubicBezTo>
                <a:cubicBezTo>
                  <a:pt x="334" y="237"/>
                  <a:pt x="332" y="108"/>
                  <a:pt x="332" y="108"/>
                </a:cubicBezTo>
                <a:cubicBezTo>
                  <a:pt x="332" y="108"/>
                  <a:pt x="332" y="84"/>
                  <a:pt x="312" y="77"/>
                </a:cubicBezTo>
                <a:cubicBezTo>
                  <a:pt x="292" y="70"/>
                  <a:pt x="250" y="54"/>
                  <a:pt x="224" y="32"/>
                </a:cubicBezTo>
                <a:cubicBezTo>
                  <a:pt x="201" y="12"/>
                  <a:pt x="196" y="0"/>
                  <a:pt x="161" y="22"/>
                </a:cubicBezTo>
              </a:path>
            </a:pathLst>
          </a:custGeom>
          <a:solidFill>
            <a:schemeClr val="accent6"/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微软雅黑 Light" panose="020B0502040204020203" pitchFamily="34" charset="-122"/>
              <a:ea typeface="微软雅黑" panose="020B05030202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9" name="Freeform 59">
            <a:extLst>
              <a:ext uri="{FF2B5EF4-FFF2-40B4-BE49-F238E27FC236}">
                <a16:creationId xmlns:a16="http://schemas.microsoft.com/office/drawing/2014/main" id="{3C31C1E9-F780-41FD-A491-0C38B0547FB4}"/>
              </a:ext>
            </a:extLst>
          </p:cNvPr>
          <p:cNvSpPr>
            <a:spLocks/>
          </p:cNvSpPr>
          <p:nvPr/>
        </p:nvSpPr>
        <p:spPr bwMode="auto">
          <a:xfrm>
            <a:off x="6154677" y="1784776"/>
            <a:ext cx="1488968" cy="1354496"/>
          </a:xfrm>
          <a:custGeom>
            <a:avLst/>
            <a:gdLst/>
            <a:ahLst/>
            <a:cxnLst>
              <a:cxn ang="0">
                <a:pos x="174" y="281"/>
              </a:cxn>
              <a:cxn ang="0">
                <a:pos x="305" y="204"/>
              </a:cxn>
              <a:cxn ang="0">
                <a:pos x="280" y="133"/>
              </a:cxn>
              <a:cxn ang="0">
                <a:pos x="49" y="9"/>
              </a:cxn>
              <a:cxn ang="0">
                <a:pos x="1" y="33"/>
              </a:cxn>
              <a:cxn ang="0">
                <a:pos x="3" y="194"/>
              </a:cxn>
              <a:cxn ang="0">
                <a:pos x="23" y="226"/>
              </a:cxn>
              <a:cxn ang="0">
                <a:pos x="110" y="271"/>
              </a:cxn>
              <a:cxn ang="0">
                <a:pos x="174" y="281"/>
              </a:cxn>
            </a:cxnLst>
            <a:rect l="0" t="0" r="r" b="b"/>
            <a:pathLst>
              <a:path w="335" h="304">
                <a:moveTo>
                  <a:pt x="174" y="281"/>
                </a:moveTo>
                <a:cubicBezTo>
                  <a:pt x="195" y="268"/>
                  <a:pt x="305" y="204"/>
                  <a:pt x="305" y="204"/>
                </a:cubicBezTo>
                <a:cubicBezTo>
                  <a:pt x="305" y="204"/>
                  <a:pt x="335" y="192"/>
                  <a:pt x="280" y="133"/>
                </a:cubicBezTo>
                <a:cubicBezTo>
                  <a:pt x="225" y="76"/>
                  <a:pt x="149" y="24"/>
                  <a:pt x="49" y="9"/>
                </a:cubicBezTo>
                <a:cubicBezTo>
                  <a:pt x="36" y="7"/>
                  <a:pt x="0" y="0"/>
                  <a:pt x="1" y="33"/>
                </a:cubicBezTo>
                <a:cubicBezTo>
                  <a:pt x="2" y="65"/>
                  <a:pt x="3" y="194"/>
                  <a:pt x="3" y="194"/>
                </a:cubicBezTo>
                <a:cubicBezTo>
                  <a:pt x="3" y="194"/>
                  <a:pt x="3" y="219"/>
                  <a:pt x="23" y="226"/>
                </a:cubicBezTo>
                <a:cubicBezTo>
                  <a:pt x="43" y="233"/>
                  <a:pt x="85" y="249"/>
                  <a:pt x="110" y="271"/>
                </a:cubicBezTo>
                <a:cubicBezTo>
                  <a:pt x="133" y="292"/>
                  <a:pt x="138" y="304"/>
                  <a:pt x="174" y="281"/>
                </a:cubicBezTo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微软雅黑 Light" panose="020B0502040204020203" pitchFamily="34" charset="-122"/>
              <a:ea typeface="微软雅黑" panose="020B05030202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7" name="Freeform 58">
            <a:extLst>
              <a:ext uri="{FF2B5EF4-FFF2-40B4-BE49-F238E27FC236}">
                <a16:creationId xmlns:a16="http://schemas.microsoft.com/office/drawing/2014/main" id="{18347144-C73E-4257-B700-BF841F1EAE5B}"/>
              </a:ext>
            </a:extLst>
          </p:cNvPr>
          <p:cNvSpPr>
            <a:spLocks/>
          </p:cNvSpPr>
          <p:nvPr/>
        </p:nvSpPr>
        <p:spPr bwMode="auto">
          <a:xfrm>
            <a:off x="6807477" y="2716299"/>
            <a:ext cx="1092888" cy="1713903"/>
          </a:xfrm>
          <a:custGeom>
            <a:avLst/>
            <a:gdLst/>
            <a:ahLst/>
            <a:cxnLst>
              <a:cxn ang="0">
                <a:pos x="38" y="293"/>
              </a:cxn>
              <a:cxn ang="0">
                <a:pos x="171" y="365"/>
              </a:cxn>
              <a:cxn ang="0">
                <a:pos x="219" y="308"/>
              </a:cxn>
              <a:cxn ang="0">
                <a:pos x="208" y="47"/>
              </a:cxn>
              <a:cxn ang="0">
                <a:pos x="163" y="17"/>
              </a:cxn>
              <a:cxn ang="0">
                <a:pos x="26" y="101"/>
              </a:cxn>
              <a:cxn ang="0">
                <a:pos x="8" y="135"/>
              </a:cxn>
              <a:cxn ang="0">
                <a:pos x="14" y="233"/>
              </a:cxn>
              <a:cxn ang="0">
                <a:pos x="38" y="293"/>
              </a:cxn>
            </a:cxnLst>
            <a:rect l="0" t="0" r="r" b="b"/>
            <a:pathLst>
              <a:path w="246" h="385">
                <a:moveTo>
                  <a:pt x="38" y="293"/>
                </a:moveTo>
                <a:cubicBezTo>
                  <a:pt x="60" y="304"/>
                  <a:pt x="171" y="365"/>
                  <a:pt x="171" y="365"/>
                </a:cubicBezTo>
                <a:cubicBezTo>
                  <a:pt x="171" y="365"/>
                  <a:pt x="197" y="385"/>
                  <a:pt x="219" y="308"/>
                </a:cubicBezTo>
                <a:cubicBezTo>
                  <a:pt x="241" y="232"/>
                  <a:pt x="246" y="140"/>
                  <a:pt x="208" y="47"/>
                </a:cubicBezTo>
                <a:cubicBezTo>
                  <a:pt x="203" y="35"/>
                  <a:pt x="191" y="0"/>
                  <a:pt x="163" y="17"/>
                </a:cubicBezTo>
                <a:cubicBezTo>
                  <a:pt x="136" y="35"/>
                  <a:pt x="26" y="101"/>
                  <a:pt x="26" y="101"/>
                </a:cubicBezTo>
                <a:cubicBezTo>
                  <a:pt x="26" y="101"/>
                  <a:pt x="4" y="114"/>
                  <a:pt x="8" y="135"/>
                </a:cubicBezTo>
                <a:cubicBezTo>
                  <a:pt x="13" y="156"/>
                  <a:pt x="21" y="200"/>
                  <a:pt x="14" y="233"/>
                </a:cubicBezTo>
                <a:cubicBezTo>
                  <a:pt x="8" y="263"/>
                  <a:pt x="0" y="273"/>
                  <a:pt x="38" y="293"/>
                </a:cubicBezTo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微软雅黑 Light" panose="020B0502040204020203" pitchFamily="34" charset="-122"/>
              <a:ea typeface="微软雅黑" panose="020B05030202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5" name="Freeform 60">
            <a:extLst>
              <a:ext uri="{FF2B5EF4-FFF2-40B4-BE49-F238E27FC236}">
                <a16:creationId xmlns:a16="http://schemas.microsoft.com/office/drawing/2014/main" id="{B3870A27-D24A-4A01-B8AC-92B824F7CEE6}"/>
              </a:ext>
            </a:extLst>
          </p:cNvPr>
          <p:cNvSpPr>
            <a:spLocks/>
          </p:cNvSpPr>
          <p:nvPr/>
        </p:nvSpPr>
        <p:spPr bwMode="auto">
          <a:xfrm>
            <a:off x="6144899" y="4046344"/>
            <a:ext cx="1476743" cy="1354496"/>
          </a:xfrm>
          <a:custGeom>
            <a:avLst/>
            <a:gdLst/>
            <a:ahLst/>
            <a:cxnLst>
              <a:cxn ang="0">
                <a:pos x="2" y="120"/>
              </a:cxn>
              <a:cxn ang="0">
                <a:pos x="7" y="272"/>
              </a:cxn>
              <a:cxn ang="0">
                <a:pos x="81" y="284"/>
              </a:cxn>
              <a:cxn ang="0">
                <a:pos x="300" y="141"/>
              </a:cxn>
              <a:cxn ang="0">
                <a:pos x="303" y="88"/>
              </a:cxn>
              <a:cxn ang="0">
                <a:pos x="160" y="12"/>
              </a:cxn>
              <a:cxn ang="0">
                <a:pos x="123" y="14"/>
              </a:cxn>
              <a:cxn ang="0">
                <a:pos x="41" y="69"/>
              </a:cxn>
              <a:cxn ang="0">
                <a:pos x="2" y="120"/>
              </a:cxn>
            </a:cxnLst>
            <a:rect l="0" t="0" r="r" b="b"/>
            <a:pathLst>
              <a:path w="332" h="304">
                <a:moveTo>
                  <a:pt x="2" y="120"/>
                </a:moveTo>
                <a:cubicBezTo>
                  <a:pt x="3" y="145"/>
                  <a:pt x="7" y="272"/>
                  <a:pt x="7" y="272"/>
                </a:cubicBezTo>
                <a:cubicBezTo>
                  <a:pt x="7" y="272"/>
                  <a:pt x="4" y="304"/>
                  <a:pt x="81" y="284"/>
                </a:cubicBezTo>
                <a:cubicBezTo>
                  <a:pt x="158" y="264"/>
                  <a:pt x="240" y="222"/>
                  <a:pt x="300" y="141"/>
                </a:cubicBezTo>
                <a:cubicBezTo>
                  <a:pt x="308" y="131"/>
                  <a:pt x="332" y="102"/>
                  <a:pt x="303" y="88"/>
                </a:cubicBezTo>
                <a:cubicBezTo>
                  <a:pt x="274" y="73"/>
                  <a:pt x="160" y="12"/>
                  <a:pt x="160" y="12"/>
                </a:cubicBezTo>
                <a:cubicBezTo>
                  <a:pt x="160" y="12"/>
                  <a:pt x="139" y="0"/>
                  <a:pt x="123" y="14"/>
                </a:cubicBezTo>
                <a:cubicBezTo>
                  <a:pt x="107" y="29"/>
                  <a:pt x="73" y="58"/>
                  <a:pt x="41" y="69"/>
                </a:cubicBezTo>
                <a:cubicBezTo>
                  <a:pt x="12" y="80"/>
                  <a:pt x="0" y="78"/>
                  <a:pt x="2" y="120"/>
                </a:cubicBezTo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微软雅黑 Light" panose="020B0502040204020203" pitchFamily="34" charset="-122"/>
              <a:ea typeface="微软雅黑" panose="020B05030202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3" name="Oval 63">
            <a:extLst>
              <a:ext uri="{FF2B5EF4-FFF2-40B4-BE49-F238E27FC236}">
                <a16:creationId xmlns:a16="http://schemas.microsoft.com/office/drawing/2014/main" id="{32FF898C-692A-4717-86E4-D40B1CF66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196" y="2911892"/>
            <a:ext cx="1342272" cy="13398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微软雅黑 Light" panose="020B0502040204020203" pitchFamily="34" charset="-122"/>
              <a:ea typeface="微软雅黑" panose="020B05030202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17" name="原创设计师QQ：598969553           _26">
            <a:extLst>
              <a:ext uri="{FF2B5EF4-FFF2-40B4-BE49-F238E27FC236}">
                <a16:creationId xmlns:a16="http://schemas.microsoft.com/office/drawing/2014/main" id="{4CDB12DD-773E-40FB-8A9E-C3FC37019BD7}"/>
              </a:ext>
            </a:extLst>
          </p:cNvPr>
          <p:cNvSpPr/>
          <p:nvPr/>
        </p:nvSpPr>
        <p:spPr>
          <a:xfrm>
            <a:off x="914370" y="3200660"/>
            <a:ext cx="2556151" cy="909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+mn-ea"/>
                <a:cs typeface="Open Sans" panose="020B0606030504020204" pitchFamily="34" charset="0"/>
                <a:sym typeface="微软雅黑 Light" panose="020B0502040204020203" pitchFamily="34" charset="-122"/>
              </a:rPr>
              <a:t>小标题</a:t>
            </a:r>
            <a:endParaRPr lang="en-US" altLang="zh-CN" b="1" dirty="0">
              <a:solidFill>
                <a:schemeClr val="accent1"/>
              </a:solidFill>
              <a:latin typeface="+mn-ea"/>
              <a:cs typeface="Open Sans" panose="020B0606030504020204" pitchFamily="34" charset="0"/>
              <a:sym typeface="微软雅黑 Light" panose="020B0502040204020203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原创设计师QQ：598969553           _26">
            <a:extLst>
              <a:ext uri="{FF2B5EF4-FFF2-40B4-BE49-F238E27FC236}">
                <a16:creationId xmlns:a16="http://schemas.microsoft.com/office/drawing/2014/main" id="{469A195E-F32B-404E-B1DA-999172773672}"/>
              </a:ext>
            </a:extLst>
          </p:cNvPr>
          <p:cNvSpPr/>
          <p:nvPr/>
        </p:nvSpPr>
        <p:spPr>
          <a:xfrm>
            <a:off x="914370" y="1403630"/>
            <a:ext cx="2556151" cy="909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+mn-ea"/>
                <a:cs typeface="Open Sans" panose="020B0606030504020204" pitchFamily="34" charset="0"/>
                <a:sym typeface="微软雅黑 Light" panose="020B0502040204020203" pitchFamily="34" charset="-122"/>
              </a:rPr>
              <a:t>小标题</a:t>
            </a:r>
            <a:endParaRPr lang="en-US" altLang="zh-CN" b="1" dirty="0">
              <a:solidFill>
                <a:schemeClr val="accent2"/>
              </a:solidFill>
              <a:latin typeface="+mn-ea"/>
              <a:cs typeface="Open Sans" panose="020B0606030504020204" pitchFamily="34" charset="0"/>
              <a:sym typeface="微软雅黑 Light" panose="020B0502040204020203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原创设计师QQ：598969553           _26">
            <a:extLst>
              <a:ext uri="{FF2B5EF4-FFF2-40B4-BE49-F238E27FC236}">
                <a16:creationId xmlns:a16="http://schemas.microsoft.com/office/drawing/2014/main" id="{9F375839-1056-457A-9DC5-A6437FADA166}"/>
              </a:ext>
            </a:extLst>
          </p:cNvPr>
          <p:cNvSpPr/>
          <p:nvPr/>
        </p:nvSpPr>
        <p:spPr>
          <a:xfrm>
            <a:off x="914370" y="4974600"/>
            <a:ext cx="2556151" cy="909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+mn-ea"/>
                <a:cs typeface="Open Sans" panose="020B0606030504020204" pitchFamily="34" charset="0"/>
                <a:sym typeface="微软雅黑 Light" panose="020B0502040204020203" pitchFamily="34" charset="-122"/>
              </a:rPr>
              <a:t>小标题</a:t>
            </a:r>
            <a:endParaRPr lang="en-US" altLang="zh-CN" b="1" dirty="0">
              <a:solidFill>
                <a:schemeClr val="accent6"/>
              </a:solidFill>
              <a:latin typeface="+mn-ea"/>
              <a:cs typeface="Open Sans" panose="020B0606030504020204" pitchFamily="34" charset="0"/>
              <a:sym typeface="微软雅黑 Light" panose="020B0502040204020203" pitchFamily="34" charset="-122"/>
            </a:endParaRPr>
          </a:p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原创设计师QQ：598969553           _26">
            <a:extLst>
              <a:ext uri="{FF2B5EF4-FFF2-40B4-BE49-F238E27FC236}">
                <a16:creationId xmlns:a16="http://schemas.microsoft.com/office/drawing/2014/main" id="{384A6CFD-9F7F-4747-993D-2335C515F557}"/>
              </a:ext>
            </a:extLst>
          </p:cNvPr>
          <p:cNvSpPr/>
          <p:nvPr/>
        </p:nvSpPr>
        <p:spPr>
          <a:xfrm>
            <a:off x="8588515" y="3200660"/>
            <a:ext cx="2556151" cy="909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accent4"/>
                </a:solidFill>
                <a:latin typeface="+mn-ea"/>
                <a:cs typeface="Open Sans" panose="020B0606030504020204" pitchFamily="34" charset="0"/>
                <a:sym typeface="微软雅黑 Light" panose="020B0502040204020203" pitchFamily="34" charset="-122"/>
              </a:rPr>
              <a:t>小标题</a:t>
            </a:r>
            <a:endParaRPr lang="en-US" altLang="zh-CN" b="1" dirty="0">
              <a:solidFill>
                <a:schemeClr val="accent4"/>
              </a:solidFill>
              <a:latin typeface="+mn-ea"/>
              <a:cs typeface="Open Sans" panose="020B0606030504020204" pitchFamily="34" charset="0"/>
              <a:sym typeface="微软雅黑 Light" panose="020B0502040204020203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原创设计师QQ：598969553           _26">
            <a:extLst>
              <a:ext uri="{FF2B5EF4-FFF2-40B4-BE49-F238E27FC236}">
                <a16:creationId xmlns:a16="http://schemas.microsoft.com/office/drawing/2014/main" id="{169C229B-1501-46D6-A4D9-2A2266438545}"/>
              </a:ext>
            </a:extLst>
          </p:cNvPr>
          <p:cNvSpPr/>
          <p:nvPr/>
        </p:nvSpPr>
        <p:spPr>
          <a:xfrm>
            <a:off x="8588515" y="1403630"/>
            <a:ext cx="2556151" cy="909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accent3"/>
                </a:solidFill>
                <a:latin typeface="+mn-ea"/>
                <a:cs typeface="Open Sans" panose="020B0606030504020204" pitchFamily="34" charset="0"/>
                <a:sym typeface="微软雅黑 Light" panose="020B0502040204020203" pitchFamily="34" charset="-122"/>
              </a:rPr>
              <a:t>小标题</a:t>
            </a:r>
            <a:endParaRPr lang="en-US" altLang="zh-CN" b="1" dirty="0">
              <a:solidFill>
                <a:schemeClr val="accent3"/>
              </a:solidFill>
              <a:latin typeface="+mn-ea"/>
              <a:cs typeface="Open Sans" panose="020B0606030504020204" pitchFamily="34" charset="0"/>
              <a:sym typeface="微软雅黑 Light" panose="020B0502040204020203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原创设计师QQ：598969553           _26">
            <a:extLst>
              <a:ext uri="{FF2B5EF4-FFF2-40B4-BE49-F238E27FC236}">
                <a16:creationId xmlns:a16="http://schemas.microsoft.com/office/drawing/2014/main" id="{09B9FCE6-026B-4D0D-AF98-C5441666A4E5}"/>
              </a:ext>
            </a:extLst>
          </p:cNvPr>
          <p:cNvSpPr/>
          <p:nvPr/>
        </p:nvSpPr>
        <p:spPr>
          <a:xfrm>
            <a:off x="8588515" y="4974600"/>
            <a:ext cx="2556151" cy="909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accent5"/>
                </a:solidFill>
                <a:latin typeface="+mn-ea"/>
                <a:cs typeface="Open Sans" panose="020B0606030504020204" pitchFamily="34" charset="0"/>
                <a:sym typeface="微软雅黑 Light" panose="020B0502040204020203" pitchFamily="34" charset="-122"/>
              </a:rPr>
              <a:t>小标题</a:t>
            </a:r>
            <a:endParaRPr lang="en-US" altLang="zh-CN" b="1" dirty="0">
              <a:solidFill>
                <a:schemeClr val="accent5"/>
              </a:solidFill>
              <a:latin typeface="+mn-ea"/>
              <a:cs typeface="Open Sans" panose="020B0606030504020204" pitchFamily="34" charset="0"/>
              <a:sym typeface="微软雅黑 Light" panose="020B0502040204020203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7DE3CC5-C06C-47B3-908A-ADB6A0215020}"/>
              </a:ext>
            </a:extLst>
          </p:cNvPr>
          <p:cNvGrpSpPr/>
          <p:nvPr/>
        </p:nvGrpSpPr>
        <p:grpSpPr>
          <a:xfrm>
            <a:off x="5776824" y="3274313"/>
            <a:ext cx="645551" cy="605205"/>
            <a:chOff x="7361782" y="5599184"/>
            <a:chExt cx="864000" cy="810001"/>
          </a:xfrm>
          <a:solidFill>
            <a:schemeClr val="accent5"/>
          </a:solidFill>
        </p:grpSpPr>
        <p:sp>
          <p:nvSpPr>
            <p:cNvPr id="49" name="Freeform 513">
              <a:extLst>
                <a:ext uri="{FF2B5EF4-FFF2-40B4-BE49-F238E27FC236}">
                  <a16:creationId xmlns:a16="http://schemas.microsoft.com/office/drawing/2014/main" id="{996366D9-F75E-488F-81D4-859A805073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61782" y="5599184"/>
              <a:ext cx="864000" cy="810001"/>
            </a:xfrm>
            <a:custGeom>
              <a:avLst/>
              <a:gdLst>
                <a:gd name="T0" fmla="*/ 112 w 147"/>
                <a:gd name="T1" fmla="*/ 40 h 138"/>
                <a:gd name="T2" fmla="*/ 119 w 147"/>
                <a:gd name="T3" fmla="*/ 10 h 138"/>
                <a:gd name="T4" fmla="*/ 103 w 147"/>
                <a:gd name="T5" fmla="*/ 1 h 138"/>
                <a:gd name="T6" fmla="*/ 82 w 147"/>
                <a:gd name="T7" fmla="*/ 23 h 138"/>
                <a:gd name="T8" fmla="*/ 70 w 147"/>
                <a:gd name="T9" fmla="*/ 22 h 138"/>
                <a:gd name="T10" fmla="*/ 48 w 147"/>
                <a:gd name="T11" fmla="*/ 0 h 138"/>
                <a:gd name="T12" fmla="*/ 31 w 147"/>
                <a:gd name="T13" fmla="*/ 9 h 138"/>
                <a:gd name="T14" fmla="*/ 39 w 147"/>
                <a:gd name="T15" fmla="*/ 38 h 138"/>
                <a:gd name="T16" fmla="*/ 29 w 147"/>
                <a:gd name="T17" fmla="*/ 51 h 138"/>
                <a:gd name="T18" fmla="*/ 0 w 147"/>
                <a:gd name="T19" fmla="*/ 54 h 138"/>
                <a:gd name="T20" fmla="*/ 0 w 147"/>
                <a:gd name="T21" fmla="*/ 77 h 138"/>
                <a:gd name="T22" fmla="*/ 29 w 147"/>
                <a:gd name="T23" fmla="*/ 82 h 138"/>
                <a:gd name="T24" fmla="*/ 37 w 147"/>
                <a:gd name="T25" fmla="*/ 100 h 138"/>
                <a:gd name="T26" fmla="*/ 27 w 147"/>
                <a:gd name="T27" fmla="*/ 126 h 138"/>
                <a:gd name="T28" fmla="*/ 45 w 147"/>
                <a:gd name="T29" fmla="*/ 138 h 138"/>
                <a:gd name="T30" fmla="*/ 63 w 147"/>
                <a:gd name="T31" fmla="*/ 116 h 138"/>
                <a:gd name="T32" fmla="*/ 84 w 147"/>
                <a:gd name="T33" fmla="*/ 115 h 138"/>
                <a:gd name="T34" fmla="*/ 106 w 147"/>
                <a:gd name="T35" fmla="*/ 137 h 138"/>
                <a:gd name="T36" fmla="*/ 123 w 147"/>
                <a:gd name="T37" fmla="*/ 125 h 138"/>
                <a:gd name="T38" fmla="*/ 110 w 147"/>
                <a:gd name="T39" fmla="*/ 99 h 138"/>
                <a:gd name="T40" fmla="*/ 119 w 147"/>
                <a:gd name="T41" fmla="*/ 82 h 138"/>
                <a:gd name="T42" fmla="*/ 146 w 147"/>
                <a:gd name="T43" fmla="*/ 77 h 138"/>
                <a:gd name="T44" fmla="*/ 147 w 147"/>
                <a:gd name="T45" fmla="*/ 56 h 138"/>
                <a:gd name="T46" fmla="*/ 117 w 147"/>
                <a:gd name="T47" fmla="*/ 52 h 138"/>
                <a:gd name="T48" fmla="*/ 112 w 147"/>
                <a:gd name="T49" fmla="*/ 40 h 138"/>
                <a:gd name="T50" fmla="*/ 73 w 147"/>
                <a:gd name="T51" fmla="*/ 101 h 138"/>
                <a:gd name="T52" fmla="*/ 42 w 147"/>
                <a:gd name="T53" fmla="*/ 69 h 138"/>
                <a:gd name="T54" fmla="*/ 73 w 147"/>
                <a:gd name="T55" fmla="*/ 37 h 138"/>
                <a:gd name="T56" fmla="*/ 105 w 147"/>
                <a:gd name="T57" fmla="*/ 69 h 138"/>
                <a:gd name="T58" fmla="*/ 73 w 147"/>
                <a:gd name="T59" fmla="*/ 101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7" h="138">
                  <a:moveTo>
                    <a:pt x="112" y="40"/>
                  </a:moveTo>
                  <a:cubicBezTo>
                    <a:pt x="119" y="10"/>
                    <a:pt x="119" y="10"/>
                    <a:pt x="119" y="10"/>
                  </a:cubicBezTo>
                  <a:cubicBezTo>
                    <a:pt x="103" y="1"/>
                    <a:pt x="103" y="1"/>
                    <a:pt x="103" y="1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70" y="22"/>
                    <a:pt x="70" y="22"/>
                    <a:pt x="70" y="22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29" y="82"/>
                    <a:pt x="29" y="82"/>
                    <a:pt x="29" y="82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27" y="126"/>
                    <a:pt x="27" y="126"/>
                    <a:pt x="27" y="126"/>
                  </a:cubicBezTo>
                  <a:cubicBezTo>
                    <a:pt x="45" y="138"/>
                    <a:pt x="45" y="138"/>
                    <a:pt x="45" y="138"/>
                  </a:cubicBezTo>
                  <a:cubicBezTo>
                    <a:pt x="63" y="116"/>
                    <a:pt x="63" y="116"/>
                    <a:pt x="63" y="116"/>
                  </a:cubicBezTo>
                  <a:cubicBezTo>
                    <a:pt x="84" y="115"/>
                    <a:pt x="84" y="115"/>
                    <a:pt x="84" y="115"/>
                  </a:cubicBezTo>
                  <a:cubicBezTo>
                    <a:pt x="106" y="137"/>
                    <a:pt x="106" y="137"/>
                    <a:pt x="106" y="137"/>
                  </a:cubicBezTo>
                  <a:cubicBezTo>
                    <a:pt x="123" y="125"/>
                    <a:pt x="123" y="125"/>
                    <a:pt x="123" y="125"/>
                  </a:cubicBezTo>
                  <a:cubicBezTo>
                    <a:pt x="110" y="99"/>
                    <a:pt x="110" y="99"/>
                    <a:pt x="110" y="99"/>
                  </a:cubicBezTo>
                  <a:cubicBezTo>
                    <a:pt x="119" y="82"/>
                    <a:pt x="119" y="82"/>
                    <a:pt x="119" y="82"/>
                  </a:cubicBezTo>
                  <a:cubicBezTo>
                    <a:pt x="146" y="77"/>
                    <a:pt x="146" y="77"/>
                    <a:pt x="146" y="77"/>
                  </a:cubicBezTo>
                  <a:cubicBezTo>
                    <a:pt x="147" y="56"/>
                    <a:pt x="147" y="56"/>
                    <a:pt x="147" y="56"/>
                  </a:cubicBezTo>
                  <a:cubicBezTo>
                    <a:pt x="117" y="52"/>
                    <a:pt x="117" y="52"/>
                    <a:pt x="117" y="52"/>
                  </a:cubicBezTo>
                  <a:lnTo>
                    <a:pt x="112" y="40"/>
                  </a:lnTo>
                  <a:close/>
                  <a:moveTo>
                    <a:pt x="73" y="101"/>
                  </a:moveTo>
                  <a:cubicBezTo>
                    <a:pt x="56" y="101"/>
                    <a:pt x="42" y="87"/>
                    <a:pt x="42" y="69"/>
                  </a:cubicBezTo>
                  <a:cubicBezTo>
                    <a:pt x="42" y="52"/>
                    <a:pt x="56" y="37"/>
                    <a:pt x="73" y="37"/>
                  </a:cubicBezTo>
                  <a:cubicBezTo>
                    <a:pt x="91" y="37"/>
                    <a:pt x="105" y="52"/>
                    <a:pt x="105" y="69"/>
                  </a:cubicBezTo>
                  <a:cubicBezTo>
                    <a:pt x="105" y="87"/>
                    <a:pt x="91" y="101"/>
                    <a:pt x="73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50" name="Oval 514">
              <a:extLst>
                <a:ext uri="{FF2B5EF4-FFF2-40B4-BE49-F238E27FC236}">
                  <a16:creationId xmlns:a16="http://schemas.microsoft.com/office/drawing/2014/main" id="{F6E733CC-F8CB-4E9A-A312-D1C9DE6E6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8784" y="5869183"/>
              <a:ext cx="269999" cy="26999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sp>
        <p:nvSpPr>
          <p:cNvPr id="53" name="Freeform 2542">
            <a:extLst>
              <a:ext uri="{FF2B5EF4-FFF2-40B4-BE49-F238E27FC236}">
                <a16:creationId xmlns:a16="http://schemas.microsoft.com/office/drawing/2014/main" id="{15977DF3-8EDC-4A18-8E1E-FFFAAD3C18BE}"/>
              </a:ext>
            </a:extLst>
          </p:cNvPr>
          <p:cNvSpPr>
            <a:spLocks noEditPoints="1"/>
          </p:cNvSpPr>
          <p:nvPr/>
        </p:nvSpPr>
        <p:spPr bwMode="auto">
          <a:xfrm>
            <a:off x="5187745" y="4402096"/>
            <a:ext cx="491351" cy="491351"/>
          </a:xfrm>
          <a:custGeom>
            <a:avLst/>
            <a:gdLst>
              <a:gd name="T0" fmla="*/ 62 w 123"/>
              <a:gd name="T1" fmla="*/ 0 h 123"/>
              <a:gd name="T2" fmla="*/ 0 w 123"/>
              <a:gd name="T3" fmla="*/ 61 h 123"/>
              <a:gd name="T4" fmla="*/ 62 w 123"/>
              <a:gd name="T5" fmla="*/ 123 h 123"/>
              <a:gd name="T6" fmla="*/ 123 w 123"/>
              <a:gd name="T7" fmla="*/ 61 h 123"/>
              <a:gd name="T8" fmla="*/ 62 w 123"/>
              <a:gd name="T9" fmla="*/ 0 h 123"/>
              <a:gd name="T10" fmla="*/ 102 w 123"/>
              <a:gd name="T11" fmla="*/ 74 h 123"/>
              <a:gd name="T12" fmla="*/ 80 w 123"/>
              <a:gd name="T13" fmla="*/ 74 h 123"/>
              <a:gd name="T14" fmla="*/ 73 w 123"/>
              <a:gd name="T15" fmla="*/ 80 h 123"/>
              <a:gd name="T16" fmla="*/ 73 w 123"/>
              <a:gd name="T17" fmla="*/ 102 h 123"/>
              <a:gd name="T18" fmla="*/ 49 w 123"/>
              <a:gd name="T19" fmla="*/ 102 h 123"/>
              <a:gd name="T20" fmla="*/ 49 w 123"/>
              <a:gd name="T21" fmla="*/ 74 h 123"/>
              <a:gd name="T22" fmla="*/ 20 w 123"/>
              <a:gd name="T23" fmla="*/ 74 h 123"/>
              <a:gd name="T24" fmla="*/ 20 w 123"/>
              <a:gd name="T25" fmla="*/ 50 h 123"/>
              <a:gd name="T26" fmla="*/ 49 w 123"/>
              <a:gd name="T27" fmla="*/ 50 h 123"/>
              <a:gd name="T28" fmla="*/ 49 w 123"/>
              <a:gd name="T29" fmla="*/ 21 h 123"/>
              <a:gd name="T30" fmla="*/ 73 w 123"/>
              <a:gd name="T31" fmla="*/ 21 h 123"/>
              <a:gd name="T32" fmla="*/ 73 w 123"/>
              <a:gd name="T33" fmla="*/ 49 h 123"/>
              <a:gd name="T34" fmla="*/ 102 w 123"/>
              <a:gd name="T35" fmla="*/ 49 h 123"/>
              <a:gd name="T36" fmla="*/ 102 w 123"/>
              <a:gd name="T37" fmla="*/ 74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3" h="123">
                <a:moveTo>
                  <a:pt x="62" y="0"/>
                </a:moveTo>
                <a:cubicBezTo>
                  <a:pt x="28" y="0"/>
                  <a:pt x="0" y="27"/>
                  <a:pt x="0" y="61"/>
                </a:cubicBezTo>
                <a:cubicBezTo>
                  <a:pt x="0" y="96"/>
                  <a:pt x="27" y="123"/>
                  <a:pt x="62" y="123"/>
                </a:cubicBezTo>
                <a:cubicBezTo>
                  <a:pt x="95" y="123"/>
                  <a:pt x="123" y="95"/>
                  <a:pt x="123" y="61"/>
                </a:cubicBezTo>
                <a:cubicBezTo>
                  <a:pt x="123" y="28"/>
                  <a:pt x="95" y="0"/>
                  <a:pt x="62" y="0"/>
                </a:cubicBezTo>
                <a:close/>
                <a:moveTo>
                  <a:pt x="102" y="74"/>
                </a:moveTo>
                <a:cubicBezTo>
                  <a:pt x="95" y="74"/>
                  <a:pt x="87" y="74"/>
                  <a:pt x="80" y="74"/>
                </a:cubicBezTo>
                <a:cubicBezTo>
                  <a:pt x="73" y="74"/>
                  <a:pt x="73" y="74"/>
                  <a:pt x="73" y="80"/>
                </a:cubicBezTo>
                <a:cubicBezTo>
                  <a:pt x="73" y="88"/>
                  <a:pt x="73" y="95"/>
                  <a:pt x="73" y="102"/>
                </a:cubicBezTo>
                <a:cubicBezTo>
                  <a:pt x="65" y="102"/>
                  <a:pt x="58" y="102"/>
                  <a:pt x="49" y="102"/>
                </a:cubicBezTo>
                <a:cubicBezTo>
                  <a:pt x="49" y="93"/>
                  <a:pt x="49" y="84"/>
                  <a:pt x="49" y="74"/>
                </a:cubicBezTo>
                <a:cubicBezTo>
                  <a:pt x="39" y="74"/>
                  <a:pt x="30" y="74"/>
                  <a:pt x="20" y="74"/>
                </a:cubicBezTo>
                <a:cubicBezTo>
                  <a:pt x="20" y="66"/>
                  <a:pt x="20" y="58"/>
                  <a:pt x="20" y="50"/>
                </a:cubicBezTo>
                <a:cubicBezTo>
                  <a:pt x="30" y="50"/>
                  <a:pt x="39" y="50"/>
                  <a:pt x="49" y="50"/>
                </a:cubicBezTo>
                <a:cubicBezTo>
                  <a:pt x="49" y="40"/>
                  <a:pt x="49" y="31"/>
                  <a:pt x="49" y="21"/>
                </a:cubicBezTo>
                <a:cubicBezTo>
                  <a:pt x="57" y="21"/>
                  <a:pt x="65" y="21"/>
                  <a:pt x="73" y="21"/>
                </a:cubicBezTo>
                <a:cubicBezTo>
                  <a:pt x="73" y="31"/>
                  <a:pt x="73" y="40"/>
                  <a:pt x="73" y="49"/>
                </a:cubicBezTo>
                <a:cubicBezTo>
                  <a:pt x="83" y="49"/>
                  <a:pt x="92" y="49"/>
                  <a:pt x="102" y="49"/>
                </a:cubicBezTo>
                <a:cubicBezTo>
                  <a:pt x="102" y="58"/>
                  <a:pt x="102" y="65"/>
                  <a:pt x="102" y="7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Segoe UI Light"/>
              <a:ea typeface="微软雅黑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A9C314E9-3D1F-4BE7-B3C8-D9F425B623A1}"/>
              </a:ext>
            </a:extLst>
          </p:cNvPr>
          <p:cNvGrpSpPr/>
          <p:nvPr/>
        </p:nvGrpSpPr>
        <p:grpSpPr>
          <a:xfrm>
            <a:off x="4505407" y="3306647"/>
            <a:ext cx="603573" cy="595632"/>
            <a:chOff x="2310965" y="5594433"/>
            <a:chExt cx="824926" cy="814073"/>
          </a:xfrm>
        </p:grpSpPr>
        <p:sp>
          <p:nvSpPr>
            <p:cNvPr id="57" name="Freeform 1593">
              <a:extLst>
                <a:ext uri="{FF2B5EF4-FFF2-40B4-BE49-F238E27FC236}">
                  <a16:creationId xmlns:a16="http://schemas.microsoft.com/office/drawing/2014/main" id="{FE5AFCC0-DF59-40C7-BD34-09714FC40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0965" y="5740967"/>
              <a:ext cx="640404" cy="667539"/>
            </a:xfrm>
            <a:custGeom>
              <a:avLst/>
              <a:gdLst>
                <a:gd name="T0" fmla="*/ 22 w 108"/>
                <a:gd name="T1" fmla="*/ 86 h 113"/>
                <a:gd name="T2" fmla="*/ 108 w 108"/>
                <a:gd name="T3" fmla="*/ 90 h 113"/>
                <a:gd name="T4" fmla="*/ 27 w 108"/>
                <a:gd name="T5" fmla="*/ 0 h 113"/>
                <a:gd name="T6" fmla="*/ 22 w 108"/>
                <a:gd name="T7" fmla="*/ 8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113">
                  <a:moveTo>
                    <a:pt x="22" y="86"/>
                  </a:moveTo>
                  <a:cubicBezTo>
                    <a:pt x="45" y="111"/>
                    <a:pt x="83" y="113"/>
                    <a:pt x="108" y="9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" y="22"/>
                    <a:pt x="0" y="61"/>
                    <a:pt x="22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58" name="Freeform 1594">
              <a:extLst>
                <a:ext uri="{FF2B5EF4-FFF2-40B4-BE49-F238E27FC236}">
                  <a16:creationId xmlns:a16="http://schemas.microsoft.com/office/drawing/2014/main" id="{2FA40F94-B911-4C45-96C6-ED9F24F62F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61419" y="5778955"/>
              <a:ext cx="374472" cy="466736"/>
            </a:xfrm>
            <a:custGeom>
              <a:avLst/>
              <a:gdLst>
                <a:gd name="T0" fmla="*/ 0 w 63"/>
                <a:gd name="T1" fmla="*/ 37 h 79"/>
                <a:gd name="T2" fmla="*/ 38 w 63"/>
                <a:gd name="T3" fmla="*/ 79 h 79"/>
                <a:gd name="T4" fmla="*/ 42 w 63"/>
                <a:gd name="T5" fmla="*/ 0 h 79"/>
                <a:gd name="T6" fmla="*/ 0 w 63"/>
                <a:gd name="T7" fmla="*/ 37 h 79"/>
                <a:gd name="T8" fmla="*/ 38 w 63"/>
                <a:gd name="T9" fmla="*/ 69 h 79"/>
                <a:gd name="T10" fmla="*/ 10 w 63"/>
                <a:gd name="T11" fmla="*/ 38 h 79"/>
                <a:gd name="T12" fmla="*/ 41 w 63"/>
                <a:gd name="T13" fmla="*/ 10 h 79"/>
                <a:gd name="T14" fmla="*/ 38 w 63"/>
                <a:gd name="T15" fmla="*/ 6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" h="79">
                  <a:moveTo>
                    <a:pt x="0" y="37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61" y="59"/>
                    <a:pt x="63" y="23"/>
                    <a:pt x="42" y="0"/>
                  </a:cubicBezTo>
                  <a:lnTo>
                    <a:pt x="0" y="37"/>
                  </a:lnTo>
                  <a:close/>
                  <a:moveTo>
                    <a:pt x="38" y="69"/>
                  </a:moveTo>
                  <a:cubicBezTo>
                    <a:pt x="10" y="38"/>
                    <a:pt x="10" y="38"/>
                    <a:pt x="10" y="38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53" y="28"/>
                    <a:pt x="52" y="52"/>
                    <a:pt x="38" y="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59" name="Freeform 1595">
              <a:extLst>
                <a:ext uri="{FF2B5EF4-FFF2-40B4-BE49-F238E27FC236}">
                  <a16:creationId xmlns:a16="http://schemas.microsoft.com/office/drawing/2014/main" id="{36437AA6-4B77-4424-A8C4-839ACEB68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345" y="5594433"/>
              <a:ext cx="466736" cy="374472"/>
            </a:xfrm>
            <a:custGeom>
              <a:avLst/>
              <a:gdLst>
                <a:gd name="T0" fmla="*/ 0 w 79"/>
                <a:gd name="T1" fmla="*/ 21 h 63"/>
                <a:gd name="T2" fmla="*/ 37 w 79"/>
                <a:gd name="T3" fmla="*/ 63 h 63"/>
                <a:gd name="T4" fmla="*/ 79 w 79"/>
                <a:gd name="T5" fmla="*/ 25 h 63"/>
                <a:gd name="T6" fmla="*/ 0 w 79"/>
                <a:gd name="T7" fmla="*/ 2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9" h="63">
                  <a:moveTo>
                    <a:pt x="0" y="21"/>
                  </a:moveTo>
                  <a:cubicBezTo>
                    <a:pt x="37" y="63"/>
                    <a:pt x="37" y="63"/>
                    <a:pt x="37" y="63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58" y="2"/>
                    <a:pt x="23" y="0"/>
                    <a:pt x="0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grpSp>
        <p:nvGrpSpPr>
          <p:cNvPr id="62" name="Group 58">
            <a:extLst>
              <a:ext uri="{FF2B5EF4-FFF2-40B4-BE49-F238E27FC236}">
                <a16:creationId xmlns:a16="http://schemas.microsoft.com/office/drawing/2014/main" id="{003BB1C6-C9A9-48AD-9403-6FA92B4A6546}"/>
              </a:ext>
            </a:extLst>
          </p:cNvPr>
          <p:cNvGrpSpPr/>
          <p:nvPr/>
        </p:nvGrpSpPr>
        <p:grpSpPr>
          <a:xfrm>
            <a:off x="6519606" y="4453007"/>
            <a:ext cx="424427" cy="424427"/>
            <a:chOff x="837205" y="3542332"/>
            <a:chExt cx="400024" cy="400024"/>
          </a:xfrm>
          <a:solidFill>
            <a:schemeClr val="bg1"/>
          </a:solidFill>
        </p:grpSpPr>
        <p:sp>
          <p:nvSpPr>
            <p:cNvPr id="63" name="Freeform 85">
              <a:extLst>
                <a:ext uri="{FF2B5EF4-FFF2-40B4-BE49-F238E27FC236}">
                  <a16:creationId xmlns:a16="http://schemas.microsoft.com/office/drawing/2014/main" id="{90931BC6-7BCB-4036-9EFE-A9D54D84AE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7205" y="3542332"/>
              <a:ext cx="400024" cy="400024"/>
            </a:xfrm>
            <a:custGeom>
              <a:avLst/>
              <a:gdLst>
                <a:gd name="T0" fmla="*/ 116 w 128"/>
                <a:gd name="T1" fmla="*/ 0 h 128"/>
                <a:gd name="T2" fmla="*/ 28 w 128"/>
                <a:gd name="T3" fmla="*/ 0 h 128"/>
                <a:gd name="T4" fmla="*/ 16 w 128"/>
                <a:gd name="T5" fmla="*/ 12 h 128"/>
                <a:gd name="T6" fmla="*/ 16 w 128"/>
                <a:gd name="T7" fmla="*/ 20 h 128"/>
                <a:gd name="T8" fmla="*/ 12 w 128"/>
                <a:gd name="T9" fmla="*/ 20 h 128"/>
                <a:gd name="T10" fmla="*/ 0 w 128"/>
                <a:gd name="T11" fmla="*/ 32 h 128"/>
                <a:gd name="T12" fmla="*/ 0 w 128"/>
                <a:gd name="T13" fmla="*/ 112 h 128"/>
                <a:gd name="T14" fmla="*/ 16 w 128"/>
                <a:gd name="T15" fmla="*/ 128 h 128"/>
                <a:gd name="T16" fmla="*/ 112 w 128"/>
                <a:gd name="T17" fmla="*/ 128 h 128"/>
                <a:gd name="T18" fmla="*/ 128 w 128"/>
                <a:gd name="T19" fmla="*/ 112 h 128"/>
                <a:gd name="T20" fmla="*/ 128 w 128"/>
                <a:gd name="T21" fmla="*/ 12 h 128"/>
                <a:gd name="T22" fmla="*/ 116 w 128"/>
                <a:gd name="T23" fmla="*/ 0 h 128"/>
                <a:gd name="T24" fmla="*/ 120 w 128"/>
                <a:gd name="T25" fmla="*/ 112 h 128"/>
                <a:gd name="T26" fmla="*/ 112 w 128"/>
                <a:gd name="T27" fmla="*/ 120 h 128"/>
                <a:gd name="T28" fmla="*/ 16 w 128"/>
                <a:gd name="T29" fmla="*/ 120 h 128"/>
                <a:gd name="T30" fmla="*/ 8 w 128"/>
                <a:gd name="T31" fmla="*/ 112 h 128"/>
                <a:gd name="T32" fmla="*/ 8 w 128"/>
                <a:gd name="T33" fmla="*/ 32 h 128"/>
                <a:gd name="T34" fmla="*/ 12 w 128"/>
                <a:gd name="T35" fmla="*/ 28 h 128"/>
                <a:gd name="T36" fmla="*/ 16 w 128"/>
                <a:gd name="T37" fmla="*/ 28 h 128"/>
                <a:gd name="T38" fmla="*/ 16 w 128"/>
                <a:gd name="T39" fmla="*/ 108 h 128"/>
                <a:gd name="T40" fmla="*/ 20 w 128"/>
                <a:gd name="T41" fmla="*/ 112 h 128"/>
                <a:gd name="T42" fmla="*/ 24 w 128"/>
                <a:gd name="T43" fmla="*/ 108 h 128"/>
                <a:gd name="T44" fmla="*/ 24 w 128"/>
                <a:gd name="T45" fmla="*/ 12 h 128"/>
                <a:gd name="T46" fmla="*/ 28 w 128"/>
                <a:gd name="T47" fmla="*/ 8 h 128"/>
                <a:gd name="T48" fmla="*/ 116 w 128"/>
                <a:gd name="T49" fmla="*/ 8 h 128"/>
                <a:gd name="T50" fmla="*/ 120 w 128"/>
                <a:gd name="T51" fmla="*/ 12 h 128"/>
                <a:gd name="T52" fmla="*/ 120 w 128"/>
                <a:gd name="T53" fmla="*/ 1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" h="128">
                  <a:moveTo>
                    <a:pt x="116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16" y="5"/>
                    <a:pt x="16" y="12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5" y="20"/>
                    <a:pt x="0" y="25"/>
                    <a:pt x="0" y="32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7" y="128"/>
                    <a:pt x="16" y="128"/>
                  </a:cubicBezTo>
                  <a:cubicBezTo>
                    <a:pt x="112" y="128"/>
                    <a:pt x="112" y="128"/>
                    <a:pt x="112" y="128"/>
                  </a:cubicBezTo>
                  <a:cubicBezTo>
                    <a:pt x="121" y="128"/>
                    <a:pt x="128" y="121"/>
                    <a:pt x="128" y="11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5"/>
                    <a:pt x="123" y="0"/>
                    <a:pt x="116" y="0"/>
                  </a:cubicBezTo>
                  <a:close/>
                  <a:moveTo>
                    <a:pt x="120" y="112"/>
                  </a:moveTo>
                  <a:cubicBezTo>
                    <a:pt x="120" y="116"/>
                    <a:pt x="116" y="120"/>
                    <a:pt x="112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0"/>
                    <a:pt x="10" y="28"/>
                    <a:pt x="12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16" y="110"/>
                    <a:pt x="18" y="112"/>
                    <a:pt x="20" y="112"/>
                  </a:cubicBezTo>
                  <a:cubicBezTo>
                    <a:pt x="22" y="112"/>
                    <a:pt x="24" y="110"/>
                    <a:pt x="24" y="108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0"/>
                    <a:pt x="26" y="8"/>
                    <a:pt x="28" y="8"/>
                  </a:cubicBezTo>
                  <a:cubicBezTo>
                    <a:pt x="116" y="8"/>
                    <a:pt x="116" y="8"/>
                    <a:pt x="116" y="8"/>
                  </a:cubicBezTo>
                  <a:cubicBezTo>
                    <a:pt x="118" y="8"/>
                    <a:pt x="120" y="10"/>
                    <a:pt x="120" y="12"/>
                  </a:cubicBezTo>
                  <a:lnTo>
                    <a:pt x="12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64" name="Freeform 86">
              <a:extLst>
                <a:ext uri="{FF2B5EF4-FFF2-40B4-BE49-F238E27FC236}">
                  <a16:creationId xmlns:a16="http://schemas.microsoft.com/office/drawing/2014/main" id="{37C3F37A-CA66-44A4-9C38-B2C33BCDF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692836"/>
              <a:ext cx="112218" cy="11882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65" name="Freeform 87">
              <a:extLst>
                <a:ext uri="{FF2B5EF4-FFF2-40B4-BE49-F238E27FC236}">
                  <a16:creationId xmlns:a16="http://schemas.microsoft.com/office/drawing/2014/main" id="{EE8A144C-91FF-4C4F-8F8A-1A1194398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655870"/>
              <a:ext cx="112218" cy="11882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66" name="Freeform 88">
              <a:extLst>
                <a:ext uri="{FF2B5EF4-FFF2-40B4-BE49-F238E27FC236}">
                  <a16:creationId xmlns:a16="http://schemas.microsoft.com/office/drawing/2014/main" id="{6526755B-A851-4752-AD7D-E0A7B4732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617583"/>
              <a:ext cx="112218" cy="13202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67" name="Freeform 89">
              <a:extLst>
                <a:ext uri="{FF2B5EF4-FFF2-40B4-BE49-F238E27FC236}">
                  <a16:creationId xmlns:a16="http://schemas.microsoft.com/office/drawing/2014/main" id="{0D1FAFD2-F42C-4820-B513-1CD3F1C49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880306"/>
              <a:ext cx="112218" cy="1188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68" name="Freeform 90">
              <a:extLst>
                <a:ext uri="{FF2B5EF4-FFF2-40B4-BE49-F238E27FC236}">
                  <a16:creationId xmlns:a16="http://schemas.microsoft.com/office/drawing/2014/main" id="{FAB80CA7-1BC0-4214-82A1-6BC8AE34A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843340"/>
              <a:ext cx="112218" cy="1188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69" name="Freeform 91">
              <a:extLst>
                <a:ext uri="{FF2B5EF4-FFF2-40B4-BE49-F238E27FC236}">
                  <a16:creationId xmlns:a16="http://schemas.microsoft.com/office/drawing/2014/main" id="{60DEE395-B316-4D65-8A9F-CCDC8CEF0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805053"/>
              <a:ext cx="112218" cy="1320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70" name="Freeform 92">
              <a:extLst>
                <a:ext uri="{FF2B5EF4-FFF2-40B4-BE49-F238E27FC236}">
                  <a16:creationId xmlns:a16="http://schemas.microsoft.com/office/drawing/2014/main" id="{79BBB053-4017-48D2-9A18-A146D2102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880306"/>
              <a:ext cx="112218" cy="1188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71" name="Freeform 93">
              <a:extLst>
                <a:ext uri="{FF2B5EF4-FFF2-40B4-BE49-F238E27FC236}">
                  <a16:creationId xmlns:a16="http://schemas.microsoft.com/office/drawing/2014/main" id="{6BFB9D5C-0FFE-4270-8EE0-98F63B971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843340"/>
              <a:ext cx="112218" cy="1188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72" name="Freeform 94">
              <a:extLst>
                <a:ext uri="{FF2B5EF4-FFF2-40B4-BE49-F238E27FC236}">
                  <a16:creationId xmlns:a16="http://schemas.microsoft.com/office/drawing/2014/main" id="{973D1DB4-E87A-4C2D-B0A8-605240F4E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805053"/>
              <a:ext cx="112218" cy="1320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73" name="Freeform 95">
              <a:extLst>
                <a:ext uri="{FF2B5EF4-FFF2-40B4-BE49-F238E27FC236}">
                  <a16:creationId xmlns:a16="http://schemas.microsoft.com/office/drawing/2014/main" id="{5C958EEB-2581-4A1B-BCBB-D7F00DAA6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729802"/>
              <a:ext cx="249520" cy="13202"/>
            </a:xfrm>
            <a:custGeom>
              <a:avLst/>
              <a:gdLst>
                <a:gd name="T0" fmla="*/ 78 w 80"/>
                <a:gd name="T1" fmla="*/ 0 h 4"/>
                <a:gd name="T2" fmla="*/ 2 w 80"/>
                <a:gd name="T3" fmla="*/ 0 h 4"/>
                <a:gd name="T4" fmla="*/ 0 w 80"/>
                <a:gd name="T5" fmla="*/ 2 h 4"/>
                <a:gd name="T6" fmla="*/ 2 w 80"/>
                <a:gd name="T7" fmla="*/ 4 h 4"/>
                <a:gd name="T8" fmla="*/ 78 w 80"/>
                <a:gd name="T9" fmla="*/ 4 h 4"/>
                <a:gd name="T10" fmla="*/ 80 w 80"/>
                <a:gd name="T11" fmla="*/ 2 h 4"/>
                <a:gd name="T12" fmla="*/ 78 w 80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4">
                  <a:moveTo>
                    <a:pt x="7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9" y="4"/>
                    <a:pt x="80" y="3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74" name="Freeform 96">
              <a:extLst>
                <a:ext uri="{FF2B5EF4-FFF2-40B4-BE49-F238E27FC236}">
                  <a16:creationId xmlns:a16="http://schemas.microsoft.com/office/drawing/2014/main" id="{95867E52-2243-45F6-8C82-B2FAABBE2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768087"/>
              <a:ext cx="249520" cy="11882"/>
            </a:xfrm>
            <a:custGeom>
              <a:avLst/>
              <a:gdLst>
                <a:gd name="T0" fmla="*/ 78 w 80"/>
                <a:gd name="T1" fmla="*/ 0 h 4"/>
                <a:gd name="T2" fmla="*/ 2 w 80"/>
                <a:gd name="T3" fmla="*/ 0 h 4"/>
                <a:gd name="T4" fmla="*/ 0 w 80"/>
                <a:gd name="T5" fmla="*/ 2 h 4"/>
                <a:gd name="T6" fmla="*/ 2 w 80"/>
                <a:gd name="T7" fmla="*/ 4 h 4"/>
                <a:gd name="T8" fmla="*/ 78 w 80"/>
                <a:gd name="T9" fmla="*/ 4 h 4"/>
                <a:gd name="T10" fmla="*/ 80 w 80"/>
                <a:gd name="T11" fmla="*/ 2 h 4"/>
                <a:gd name="T12" fmla="*/ 78 w 80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4">
                  <a:moveTo>
                    <a:pt x="7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9" y="4"/>
                    <a:pt x="80" y="3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75" name="Freeform 97">
              <a:extLst>
                <a:ext uri="{FF2B5EF4-FFF2-40B4-BE49-F238E27FC236}">
                  <a16:creationId xmlns:a16="http://schemas.microsoft.com/office/drawing/2014/main" id="{BB5C42DC-15F6-4CB7-9B8A-E692D78EC5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7541" y="3592500"/>
              <a:ext cx="112218" cy="112218"/>
            </a:xfrm>
            <a:custGeom>
              <a:avLst/>
              <a:gdLst>
                <a:gd name="T0" fmla="*/ 4 w 36"/>
                <a:gd name="T1" fmla="*/ 36 h 36"/>
                <a:gd name="T2" fmla="*/ 32 w 36"/>
                <a:gd name="T3" fmla="*/ 36 h 36"/>
                <a:gd name="T4" fmla="*/ 36 w 36"/>
                <a:gd name="T5" fmla="*/ 32 h 36"/>
                <a:gd name="T6" fmla="*/ 36 w 36"/>
                <a:gd name="T7" fmla="*/ 4 h 36"/>
                <a:gd name="T8" fmla="*/ 32 w 36"/>
                <a:gd name="T9" fmla="*/ 0 h 36"/>
                <a:gd name="T10" fmla="*/ 4 w 36"/>
                <a:gd name="T11" fmla="*/ 0 h 36"/>
                <a:gd name="T12" fmla="*/ 0 w 36"/>
                <a:gd name="T13" fmla="*/ 4 h 36"/>
                <a:gd name="T14" fmla="*/ 0 w 36"/>
                <a:gd name="T15" fmla="*/ 32 h 36"/>
                <a:gd name="T16" fmla="*/ 4 w 36"/>
                <a:gd name="T17" fmla="*/ 36 h 36"/>
                <a:gd name="T18" fmla="*/ 8 w 36"/>
                <a:gd name="T19" fmla="*/ 8 h 36"/>
                <a:gd name="T20" fmla="*/ 28 w 36"/>
                <a:gd name="T21" fmla="*/ 8 h 36"/>
                <a:gd name="T22" fmla="*/ 28 w 36"/>
                <a:gd name="T23" fmla="*/ 28 h 36"/>
                <a:gd name="T24" fmla="*/ 8 w 36"/>
                <a:gd name="T25" fmla="*/ 28 h 36"/>
                <a:gd name="T26" fmla="*/ 8 w 36"/>
                <a:gd name="T27" fmla="*/ 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36">
                  <a:moveTo>
                    <a:pt x="4" y="36"/>
                  </a:moveTo>
                  <a:cubicBezTo>
                    <a:pt x="32" y="36"/>
                    <a:pt x="32" y="36"/>
                    <a:pt x="32" y="36"/>
                  </a:cubicBezTo>
                  <a:cubicBezTo>
                    <a:pt x="34" y="36"/>
                    <a:pt x="36" y="34"/>
                    <a:pt x="36" y="32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2"/>
                    <a:pt x="34" y="0"/>
                    <a:pt x="3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4" y="36"/>
                  </a:cubicBezTo>
                  <a:close/>
                  <a:moveTo>
                    <a:pt x="8" y="8"/>
                  </a:moveTo>
                  <a:cubicBezTo>
                    <a:pt x="28" y="8"/>
                    <a:pt x="28" y="8"/>
                    <a:pt x="28" y="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8" y="28"/>
                    <a:pt x="8" y="28"/>
                    <a:pt x="8" y="28"/>
                  </a:cubicBezTo>
                  <a:lnTo>
                    <a:pt x="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sp>
        <p:nvSpPr>
          <p:cNvPr id="78" name="Freeform 187">
            <a:extLst>
              <a:ext uri="{FF2B5EF4-FFF2-40B4-BE49-F238E27FC236}">
                <a16:creationId xmlns:a16="http://schemas.microsoft.com/office/drawing/2014/main" id="{8C03003F-13CF-4E51-AD88-FFED6F770975}"/>
              </a:ext>
            </a:extLst>
          </p:cNvPr>
          <p:cNvSpPr>
            <a:spLocks noEditPoints="1"/>
          </p:cNvSpPr>
          <p:nvPr/>
        </p:nvSpPr>
        <p:spPr bwMode="auto">
          <a:xfrm>
            <a:off x="7136167" y="3340427"/>
            <a:ext cx="507478" cy="466501"/>
          </a:xfrm>
          <a:custGeom>
            <a:avLst/>
            <a:gdLst>
              <a:gd name="T0" fmla="*/ 107 w 204"/>
              <a:gd name="T1" fmla="*/ 0 h 188"/>
              <a:gd name="T2" fmla="*/ 0 w 204"/>
              <a:gd name="T3" fmla="*/ 78 h 188"/>
              <a:gd name="T4" fmla="*/ 39 w 204"/>
              <a:gd name="T5" fmla="*/ 139 h 188"/>
              <a:gd name="T6" fmla="*/ 14 w 204"/>
              <a:gd name="T7" fmla="*/ 181 h 188"/>
              <a:gd name="T8" fmla="*/ 86 w 204"/>
              <a:gd name="T9" fmla="*/ 153 h 188"/>
              <a:gd name="T10" fmla="*/ 107 w 204"/>
              <a:gd name="T11" fmla="*/ 156 h 188"/>
              <a:gd name="T12" fmla="*/ 204 w 204"/>
              <a:gd name="T13" fmla="*/ 78 h 188"/>
              <a:gd name="T14" fmla="*/ 107 w 204"/>
              <a:gd name="T15" fmla="*/ 0 h 188"/>
              <a:gd name="T16" fmla="*/ 56 w 204"/>
              <a:gd name="T17" fmla="*/ 93 h 188"/>
              <a:gd name="T18" fmla="*/ 42 w 204"/>
              <a:gd name="T19" fmla="*/ 78 h 188"/>
              <a:gd name="T20" fmla="*/ 56 w 204"/>
              <a:gd name="T21" fmla="*/ 64 h 188"/>
              <a:gd name="T22" fmla="*/ 71 w 204"/>
              <a:gd name="T23" fmla="*/ 78 h 188"/>
              <a:gd name="T24" fmla="*/ 56 w 204"/>
              <a:gd name="T25" fmla="*/ 93 h 188"/>
              <a:gd name="T26" fmla="*/ 103 w 204"/>
              <a:gd name="T27" fmla="*/ 93 h 188"/>
              <a:gd name="T28" fmla="*/ 89 w 204"/>
              <a:gd name="T29" fmla="*/ 78 h 188"/>
              <a:gd name="T30" fmla="*/ 103 w 204"/>
              <a:gd name="T31" fmla="*/ 64 h 188"/>
              <a:gd name="T32" fmla="*/ 117 w 204"/>
              <a:gd name="T33" fmla="*/ 78 h 188"/>
              <a:gd name="T34" fmla="*/ 103 w 204"/>
              <a:gd name="T35" fmla="*/ 93 h 188"/>
              <a:gd name="T36" fmla="*/ 150 w 204"/>
              <a:gd name="T37" fmla="*/ 93 h 188"/>
              <a:gd name="T38" fmla="*/ 136 w 204"/>
              <a:gd name="T39" fmla="*/ 78 h 188"/>
              <a:gd name="T40" fmla="*/ 150 w 204"/>
              <a:gd name="T41" fmla="*/ 64 h 188"/>
              <a:gd name="T42" fmla="*/ 164 w 204"/>
              <a:gd name="T43" fmla="*/ 78 h 188"/>
              <a:gd name="T44" fmla="*/ 150 w 204"/>
              <a:gd name="T45" fmla="*/ 93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04" h="188">
                <a:moveTo>
                  <a:pt x="107" y="0"/>
                </a:moveTo>
                <a:cubicBezTo>
                  <a:pt x="47" y="0"/>
                  <a:pt x="0" y="35"/>
                  <a:pt x="0" y="78"/>
                </a:cubicBezTo>
                <a:cubicBezTo>
                  <a:pt x="0" y="103"/>
                  <a:pt x="15" y="125"/>
                  <a:pt x="39" y="139"/>
                </a:cubicBezTo>
                <a:cubicBezTo>
                  <a:pt x="45" y="142"/>
                  <a:pt x="45" y="167"/>
                  <a:pt x="14" y="181"/>
                </a:cubicBezTo>
                <a:cubicBezTo>
                  <a:pt x="14" y="181"/>
                  <a:pt x="58" y="188"/>
                  <a:pt x="86" y="153"/>
                </a:cubicBezTo>
                <a:cubicBezTo>
                  <a:pt x="93" y="154"/>
                  <a:pt x="100" y="156"/>
                  <a:pt x="107" y="156"/>
                </a:cubicBezTo>
                <a:cubicBezTo>
                  <a:pt x="167" y="156"/>
                  <a:pt x="204" y="122"/>
                  <a:pt x="204" y="78"/>
                </a:cubicBezTo>
                <a:cubicBezTo>
                  <a:pt x="204" y="35"/>
                  <a:pt x="167" y="0"/>
                  <a:pt x="107" y="0"/>
                </a:cubicBezTo>
                <a:close/>
                <a:moveTo>
                  <a:pt x="56" y="93"/>
                </a:moveTo>
                <a:cubicBezTo>
                  <a:pt x="48" y="93"/>
                  <a:pt x="42" y="86"/>
                  <a:pt x="42" y="78"/>
                </a:cubicBezTo>
                <a:cubicBezTo>
                  <a:pt x="42" y="70"/>
                  <a:pt x="48" y="64"/>
                  <a:pt x="56" y="64"/>
                </a:cubicBezTo>
                <a:cubicBezTo>
                  <a:pt x="64" y="64"/>
                  <a:pt x="71" y="70"/>
                  <a:pt x="71" y="78"/>
                </a:cubicBezTo>
                <a:cubicBezTo>
                  <a:pt x="71" y="86"/>
                  <a:pt x="64" y="93"/>
                  <a:pt x="56" y="93"/>
                </a:cubicBezTo>
                <a:close/>
                <a:moveTo>
                  <a:pt x="103" y="93"/>
                </a:moveTo>
                <a:cubicBezTo>
                  <a:pt x="95" y="93"/>
                  <a:pt x="89" y="86"/>
                  <a:pt x="89" y="78"/>
                </a:cubicBezTo>
                <a:cubicBezTo>
                  <a:pt x="89" y="70"/>
                  <a:pt x="95" y="64"/>
                  <a:pt x="103" y="64"/>
                </a:cubicBezTo>
                <a:cubicBezTo>
                  <a:pt x="111" y="64"/>
                  <a:pt x="117" y="70"/>
                  <a:pt x="117" y="78"/>
                </a:cubicBezTo>
                <a:cubicBezTo>
                  <a:pt x="117" y="86"/>
                  <a:pt x="111" y="93"/>
                  <a:pt x="103" y="93"/>
                </a:cubicBezTo>
                <a:close/>
                <a:moveTo>
                  <a:pt x="150" y="93"/>
                </a:moveTo>
                <a:cubicBezTo>
                  <a:pt x="142" y="93"/>
                  <a:pt x="136" y="86"/>
                  <a:pt x="136" y="78"/>
                </a:cubicBezTo>
                <a:cubicBezTo>
                  <a:pt x="136" y="70"/>
                  <a:pt x="142" y="64"/>
                  <a:pt x="150" y="64"/>
                </a:cubicBezTo>
                <a:cubicBezTo>
                  <a:pt x="158" y="64"/>
                  <a:pt x="164" y="70"/>
                  <a:pt x="164" y="78"/>
                </a:cubicBezTo>
                <a:cubicBezTo>
                  <a:pt x="164" y="86"/>
                  <a:pt x="158" y="93"/>
                  <a:pt x="150" y="9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Segoe UI Light"/>
              <a:ea typeface="微软雅黑"/>
            </a:endParaRPr>
          </a:p>
        </p:txBody>
      </p:sp>
      <p:sp>
        <p:nvSpPr>
          <p:cNvPr id="81" name="Freeform 12">
            <a:extLst>
              <a:ext uri="{FF2B5EF4-FFF2-40B4-BE49-F238E27FC236}">
                <a16:creationId xmlns:a16="http://schemas.microsoft.com/office/drawing/2014/main" id="{9DA7DF2C-A383-4B6A-961E-91EEA1357220}"/>
              </a:ext>
            </a:extLst>
          </p:cNvPr>
          <p:cNvSpPr>
            <a:spLocks noEditPoints="1"/>
          </p:cNvSpPr>
          <p:nvPr/>
        </p:nvSpPr>
        <p:spPr bwMode="auto">
          <a:xfrm>
            <a:off x="5178326" y="2225107"/>
            <a:ext cx="454905" cy="491360"/>
          </a:xfrm>
          <a:custGeom>
            <a:avLst/>
            <a:gdLst>
              <a:gd name="T0" fmla="*/ 58 w 861"/>
              <a:gd name="T1" fmla="*/ 58 h 930"/>
              <a:gd name="T2" fmla="*/ 144 w 861"/>
              <a:gd name="T3" fmla="*/ 62 h 930"/>
              <a:gd name="T4" fmla="*/ 229 w 861"/>
              <a:gd name="T5" fmla="*/ 56 h 930"/>
              <a:gd name="T6" fmla="*/ 275 w 861"/>
              <a:gd name="T7" fmla="*/ 48 h 930"/>
              <a:gd name="T8" fmla="*/ 367 w 861"/>
              <a:gd name="T9" fmla="*/ 25 h 930"/>
              <a:gd name="T10" fmla="*/ 431 w 861"/>
              <a:gd name="T11" fmla="*/ 0 h 930"/>
              <a:gd name="T12" fmla="*/ 448 w 861"/>
              <a:gd name="T13" fmla="*/ 6 h 930"/>
              <a:gd name="T14" fmla="*/ 542 w 861"/>
              <a:gd name="T15" fmla="*/ 37 h 930"/>
              <a:gd name="T16" fmla="*/ 632 w 861"/>
              <a:gd name="T17" fmla="*/ 56 h 930"/>
              <a:gd name="T18" fmla="*/ 675 w 861"/>
              <a:gd name="T19" fmla="*/ 60 h 930"/>
              <a:gd name="T20" fmla="*/ 761 w 861"/>
              <a:gd name="T21" fmla="*/ 60 h 930"/>
              <a:gd name="T22" fmla="*/ 861 w 861"/>
              <a:gd name="T23" fmla="*/ 50 h 930"/>
              <a:gd name="T24" fmla="*/ 859 w 861"/>
              <a:gd name="T25" fmla="*/ 117 h 930"/>
              <a:gd name="T26" fmla="*/ 851 w 861"/>
              <a:gd name="T27" fmla="*/ 309 h 930"/>
              <a:gd name="T28" fmla="*/ 826 w 861"/>
              <a:gd name="T29" fmla="*/ 469 h 930"/>
              <a:gd name="T30" fmla="*/ 788 w 861"/>
              <a:gd name="T31" fmla="*/ 601 h 930"/>
              <a:gd name="T32" fmla="*/ 765 w 861"/>
              <a:gd name="T33" fmla="*/ 655 h 930"/>
              <a:gd name="T34" fmla="*/ 740 w 861"/>
              <a:gd name="T35" fmla="*/ 705 h 930"/>
              <a:gd name="T36" fmla="*/ 725 w 861"/>
              <a:gd name="T37" fmla="*/ 728 h 930"/>
              <a:gd name="T38" fmla="*/ 694 w 861"/>
              <a:gd name="T39" fmla="*/ 772 h 930"/>
              <a:gd name="T40" fmla="*/ 661 w 861"/>
              <a:gd name="T41" fmla="*/ 809 h 930"/>
              <a:gd name="T42" fmla="*/ 625 w 861"/>
              <a:gd name="T43" fmla="*/ 840 h 930"/>
              <a:gd name="T44" fmla="*/ 567 w 861"/>
              <a:gd name="T45" fmla="*/ 878 h 930"/>
              <a:gd name="T46" fmla="*/ 486 w 861"/>
              <a:gd name="T47" fmla="*/ 915 h 930"/>
              <a:gd name="T48" fmla="*/ 431 w 861"/>
              <a:gd name="T49" fmla="*/ 930 h 930"/>
              <a:gd name="T50" fmla="*/ 419 w 861"/>
              <a:gd name="T51" fmla="*/ 928 h 930"/>
              <a:gd name="T52" fmla="*/ 333 w 861"/>
              <a:gd name="T53" fmla="*/ 899 h 930"/>
              <a:gd name="T54" fmla="*/ 254 w 861"/>
              <a:gd name="T55" fmla="*/ 853 h 930"/>
              <a:gd name="T56" fmla="*/ 219 w 861"/>
              <a:gd name="T57" fmla="*/ 824 h 930"/>
              <a:gd name="T58" fmla="*/ 183 w 861"/>
              <a:gd name="T59" fmla="*/ 790 h 930"/>
              <a:gd name="T60" fmla="*/ 152 w 861"/>
              <a:gd name="T61" fmla="*/ 751 h 930"/>
              <a:gd name="T62" fmla="*/ 123 w 861"/>
              <a:gd name="T63" fmla="*/ 705 h 930"/>
              <a:gd name="T64" fmla="*/ 108 w 861"/>
              <a:gd name="T65" fmla="*/ 680 h 930"/>
              <a:gd name="T66" fmla="*/ 83 w 861"/>
              <a:gd name="T67" fmla="*/ 628 h 930"/>
              <a:gd name="T68" fmla="*/ 52 w 861"/>
              <a:gd name="T69" fmla="*/ 538 h 930"/>
              <a:gd name="T70" fmla="*/ 21 w 861"/>
              <a:gd name="T71" fmla="*/ 392 h 930"/>
              <a:gd name="T72" fmla="*/ 4 w 861"/>
              <a:gd name="T73" fmla="*/ 217 h 930"/>
              <a:gd name="T74" fmla="*/ 0 w 861"/>
              <a:gd name="T75" fmla="*/ 50 h 930"/>
              <a:gd name="T76" fmla="*/ 58 w 861"/>
              <a:gd name="T77" fmla="*/ 58 h 930"/>
              <a:gd name="T78" fmla="*/ 717 w 861"/>
              <a:gd name="T79" fmla="*/ 473 h 930"/>
              <a:gd name="T80" fmla="*/ 732 w 861"/>
              <a:gd name="T81" fmla="*/ 411 h 930"/>
              <a:gd name="T82" fmla="*/ 751 w 861"/>
              <a:gd name="T83" fmla="*/ 263 h 930"/>
              <a:gd name="T84" fmla="*/ 755 w 861"/>
              <a:gd name="T85" fmla="*/ 177 h 930"/>
              <a:gd name="T86" fmla="*/ 688 w 861"/>
              <a:gd name="T87" fmla="*/ 177 h 930"/>
              <a:gd name="T88" fmla="*/ 619 w 861"/>
              <a:gd name="T89" fmla="*/ 171 h 930"/>
              <a:gd name="T90" fmla="*/ 573 w 861"/>
              <a:gd name="T91" fmla="*/ 165 h 930"/>
              <a:gd name="T92" fmla="*/ 479 w 861"/>
              <a:gd name="T93" fmla="*/ 140 h 930"/>
              <a:gd name="T94" fmla="*/ 431 w 861"/>
              <a:gd name="T95" fmla="*/ 473 h 930"/>
              <a:gd name="T96" fmla="*/ 431 w 861"/>
              <a:gd name="T97" fmla="*/ 811 h 930"/>
              <a:gd name="T98" fmla="*/ 144 w 861"/>
              <a:gd name="T99" fmla="*/ 473 h 930"/>
              <a:gd name="T100" fmla="*/ 158 w 861"/>
              <a:gd name="T101" fmla="*/ 521 h 930"/>
              <a:gd name="T102" fmla="*/ 190 w 861"/>
              <a:gd name="T103" fmla="*/ 607 h 930"/>
              <a:gd name="T104" fmla="*/ 208 w 861"/>
              <a:gd name="T105" fmla="*/ 642 h 930"/>
              <a:gd name="T106" fmla="*/ 254 w 861"/>
              <a:gd name="T107" fmla="*/ 705 h 930"/>
              <a:gd name="T108" fmla="*/ 308 w 861"/>
              <a:gd name="T109" fmla="*/ 753 h 930"/>
              <a:gd name="T110" fmla="*/ 367 w 861"/>
              <a:gd name="T111" fmla="*/ 788 h 930"/>
              <a:gd name="T112" fmla="*/ 431 w 861"/>
              <a:gd name="T113" fmla="*/ 811 h 9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61" h="930">
                <a:moveTo>
                  <a:pt x="58" y="58"/>
                </a:moveTo>
                <a:lnTo>
                  <a:pt x="58" y="58"/>
                </a:lnTo>
                <a:lnTo>
                  <a:pt x="100" y="60"/>
                </a:lnTo>
                <a:lnTo>
                  <a:pt x="144" y="62"/>
                </a:lnTo>
                <a:lnTo>
                  <a:pt x="185" y="60"/>
                </a:lnTo>
                <a:lnTo>
                  <a:pt x="229" y="56"/>
                </a:lnTo>
                <a:lnTo>
                  <a:pt x="229" y="56"/>
                </a:lnTo>
                <a:lnTo>
                  <a:pt x="275" y="48"/>
                </a:lnTo>
                <a:lnTo>
                  <a:pt x="321" y="37"/>
                </a:lnTo>
                <a:lnTo>
                  <a:pt x="367" y="25"/>
                </a:lnTo>
                <a:lnTo>
                  <a:pt x="413" y="6"/>
                </a:lnTo>
                <a:lnTo>
                  <a:pt x="431" y="0"/>
                </a:lnTo>
                <a:lnTo>
                  <a:pt x="448" y="6"/>
                </a:lnTo>
                <a:lnTo>
                  <a:pt x="448" y="6"/>
                </a:lnTo>
                <a:lnTo>
                  <a:pt x="494" y="25"/>
                </a:lnTo>
                <a:lnTo>
                  <a:pt x="542" y="37"/>
                </a:lnTo>
                <a:lnTo>
                  <a:pt x="586" y="48"/>
                </a:lnTo>
                <a:lnTo>
                  <a:pt x="632" y="56"/>
                </a:lnTo>
                <a:lnTo>
                  <a:pt x="632" y="56"/>
                </a:lnTo>
                <a:lnTo>
                  <a:pt x="675" y="60"/>
                </a:lnTo>
                <a:lnTo>
                  <a:pt x="719" y="62"/>
                </a:lnTo>
                <a:lnTo>
                  <a:pt x="761" y="60"/>
                </a:lnTo>
                <a:lnTo>
                  <a:pt x="803" y="58"/>
                </a:lnTo>
                <a:lnTo>
                  <a:pt x="861" y="50"/>
                </a:lnTo>
                <a:lnTo>
                  <a:pt x="859" y="117"/>
                </a:lnTo>
                <a:lnTo>
                  <a:pt x="859" y="117"/>
                </a:lnTo>
                <a:lnTo>
                  <a:pt x="857" y="217"/>
                </a:lnTo>
                <a:lnTo>
                  <a:pt x="851" y="309"/>
                </a:lnTo>
                <a:lnTo>
                  <a:pt x="840" y="392"/>
                </a:lnTo>
                <a:lnTo>
                  <a:pt x="826" y="469"/>
                </a:lnTo>
                <a:lnTo>
                  <a:pt x="809" y="538"/>
                </a:lnTo>
                <a:lnTo>
                  <a:pt x="788" y="601"/>
                </a:lnTo>
                <a:lnTo>
                  <a:pt x="778" y="628"/>
                </a:lnTo>
                <a:lnTo>
                  <a:pt x="765" y="655"/>
                </a:lnTo>
                <a:lnTo>
                  <a:pt x="753" y="680"/>
                </a:lnTo>
                <a:lnTo>
                  <a:pt x="740" y="705"/>
                </a:lnTo>
                <a:lnTo>
                  <a:pt x="740" y="705"/>
                </a:lnTo>
                <a:lnTo>
                  <a:pt x="725" y="728"/>
                </a:lnTo>
                <a:lnTo>
                  <a:pt x="709" y="751"/>
                </a:lnTo>
                <a:lnTo>
                  <a:pt x="694" y="772"/>
                </a:lnTo>
                <a:lnTo>
                  <a:pt x="678" y="790"/>
                </a:lnTo>
                <a:lnTo>
                  <a:pt x="661" y="809"/>
                </a:lnTo>
                <a:lnTo>
                  <a:pt x="642" y="824"/>
                </a:lnTo>
                <a:lnTo>
                  <a:pt x="625" y="840"/>
                </a:lnTo>
                <a:lnTo>
                  <a:pt x="607" y="853"/>
                </a:lnTo>
                <a:lnTo>
                  <a:pt x="567" y="878"/>
                </a:lnTo>
                <a:lnTo>
                  <a:pt x="527" y="899"/>
                </a:lnTo>
                <a:lnTo>
                  <a:pt x="486" y="915"/>
                </a:lnTo>
                <a:lnTo>
                  <a:pt x="442" y="928"/>
                </a:lnTo>
                <a:lnTo>
                  <a:pt x="431" y="930"/>
                </a:lnTo>
                <a:lnTo>
                  <a:pt x="419" y="928"/>
                </a:lnTo>
                <a:lnTo>
                  <a:pt x="419" y="928"/>
                </a:lnTo>
                <a:lnTo>
                  <a:pt x="375" y="915"/>
                </a:lnTo>
                <a:lnTo>
                  <a:pt x="333" y="899"/>
                </a:lnTo>
                <a:lnTo>
                  <a:pt x="294" y="878"/>
                </a:lnTo>
                <a:lnTo>
                  <a:pt x="254" y="853"/>
                </a:lnTo>
                <a:lnTo>
                  <a:pt x="235" y="840"/>
                </a:lnTo>
                <a:lnTo>
                  <a:pt x="219" y="824"/>
                </a:lnTo>
                <a:lnTo>
                  <a:pt x="200" y="809"/>
                </a:lnTo>
                <a:lnTo>
                  <a:pt x="183" y="790"/>
                </a:lnTo>
                <a:lnTo>
                  <a:pt x="167" y="772"/>
                </a:lnTo>
                <a:lnTo>
                  <a:pt x="152" y="751"/>
                </a:lnTo>
                <a:lnTo>
                  <a:pt x="137" y="728"/>
                </a:lnTo>
                <a:lnTo>
                  <a:pt x="123" y="705"/>
                </a:lnTo>
                <a:lnTo>
                  <a:pt x="123" y="705"/>
                </a:lnTo>
                <a:lnTo>
                  <a:pt x="108" y="680"/>
                </a:lnTo>
                <a:lnTo>
                  <a:pt x="96" y="655"/>
                </a:lnTo>
                <a:lnTo>
                  <a:pt x="83" y="628"/>
                </a:lnTo>
                <a:lnTo>
                  <a:pt x="73" y="601"/>
                </a:lnTo>
                <a:lnTo>
                  <a:pt x="52" y="538"/>
                </a:lnTo>
                <a:lnTo>
                  <a:pt x="35" y="469"/>
                </a:lnTo>
                <a:lnTo>
                  <a:pt x="21" y="392"/>
                </a:lnTo>
                <a:lnTo>
                  <a:pt x="10" y="309"/>
                </a:lnTo>
                <a:lnTo>
                  <a:pt x="4" y="217"/>
                </a:lnTo>
                <a:lnTo>
                  <a:pt x="2" y="117"/>
                </a:lnTo>
                <a:lnTo>
                  <a:pt x="0" y="50"/>
                </a:lnTo>
                <a:lnTo>
                  <a:pt x="58" y="58"/>
                </a:lnTo>
                <a:lnTo>
                  <a:pt x="58" y="58"/>
                </a:lnTo>
                <a:close/>
                <a:moveTo>
                  <a:pt x="431" y="473"/>
                </a:moveTo>
                <a:lnTo>
                  <a:pt x="717" y="473"/>
                </a:lnTo>
                <a:lnTo>
                  <a:pt x="717" y="473"/>
                </a:lnTo>
                <a:lnTo>
                  <a:pt x="732" y="411"/>
                </a:lnTo>
                <a:lnTo>
                  <a:pt x="742" y="340"/>
                </a:lnTo>
                <a:lnTo>
                  <a:pt x="751" y="263"/>
                </a:lnTo>
                <a:lnTo>
                  <a:pt x="755" y="177"/>
                </a:lnTo>
                <a:lnTo>
                  <a:pt x="755" y="177"/>
                </a:lnTo>
                <a:lnTo>
                  <a:pt x="721" y="179"/>
                </a:lnTo>
                <a:lnTo>
                  <a:pt x="688" y="177"/>
                </a:lnTo>
                <a:lnTo>
                  <a:pt x="653" y="175"/>
                </a:lnTo>
                <a:lnTo>
                  <a:pt x="619" y="171"/>
                </a:lnTo>
                <a:lnTo>
                  <a:pt x="619" y="171"/>
                </a:lnTo>
                <a:lnTo>
                  <a:pt x="573" y="165"/>
                </a:lnTo>
                <a:lnTo>
                  <a:pt x="525" y="154"/>
                </a:lnTo>
                <a:lnTo>
                  <a:pt x="479" y="140"/>
                </a:lnTo>
                <a:lnTo>
                  <a:pt x="431" y="123"/>
                </a:lnTo>
                <a:lnTo>
                  <a:pt x="431" y="473"/>
                </a:lnTo>
                <a:lnTo>
                  <a:pt x="431" y="473"/>
                </a:lnTo>
                <a:close/>
                <a:moveTo>
                  <a:pt x="431" y="811"/>
                </a:moveTo>
                <a:lnTo>
                  <a:pt x="431" y="473"/>
                </a:lnTo>
                <a:lnTo>
                  <a:pt x="144" y="473"/>
                </a:lnTo>
                <a:lnTo>
                  <a:pt x="144" y="473"/>
                </a:lnTo>
                <a:lnTo>
                  <a:pt x="158" y="521"/>
                </a:lnTo>
                <a:lnTo>
                  <a:pt x="173" y="567"/>
                </a:lnTo>
                <a:lnTo>
                  <a:pt x="190" y="607"/>
                </a:lnTo>
                <a:lnTo>
                  <a:pt x="208" y="642"/>
                </a:lnTo>
                <a:lnTo>
                  <a:pt x="208" y="642"/>
                </a:lnTo>
                <a:lnTo>
                  <a:pt x="231" y="676"/>
                </a:lnTo>
                <a:lnTo>
                  <a:pt x="254" y="705"/>
                </a:lnTo>
                <a:lnTo>
                  <a:pt x="281" y="732"/>
                </a:lnTo>
                <a:lnTo>
                  <a:pt x="308" y="753"/>
                </a:lnTo>
                <a:lnTo>
                  <a:pt x="338" y="772"/>
                </a:lnTo>
                <a:lnTo>
                  <a:pt x="367" y="788"/>
                </a:lnTo>
                <a:lnTo>
                  <a:pt x="398" y="801"/>
                </a:lnTo>
                <a:lnTo>
                  <a:pt x="431" y="811"/>
                </a:lnTo>
                <a:lnTo>
                  <a:pt x="431" y="8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350">
              <a:solidFill>
                <a:prstClr val="black"/>
              </a:solidFill>
              <a:latin typeface="Impact"/>
              <a:ea typeface="微软雅黑"/>
            </a:endParaRPr>
          </a:p>
        </p:txBody>
      </p:sp>
      <p:sp>
        <p:nvSpPr>
          <p:cNvPr id="82" name="Freeform 2384">
            <a:extLst>
              <a:ext uri="{FF2B5EF4-FFF2-40B4-BE49-F238E27FC236}">
                <a16:creationId xmlns:a16="http://schemas.microsoft.com/office/drawing/2014/main" id="{B4796840-EBCC-40DA-A9EA-0625F6FDE3F8}"/>
              </a:ext>
            </a:extLst>
          </p:cNvPr>
          <p:cNvSpPr>
            <a:spLocks noEditPoints="1"/>
          </p:cNvSpPr>
          <p:nvPr/>
        </p:nvSpPr>
        <p:spPr bwMode="auto">
          <a:xfrm>
            <a:off x="6526811" y="2232701"/>
            <a:ext cx="447894" cy="472196"/>
          </a:xfrm>
          <a:custGeom>
            <a:avLst/>
            <a:gdLst>
              <a:gd name="T0" fmla="*/ 94 w 118"/>
              <a:gd name="T1" fmla="*/ 26 h 125"/>
              <a:gd name="T2" fmla="*/ 75 w 118"/>
              <a:gd name="T3" fmla="*/ 11 h 125"/>
              <a:gd name="T4" fmla="*/ 52 w 118"/>
              <a:gd name="T5" fmla="*/ 6 h 125"/>
              <a:gd name="T6" fmla="*/ 68 w 118"/>
              <a:gd name="T7" fmla="*/ 23 h 125"/>
              <a:gd name="T8" fmla="*/ 90 w 118"/>
              <a:gd name="T9" fmla="*/ 34 h 125"/>
              <a:gd name="T10" fmla="*/ 68 w 118"/>
              <a:gd name="T11" fmla="*/ 59 h 125"/>
              <a:gd name="T12" fmla="*/ 52 w 118"/>
              <a:gd name="T13" fmla="*/ 62 h 125"/>
              <a:gd name="T14" fmla="*/ 29 w 118"/>
              <a:gd name="T15" fmla="*/ 56 h 125"/>
              <a:gd name="T16" fmla="*/ 13 w 118"/>
              <a:gd name="T17" fmla="*/ 44 h 125"/>
              <a:gd name="T18" fmla="*/ 7 w 118"/>
              <a:gd name="T19" fmla="*/ 66 h 125"/>
              <a:gd name="T20" fmla="*/ 11 w 118"/>
              <a:gd name="T21" fmla="*/ 99 h 125"/>
              <a:gd name="T22" fmla="*/ 6 w 118"/>
              <a:gd name="T23" fmla="*/ 119 h 125"/>
              <a:gd name="T24" fmla="*/ 29 w 118"/>
              <a:gd name="T25" fmla="*/ 115 h 125"/>
              <a:gd name="T26" fmla="*/ 21 w 118"/>
              <a:gd name="T27" fmla="*/ 99 h 125"/>
              <a:gd name="T28" fmla="*/ 25 w 118"/>
              <a:gd name="T29" fmla="*/ 65 h 125"/>
              <a:gd name="T30" fmla="*/ 48 w 118"/>
              <a:gd name="T31" fmla="*/ 75 h 125"/>
              <a:gd name="T32" fmla="*/ 71 w 118"/>
              <a:gd name="T33" fmla="*/ 71 h 125"/>
              <a:gd name="T34" fmla="*/ 96 w 118"/>
              <a:gd name="T35" fmla="*/ 50 h 125"/>
              <a:gd name="T36" fmla="*/ 115 w 118"/>
              <a:gd name="T37" fmla="*/ 44 h 125"/>
              <a:gd name="T38" fmla="*/ 100 w 118"/>
              <a:gd name="T39" fmla="*/ 26 h 125"/>
              <a:gd name="T40" fmla="*/ 58 w 118"/>
              <a:gd name="T41" fmla="*/ 13 h 125"/>
              <a:gd name="T42" fmla="*/ 68 w 118"/>
              <a:gd name="T43" fmla="*/ 12 h 125"/>
              <a:gd name="T44" fmla="*/ 8 w 118"/>
              <a:gd name="T45" fmla="*/ 56 h 125"/>
              <a:gd name="T46" fmla="*/ 18 w 118"/>
              <a:gd name="T47" fmla="*/ 56 h 125"/>
              <a:gd name="T48" fmla="*/ 8 w 118"/>
              <a:gd name="T49" fmla="*/ 56 h 125"/>
              <a:gd name="T50" fmla="*/ 17 w 118"/>
              <a:gd name="T51" fmla="*/ 118 h 125"/>
              <a:gd name="T52" fmla="*/ 17 w 118"/>
              <a:gd name="T53" fmla="*/ 107 h 125"/>
              <a:gd name="T54" fmla="*/ 59 w 118"/>
              <a:gd name="T55" fmla="*/ 77 h 125"/>
              <a:gd name="T56" fmla="*/ 59 w 118"/>
              <a:gd name="T57" fmla="*/ 66 h 125"/>
              <a:gd name="T58" fmla="*/ 59 w 118"/>
              <a:gd name="T59" fmla="*/ 77 h 125"/>
              <a:gd name="T60" fmla="*/ 100 w 118"/>
              <a:gd name="T61" fmla="*/ 38 h 125"/>
              <a:gd name="T62" fmla="*/ 110 w 118"/>
              <a:gd name="T63" fmla="*/ 37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8" h="125">
                <a:moveTo>
                  <a:pt x="100" y="26"/>
                </a:moveTo>
                <a:cubicBezTo>
                  <a:pt x="98" y="27"/>
                  <a:pt x="96" y="27"/>
                  <a:pt x="94" y="26"/>
                </a:cubicBezTo>
                <a:cubicBezTo>
                  <a:pt x="89" y="23"/>
                  <a:pt x="84" y="19"/>
                  <a:pt x="78" y="16"/>
                </a:cubicBezTo>
                <a:cubicBezTo>
                  <a:pt x="76" y="15"/>
                  <a:pt x="75" y="14"/>
                  <a:pt x="75" y="11"/>
                </a:cubicBezTo>
                <a:cubicBezTo>
                  <a:pt x="74" y="6"/>
                  <a:pt x="71" y="2"/>
                  <a:pt x="66" y="1"/>
                </a:cubicBezTo>
                <a:cubicBezTo>
                  <a:pt x="60" y="0"/>
                  <a:pt x="55" y="2"/>
                  <a:pt x="52" y="6"/>
                </a:cubicBezTo>
                <a:cubicBezTo>
                  <a:pt x="50" y="11"/>
                  <a:pt x="50" y="17"/>
                  <a:pt x="54" y="20"/>
                </a:cubicBezTo>
                <a:cubicBezTo>
                  <a:pt x="57" y="24"/>
                  <a:pt x="62" y="26"/>
                  <a:pt x="68" y="23"/>
                </a:cubicBezTo>
                <a:cubicBezTo>
                  <a:pt x="70" y="23"/>
                  <a:pt x="71" y="23"/>
                  <a:pt x="73" y="24"/>
                </a:cubicBezTo>
                <a:cubicBezTo>
                  <a:pt x="79" y="27"/>
                  <a:pt x="84" y="31"/>
                  <a:pt x="90" y="34"/>
                </a:cubicBezTo>
                <a:cubicBezTo>
                  <a:pt x="94" y="36"/>
                  <a:pt x="94" y="40"/>
                  <a:pt x="90" y="42"/>
                </a:cubicBezTo>
                <a:cubicBezTo>
                  <a:pt x="83" y="48"/>
                  <a:pt x="75" y="54"/>
                  <a:pt x="68" y="59"/>
                </a:cubicBezTo>
                <a:cubicBezTo>
                  <a:pt x="67" y="60"/>
                  <a:pt x="65" y="60"/>
                  <a:pt x="63" y="60"/>
                </a:cubicBezTo>
                <a:cubicBezTo>
                  <a:pt x="59" y="59"/>
                  <a:pt x="55" y="59"/>
                  <a:pt x="52" y="62"/>
                </a:cubicBezTo>
                <a:cubicBezTo>
                  <a:pt x="50" y="63"/>
                  <a:pt x="49" y="63"/>
                  <a:pt x="47" y="63"/>
                </a:cubicBezTo>
                <a:cubicBezTo>
                  <a:pt x="41" y="60"/>
                  <a:pt x="35" y="58"/>
                  <a:pt x="29" y="56"/>
                </a:cubicBezTo>
                <a:cubicBezTo>
                  <a:pt x="26" y="56"/>
                  <a:pt x="25" y="54"/>
                  <a:pt x="24" y="52"/>
                </a:cubicBezTo>
                <a:cubicBezTo>
                  <a:pt x="23" y="47"/>
                  <a:pt x="18" y="44"/>
                  <a:pt x="13" y="44"/>
                </a:cubicBezTo>
                <a:cubicBezTo>
                  <a:pt x="8" y="44"/>
                  <a:pt x="3" y="48"/>
                  <a:pt x="2" y="53"/>
                </a:cubicBezTo>
                <a:cubicBezTo>
                  <a:pt x="0" y="58"/>
                  <a:pt x="2" y="63"/>
                  <a:pt x="7" y="66"/>
                </a:cubicBezTo>
                <a:cubicBezTo>
                  <a:pt x="9" y="67"/>
                  <a:pt x="9" y="69"/>
                  <a:pt x="10" y="71"/>
                </a:cubicBezTo>
                <a:cubicBezTo>
                  <a:pt x="10" y="80"/>
                  <a:pt x="11" y="89"/>
                  <a:pt x="11" y="99"/>
                </a:cubicBezTo>
                <a:cubicBezTo>
                  <a:pt x="12" y="101"/>
                  <a:pt x="11" y="102"/>
                  <a:pt x="9" y="103"/>
                </a:cubicBezTo>
                <a:cubicBezTo>
                  <a:pt x="5" y="107"/>
                  <a:pt x="3" y="114"/>
                  <a:pt x="6" y="119"/>
                </a:cubicBezTo>
                <a:cubicBezTo>
                  <a:pt x="9" y="123"/>
                  <a:pt x="14" y="125"/>
                  <a:pt x="18" y="125"/>
                </a:cubicBezTo>
                <a:cubicBezTo>
                  <a:pt x="23" y="124"/>
                  <a:pt x="28" y="120"/>
                  <a:pt x="29" y="115"/>
                </a:cubicBezTo>
                <a:cubicBezTo>
                  <a:pt x="30" y="110"/>
                  <a:pt x="28" y="106"/>
                  <a:pt x="23" y="103"/>
                </a:cubicBezTo>
                <a:cubicBezTo>
                  <a:pt x="22" y="102"/>
                  <a:pt x="21" y="100"/>
                  <a:pt x="21" y="99"/>
                </a:cubicBezTo>
                <a:cubicBezTo>
                  <a:pt x="20" y="89"/>
                  <a:pt x="19" y="79"/>
                  <a:pt x="19" y="69"/>
                </a:cubicBezTo>
                <a:cubicBezTo>
                  <a:pt x="18" y="66"/>
                  <a:pt x="22" y="64"/>
                  <a:pt x="25" y="65"/>
                </a:cubicBezTo>
                <a:cubicBezTo>
                  <a:pt x="31" y="67"/>
                  <a:pt x="38" y="69"/>
                  <a:pt x="45" y="72"/>
                </a:cubicBezTo>
                <a:cubicBezTo>
                  <a:pt x="46" y="72"/>
                  <a:pt x="47" y="73"/>
                  <a:pt x="48" y="75"/>
                </a:cubicBezTo>
                <a:cubicBezTo>
                  <a:pt x="49" y="81"/>
                  <a:pt x="55" y="84"/>
                  <a:pt x="61" y="84"/>
                </a:cubicBezTo>
                <a:cubicBezTo>
                  <a:pt x="67" y="83"/>
                  <a:pt x="72" y="78"/>
                  <a:pt x="71" y="71"/>
                </a:cubicBezTo>
                <a:cubicBezTo>
                  <a:pt x="72" y="69"/>
                  <a:pt x="72" y="68"/>
                  <a:pt x="74" y="67"/>
                </a:cubicBezTo>
                <a:cubicBezTo>
                  <a:pt x="81" y="61"/>
                  <a:pt x="88" y="55"/>
                  <a:pt x="96" y="50"/>
                </a:cubicBezTo>
                <a:cubicBezTo>
                  <a:pt x="98" y="48"/>
                  <a:pt x="99" y="48"/>
                  <a:pt x="101" y="49"/>
                </a:cubicBezTo>
                <a:cubicBezTo>
                  <a:pt x="106" y="50"/>
                  <a:pt x="112" y="48"/>
                  <a:pt x="115" y="44"/>
                </a:cubicBezTo>
                <a:cubicBezTo>
                  <a:pt x="118" y="40"/>
                  <a:pt x="117" y="34"/>
                  <a:pt x="114" y="30"/>
                </a:cubicBezTo>
                <a:cubicBezTo>
                  <a:pt x="111" y="25"/>
                  <a:pt x="105" y="24"/>
                  <a:pt x="100" y="26"/>
                </a:cubicBezTo>
                <a:close/>
                <a:moveTo>
                  <a:pt x="63" y="18"/>
                </a:moveTo>
                <a:cubicBezTo>
                  <a:pt x="60" y="18"/>
                  <a:pt x="58" y="15"/>
                  <a:pt x="58" y="13"/>
                </a:cubicBezTo>
                <a:cubicBezTo>
                  <a:pt x="58" y="10"/>
                  <a:pt x="60" y="7"/>
                  <a:pt x="63" y="7"/>
                </a:cubicBezTo>
                <a:cubicBezTo>
                  <a:pt x="66" y="7"/>
                  <a:pt x="68" y="10"/>
                  <a:pt x="68" y="12"/>
                </a:cubicBezTo>
                <a:cubicBezTo>
                  <a:pt x="68" y="15"/>
                  <a:pt x="66" y="18"/>
                  <a:pt x="63" y="18"/>
                </a:cubicBezTo>
                <a:close/>
                <a:moveTo>
                  <a:pt x="8" y="56"/>
                </a:moveTo>
                <a:cubicBezTo>
                  <a:pt x="8" y="53"/>
                  <a:pt x="10" y="51"/>
                  <a:pt x="13" y="51"/>
                </a:cubicBezTo>
                <a:cubicBezTo>
                  <a:pt x="16" y="51"/>
                  <a:pt x="19" y="53"/>
                  <a:pt x="18" y="56"/>
                </a:cubicBezTo>
                <a:cubicBezTo>
                  <a:pt x="18" y="59"/>
                  <a:pt x="16" y="61"/>
                  <a:pt x="13" y="61"/>
                </a:cubicBezTo>
                <a:cubicBezTo>
                  <a:pt x="10" y="61"/>
                  <a:pt x="8" y="58"/>
                  <a:pt x="8" y="56"/>
                </a:cubicBezTo>
                <a:close/>
                <a:moveTo>
                  <a:pt x="22" y="113"/>
                </a:moveTo>
                <a:cubicBezTo>
                  <a:pt x="22" y="116"/>
                  <a:pt x="20" y="118"/>
                  <a:pt x="17" y="118"/>
                </a:cubicBezTo>
                <a:cubicBezTo>
                  <a:pt x="14" y="118"/>
                  <a:pt x="11" y="116"/>
                  <a:pt x="11" y="113"/>
                </a:cubicBezTo>
                <a:cubicBezTo>
                  <a:pt x="11" y="110"/>
                  <a:pt x="14" y="108"/>
                  <a:pt x="17" y="107"/>
                </a:cubicBezTo>
                <a:cubicBezTo>
                  <a:pt x="19" y="107"/>
                  <a:pt x="22" y="110"/>
                  <a:pt x="22" y="113"/>
                </a:cubicBezTo>
                <a:close/>
                <a:moveTo>
                  <a:pt x="59" y="77"/>
                </a:moveTo>
                <a:cubicBezTo>
                  <a:pt x="56" y="77"/>
                  <a:pt x="54" y="75"/>
                  <a:pt x="54" y="72"/>
                </a:cubicBezTo>
                <a:cubicBezTo>
                  <a:pt x="54" y="69"/>
                  <a:pt x="56" y="66"/>
                  <a:pt x="59" y="66"/>
                </a:cubicBezTo>
                <a:cubicBezTo>
                  <a:pt x="62" y="66"/>
                  <a:pt x="64" y="69"/>
                  <a:pt x="64" y="72"/>
                </a:cubicBezTo>
                <a:cubicBezTo>
                  <a:pt x="64" y="74"/>
                  <a:pt x="62" y="77"/>
                  <a:pt x="59" y="77"/>
                </a:cubicBezTo>
                <a:close/>
                <a:moveTo>
                  <a:pt x="105" y="43"/>
                </a:moveTo>
                <a:cubicBezTo>
                  <a:pt x="102" y="43"/>
                  <a:pt x="100" y="40"/>
                  <a:pt x="100" y="38"/>
                </a:cubicBezTo>
                <a:cubicBezTo>
                  <a:pt x="99" y="35"/>
                  <a:pt x="102" y="32"/>
                  <a:pt x="105" y="32"/>
                </a:cubicBezTo>
                <a:cubicBezTo>
                  <a:pt x="108" y="32"/>
                  <a:pt x="110" y="34"/>
                  <a:pt x="110" y="37"/>
                </a:cubicBezTo>
                <a:cubicBezTo>
                  <a:pt x="110" y="40"/>
                  <a:pt x="108" y="42"/>
                  <a:pt x="105" y="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Segoe UI Light"/>
              <a:ea typeface="微软雅黑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AB72AF8D-E77E-4C55-94D1-C5E47200FCA3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52A53B1F-552D-403A-8378-849A72873CAA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13B3081-48F9-42E2-9355-E84E71650DCF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16D2B444-C3DB-486F-B019-6978A30D5BC0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173DC9AB-8D68-4C1E-A229-AE77387B9389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37895F1C-2307-4C50-8253-EAF63B790C3B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554583B5-DB29-4EF0-B06E-CF0E86B8E675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27CF61A6-3A61-4593-9F43-3F4393BD86D8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AA97E459-5311-4769-8CF4-0ACDBA7A5DE4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6051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EF46A52-7533-4EDD-9E2A-A2C20C59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TextBox 53">
            <a:extLst>
              <a:ext uri="{FF2B5EF4-FFF2-40B4-BE49-F238E27FC236}">
                <a16:creationId xmlns:a16="http://schemas.microsoft.com/office/drawing/2014/main" id="{2221FED9-C804-4809-B08D-B075C581FF0A}"/>
              </a:ext>
            </a:extLst>
          </p:cNvPr>
          <p:cNvSpPr txBox="1"/>
          <p:nvPr/>
        </p:nvSpPr>
        <p:spPr>
          <a:xfrm>
            <a:off x="1060704" y="2087246"/>
            <a:ext cx="2894520" cy="49475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</a:t>
            </a:r>
            <a:endParaRPr lang="en-US" altLang="zh-CN"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TextBox 54">
            <a:extLst>
              <a:ext uri="{FF2B5EF4-FFF2-40B4-BE49-F238E27FC236}">
                <a16:creationId xmlns:a16="http://schemas.microsoft.com/office/drawing/2014/main" id="{50D7ED79-C34C-4736-856C-7828786DE1D5}"/>
              </a:ext>
            </a:extLst>
          </p:cNvPr>
          <p:cNvSpPr txBox="1"/>
          <p:nvPr/>
        </p:nvSpPr>
        <p:spPr>
          <a:xfrm>
            <a:off x="2725731" y="1804772"/>
            <a:ext cx="1229493" cy="245898"/>
          </a:xfrm>
          <a:prstGeom prst="rect">
            <a:avLst/>
          </a:prstGeom>
          <a:noFill/>
        </p:spPr>
        <p:txBody>
          <a:bodyPr wrap="none" lIns="0" tIns="0" rIns="0" bIns="0">
            <a:normAutofit fontScale="92500" lnSpcReduction="10000"/>
          </a:bodyPr>
          <a:lstStyle/>
          <a:p>
            <a:pPr algn="r"/>
            <a:r>
              <a:rPr lang="zh-CN" altLang="en-US" b="1" dirty="0">
                <a:solidFill>
                  <a:schemeClr val="accent2">
                    <a:lumMod val="100000"/>
                  </a:schemeClr>
                </a:solidFill>
              </a:rPr>
              <a:t>小标题</a:t>
            </a:r>
          </a:p>
        </p:txBody>
      </p:sp>
      <p:sp>
        <p:nvSpPr>
          <p:cNvPr id="13" name="TextBox 56">
            <a:extLst>
              <a:ext uri="{FF2B5EF4-FFF2-40B4-BE49-F238E27FC236}">
                <a16:creationId xmlns:a16="http://schemas.microsoft.com/office/drawing/2014/main" id="{954DB83C-12C0-4C3F-A7A6-3F3B4E91B2C3}"/>
              </a:ext>
            </a:extLst>
          </p:cNvPr>
          <p:cNvSpPr txBox="1"/>
          <p:nvPr/>
        </p:nvSpPr>
        <p:spPr>
          <a:xfrm>
            <a:off x="923354" y="3399498"/>
            <a:ext cx="2870175" cy="49475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</a:t>
            </a:r>
            <a:endParaRPr lang="en-US" altLang="zh-CN"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TextBox 57">
            <a:extLst>
              <a:ext uri="{FF2B5EF4-FFF2-40B4-BE49-F238E27FC236}">
                <a16:creationId xmlns:a16="http://schemas.microsoft.com/office/drawing/2014/main" id="{B5AFAD28-8CDF-433B-94E4-8FDF6045A49A}"/>
              </a:ext>
            </a:extLst>
          </p:cNvPr>
          <p:cNvSpPr txBox="1"/>
          <p:nvPr/>
        </p:nvSpPr>
        <p:spPr>
          <a:xfrm>
            <a:off x="2564036" y="3110380"/>
            <a:ext cx="1229493" cy="245898"/>
          </a:xfrm>
          <a:prstGeom prst="rect">
            <a:avLst/>
          </a:prstGeom>
          <a:noFill/>
        </p:spPr>
        <p:txBody>
          <a:bodyPr wrap="none" lIns="0" tIns="0" rIns="0" bIns="0">
            <a:normAutofit fontScale="92500" lnSpcReduction="10000"/>
          </a:bodyPr>
          <a:lstStyle/>
          <a:p>
            <a:pPr algn="r"/>
            <a:r>
              <a:rPr lang="zh-CN" altLang="en-US" b="1" dirty="0">
                <a:solidFill>
                  <a:schemeClr val="accent1">
                    <a:lumMod val="100000"/>
                  </a:schemeClr>
                </a:solidFill>
              </a:rPr>
              <a:t>小标题</a:t>
            </a:r>
          </a:p>
        </p:txBody>
      </p:sp>
      <p:sp>
        <p:nvSpPr>
          <p:cNvPr id="11" name="TextBox 59">
            <a:extLst>
              <a:ext uri="{FF2B5EF4-FFF2-40B4-BE49-F238E27FC236}">
                <a16:creationId xmlns:a16="http://schemas.microsoft.com/office/drawing/2014/main" id="{3F9F6440-C09A-4E96-AC5B-D08CE6264483}"/>
              </a:ext>
            </a:extLst>
          </p:cNvPr>
          <p:cNvSpPr txBox="1"/>
          <p:nvPr/>
        </p:nvSpPr>
        <p:spPr>
          <a:xfrm>
            <a:off x="7934472" y="2529890"/>
            <a:ext cx="2869269" cy="49475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</a:t>
            </a:r>
            <a:endParaRPr lang="en-US" altLang="zh-CN"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TextBox 60">
            <a:extLst>
              <a:ext uri="{FF2B5EF4-FFF2-40B4-BE49-F238E27FC236}">
                <a16:creationId xmlns:a16="http://schemas.microsoft.com/office/drawing/2014/main" id="{1E8F67DB-0B24-45A2-818B-A7E94BBCA90B}"/>
              </a:ext>
            </a:extLst>
          </p:cNvPr>
          <p:cNvSpPr txBox="1"/>
          <p:nvPr/>
        </p:nvSpPr>
        <p:spPr>
          <a:xfrm>
            <a:off x="7934473" y="2265704"/>
            <a:ext cx="1229492" cy="245898"/>
          </a:xfrm>
          <a:prstGeom prst="rect">
            <a:avLst/>
          </a:prstGeom>
          <a:noFill/>
        </p:spPr>
        <p:txBody>
          <a:bodyPr wrap="none" lIns="0" tIns="0" rIns="0" bIns="0" anchor="t" anchorCtr="0">
            <a:normAutofit fontScale="92500" lnSpcReduction="10000"/>
          </a:bodyPr>
          <a:lstStyle/>
          <a:p>
            <a:r>
              <a:rPr lang="zh-CN" altLang="en-US" b="1" dirty="0">
                <a:solidFill>
                  <a:schemeClr val="accent3">
                    <a:lumMod val="100000"/>
                  </a:schemeClr>
                </a:solidFill>
              </a:rPr>
              <a:t>小标题</a:t>
            </a:r>
          </a:p>
        </p:txBody>
      </p:sp>
      <p:sp>
        <p:nvSpPr>
          <p:cNvPr id="9" name="TextBox 62">
            <a:extLst>
              <a:ext uri="{FF2B5EF4-FFF2-40B4-BE49-F238E27FC236}">
                <a16:creationId xmlns:a16="http://schemas.microsoft.com/office/drawing/2014/main" id="{94F63D44-50D7-4C61-97B7-B2868A40A996}"/>
              </a:ext>
            </a:extLst>
          </p:cNvPr>
          <p:cNvSpPr txBox="1"/>
          <p:nvPr/>
        </p:nvSpPr>
        <p:spPr>
          <a:xfrm>
            <a:off x="8171311" y="3677965"/>
            <a:ext cx="2869270" cy="49475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</a:t>
            </a:r>
            <a:endParaRPr lang="en-US" altLang="zh-CN" sz="13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extBox 63">
            <a:extLst>
              <a:ext uri="{FF2B5EF4-FFF2-40B4-BE49-F238E27FC236}">
                <a16:creationId xmlns:a16="http://schemas.microsoft.com/office/drawing/2014/main" id="{DA466158-C3AF-4CF9-A68B-C749C5775284}"/>
              </a:ext>
            </a:extLst>
          </p:cNvPr>
          <p:cNvSpPr txBox="1"/>
          <p:nvPr/>
        </p:nvSpPr>
        <p:spPr>
          <a:xfrm>
            <a:off x="8171310" y="3413779"/>
            <a:ext cx="1229492" cy="245898"/>
          </a:xfrm>
          <a:prstGeom prst="rect">
            <a:avLst/>
          </a:prstGeom>
          <a:noFill/>
        </p:spPr>
        <p:txBody>
          <a:bodyPr wrap="none" lIns="0" tIns="0" rIns="0" bIns="0" anchor="t" anchorCtr="0">
            <a:normAutofit fontScale="92500" lnSpcReduction="10000"/>
          </a:bodyPr>
          <a:lstStyle/>
          <a:p>
            <a:r>
              <a:rPr lang="zh-CN" altLang="en-US" b="1" dirty="0">
                <a:solidFill>
                  <a:schemeClr val="accent4">
                    <a:lumMod val="100000"/>
                  </a:schemeClr>
                </a:solidFill>
              </a:rPr>
              <a:t>小标题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A66CBDD-0366-4095-95A9-131A34848E8A}"/>
              </a:ext>
            </a:extLst>
          </p:cNvPr>
          <p:cNvGrpSpPr/>
          <p:nvPr/>
        </p:nvGrpSpPr>
        <p:grpSpPr>
          <a:xfrm>
            <a:off x="3830105" y="1294616"/>
            <a:ext cx="4172655" cy="4484224"/>
            <a:chOff x="3830105" y="1514072"/>
            <a:chExt cx="4172655" cy="4484224"/>
          </a:xfrm>
          <a:effectLst/>
        </p:grpSpPr>
        <p:grpSp>
          <p:nvGrpSpPr>
            <p:cNvPr id="17" name="Group 5">
              <a:extLst>
                <a:ext uri="{FF2B5EF4-FFF2-40B4-BE49-F238E27FC236}">
                  <a16:creationId xmlns:a16="http://schemas.microsoft.com/office/drawing/2014/main" id="{95568FA7-B35F-4202-80E9-DE98947B1ABA}"/>
                </a:ext>
              </a:extLst>
            </p:cNvPr>
            <p:cNvGrpSpPr/>
            <p:nvPr/>
          </p:nvGrpSpPr>
          <p:grpSpPr>
            <a:xfrm>
              <a:off x="4893332" y="3967780"/>
              <a:ext cx="2506790" cy="2030516"/>
              <a:chOff x="7684022" y="2465249"/>
              <a:chExt cx="2752725" cy="2384426"/>
            </a:xfrm>
          </p:grpSpPr>
          <p:sp>
            <p:nvSpPr>
              <p:cNvPr id="44" name="Freeform: Shape 7">
                <a:extLst>
                  <a:ext uri="{FF2B5EF4-FFF2-40B4-BE49-F238E27FC236}">
                    <a16:creationId xmlns:a16="http://schemas.microsoft.com/office/drawing/2014/main" id="{DE2F683B-BF5F-4A5C-9C36-A6084EF24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2810" y="2728774"/>
                <a:ext cx="1833563" cy="2120900"/>
              </a:xfrm>
              <a:custGeom>
                <a:avLst/>
                <a:gdLst>
                  <a:gd name="T0" fmla="*/ 577 w 1155"/>
                  <a:gd name="T1" fmla="*/ 0 h 1336"/>
                  <a:gd name="T2" fmla="*/ 0 w 1155"/>
                  <a:gd name="T3" fmla="*/ 335 h 1336"/>
                  <a:gd name="T4" fmla="*/ 0 w 1155"/>
                  <a:gd name="T5" fmla="*/ 1004 h 1336"/>
                  <a:gd name="T6" fmla="*/ 577 w 1155"/>
                  <a:gd name="T7" fmla="*/ 1336 h 1336"/>
                  <a:gd name="T8" fmla="*/ 1155 w 1155"/>
                  <a:gd name="T9" fmla="*/ 1004 h 1336"/>
                  <a:gd name="T10" fmla="*/ 1155 w 1155"/>
                  <a:gd name="T11" fmla="*/ 335 h 1336"/>
                  <a:gd name="T12" fmla="*/ 577 w 1155"/>
                  <a:gd name="T13" fmla="*/ 0 h 1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55" h="1336">
                    <a:moveTo>
                      <a:pt x="577" y="0"/>
                    </a:moveTo>
                    <a:lnTo>
                      <a:pt x="0" y="335"/>
                    </a:lnTo>
                    <a:lnTo>
                      <a:pt x="0" y="1004"/>
                    </a:lnTo>
                    <a:lnTo>
                      <a:pt x="577" y="1336"/>
                    </a:lnTo>
                    <a:lnTo>
                      <a:pt x="1155" y="1004"/>
                    </a:lnTo>
                    <a:lnTo>
                      <a:pt x="1155" y="335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Freeform: Shape 8">
                <a:extLst>
                  <a:ext uri="{FF2B5EF4-FFF2-40B4-BE49-F238E27FC236}">
                    <a16:creationId xmlns:a16="http://schemas.microsoft.com/office/drawing/2014/main" id="{9F3B48DD-8329-4F99-B035-2896D97E8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2810" y="2728774"/>
                <a:ext cx="1833563" cy="1058863"/>
              </a:xfrm>
              <a:custGeom>
                <a:avLst/>
                <a:gdLst>
                  <a:gd name="T0" fmla="*/ 1155 w 1155"/>
                  <a:gd name="T1" fmla="*/ 335 h 667"/>
                  <a:gd name="T2" fmla="*/ 1155 w 1155"/>
                  <a:gd name="T3" fmla="*/ 335 h 667"/>
                  <a:gd name="T4" fmla="*/ 1155 w 1155"/>
                  <a:gd name="T5" fmla="*/ 335 h 667"/>
                  <a:gd name="T6" fmla="*/ 577 w 1155"/>
                  <a:gd name="T7" fmla="*/ 0 h 667"/>
                  <a:gd name="T8" fmla="*/ 3 w 1155"/>
                  <a:gd name="T9" fmla="*/ 335 h 667"/>
                  <a:gd name="T10" fmla="*/ 0 w 1155"/>
                  <a:gd name="T11" fmla="*/ 335 h 667"/>
                  <a:gd name="T12" fmla="*/ 0 w 1155"/>
                  <a:gd name="T13" fmla="*/ 335 h 667"/>
                  <a:gd name="T14" fmla="*/ 0 w 1155"/>
                  <a:gd name="T15" fmla="*/ 335 h 667"/>
                  <a:gd name="T16" fmla="*/ 3 w 1155"/>
                  <a:gd name="T17" fmla="*/ 335 h 667"/>
                  <a:gd name="T18" fmla="*/ 577 w 1155"/>
                  <a:gd name="T19" fmla="*/ 667 h 667"/>
                  <a:gd name="T20" fmla="*/ 1155 w 1155"/>
                  <a:gd name="T21" fmla="*/ 335 h 667"/>
                  <a:gd name="T22" fmla="*/ 1155 w 1155"/>
                  <a:gd name="T23" fmla="*/ 335 h 667"/>
                  <a:gd name="T24" fmla="*/ 1155 w 1155"/>
                  <a:gd name="T25" fmla="*/ 335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55" h="667">
                    <a:moveTo>
                      <a:pt x="1155" y="335"/>
                    </a:moveTo>
                    <a:lnTo>
                      <a:pt x="1155" y="335"/>
                    </a:lnTo>
                    <a:lnTo>
                      <a:pt x="1155" y="335"/>
                    </a:lnTo>
                    <a:lnTo>
                      <a:pt x="577" y="0"/>
                    </a:lnTo>
                    <a:lnTo>
                      <a:pt x="3" y="335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3" y="335"/>
                    </a:lnTo>
                    <a:lnTo>
                      <a:pt x="577" y="667"/>
                    </a:lnTo>
                    <a:lnTo>
                      <a:pt x="1155" y="335"/>
                    </a:lnTo>
                    <a:lnTo>
                      <a:pt x="1155" y="335"/>
                    </a:lnTo>
                    <a:lnTo>
                      <a:pt x="1155" y="33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Freeform: Shape 9">
                <a:extLst>
                  <a:ext uri="{FF2B5EF4-FFF2-40B4-BE49-F238E27FC236}">
                    <a16:creationId xmlns:a16="http://schemas.microsoft.com/office/drawing/2014/main" id="{60F1A287-955C-410A-A65F-A290FE5303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2810" y="3260587"/>
                <a:ext cx="919163" cy="1589088"/>
              </a:xfrm>
              <a:custGeom>
                <a:avLst/>
                <a:gdLst>
                  <a:gd name="T0" fmla="*/ 3 w 579"/>
                  <a:gd name="T1" fmla="*/ 0 h 1001"/>
                  <a:gd name="T2" fmla="*/ 0 w 579"/>
                  <a:gd name="T3" fmla="*/ 0 h 1001"/>
                  <a:gd name="T4" fmla="*/ 0 w 579"/>
                  <a:gd name="T5" fmla="*/ 669 h 1001"/>
                  <a:gd name="T6" fmla="*/ 577 w 579"/>
                  <a:gd name="T7" fmla="*/ 1001 h 1001"/>
                  <a:gd name="T8" fmla="*/ 579 w 579"/>
                  <a:gd name="T9" fmla="*/ 1001 h 1001"/>
                  <a:gd name="T10" fmla="*/ 579 w 579"/>
                  <a:gd name="T11" fmla="*/ 332 h 1001"/>
                  <a:gd name="T12" fmla="*/ 577 w 579"/>
                  <a:gd name="T13" fmla="*/ 332 h 1001"/>
                  <a:gd name="T14" fmla="*/ 3 w 579"/>
                  <a:gd name="T15" fmla="*/ 0 h 10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9" h="1001">
                    <a:moveTo>
                      <a:pt x="3" y="0"/>
                    </a:moveTo>
                    <a:lnTo>
                      <a:pt x="0" y="0"/>
                    </a:lnTo>
                    <a:lnTo>
                      <a:pt x="0" y="669"/>
                    </a:lnTo>
                    <a:lnTo>
                      <a:pt x="577" y="1001"/>
                    </a:lnTo>
                    <a:lnTo>
                      <a:pt x="579" y="1001"/>
                    </a:lnTo>
                    <a:lnTo>
                      <a:pt x="579" y="332"/>
                    </a:lnTo>
                    <a:lnTo>
                      <a:pt x="577" y="332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Freeform: Shape 10">
                <a:extLst>
                  <a:ext uri="{FF2B5EF4-FFF2-40B4-BE49-F238E27FC236}">
                    <a16:creationId xmlns:a16="http://schemas.microsoft.com/office/drawing/2014/main" id="{47F46587-E14F-41F3-A63A-DAE062FCA7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2810" y="2728774"/>
                <a:ext cx="919163" cy="1058863"/>
              </a:xfrm>
              <a:custGeom>
                <a:avLst/>
                <a:gdLst>
                  <a:gd name="T0" fmla="*/ 579 w 579"/>
                  <a:gd name="T1" fmla="*/ 3 h 667"/>
                  <a:gd name="T2" fmla="*/ 577 w 579"/>
                  <a:gd name="T3" fmla="*/ 0 h 667"/>
                  <a:gd name="T4" fmla="*/ 3 w 579"/>
                  <a:gd name="T5" fmla="*/ 335 h 667"/>
                  <a:gd name="T6" fmla="*/ 0 w 579"/>
                  <a:gd name="T7" fmla="*/ 335 h 667"/>
                  <a:gd name="T8" fmla="*/ 0 w 579"/>
                  <a:gd name="T9" fmla="*/ 335 h 667"/>
                  <a:gd name="T10" fmla="*/ 0 w 579"/>
                  <a:gd name="T11" fmla="*/ 335 h 667"/>
                  <a:gd name="T12" fmla="*/ 3 w 579"/>
                  <a:gd name="T13" fmla="*/ 335 h 667"/>
                  <a:gd name="T14" fmla="*/ 577 w 579"/>
                  <a:gd name="T15" fmla="*/ 667 h 667"/>
                  <a:gd name="T16" fmla="*/ 579 w 579"/>
                  <a:gd name="T17" fmla="*/ 667 h 667"/>
                  <a:gd name="T18" fmla="*/ 579 w 579"/>
                  <a:gd name="T19" fmla="*/ 3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79" h="667">
                    <a:moveTo>
                      <a:pt x="579" y="3"/>
                    </a:moveTo>
                    <a:lnTo>
                      <a:pt x="577" y="0"/>
                    </a:lnTo>
                    <a:lnTo>
                      <a:pt x="3" y="335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0" y="335"/>
                    </a:lnTo>
                    <a:lnTo>
                      <a:pt x="3" y="335"/>
                    </a:lnTo>
                    <a:lnTo>
                      <a:pt x="577" y="667"/>
                    </a:lnTo>
                    <a:lnTo>
                      <a:pt x="579" y="667"/>
                    </a:lnTo>
                    <a:lnTo>
                      <a:pt x="579" y="3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Freeform: Shape 11">
                <a:extLst>
                  <a:ext uri="{FF2B5EF4-FFF2-40B4-BE49-F238E27FC236}">
                    <a16:creationId xmlns:a16="http://schemas.microsoft.com/office/drawing/2014/main" id="{42393416-B1CF-4462-8CC3-17D2AF54B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4022" y="2465249"/>
                <a:ext cx="1374775" cy="795338"/>
              </a:xfrm>
              <a:custGeom>
                <a:avLst/>
                <a:gdLst>
                  <a:gd name="T0" fmla="*/ 0 w 866"/>
                  <a:gd name="T1" fmla="*/ 335 h 501"/>
                  <a:gd name="T2" fmla="*/ 289 w 866"/>
                  <a:gd name="T3" fmla="*/ 501 h 501"/>
                  <a:gd name="T4" fmla="*/ 866 w 866"/>
                  <a:gd name="T5" fmla="*/ 166 h 501"/>
                  <a:gd name="T6" fmla="*/ 579 w 866"/>
                  <a:gd name="T7" fmla="*/ 0 h 501"/>
                  <a:gd name="T8" fmla="*/ 0 w 866"/>
                  <a:gd name="T9" fmla="*/ 335 h 5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6" h="501">
                    <a:moveTo>
                      <a:pt x="0" y="335"/>
                    </a:moveTo>
                    <a:lnTo>
                      <a:pt x="289" y="501"/>
                    </a:lnTo>
                    <a:lnTo>
                      <a:pt x="866" y="166"/>
                    </a:lnTo>
                    <a:lnTo>
                      <a:pt x="579" y="0"/>
                    </a:lnTo>
                    <a:lnTo>
                      <a:pt x="0" y="335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Freeform: Shape 12">
                <a:extLst>
                  <a:ext uri="{FF2B5EF4-FFF2-40B4-BE49-F238E27FC236}">
                    <a16:creationId xmlns:a16="http://schemas.microsoft.com/office/drawing/2014/main" id="{16FE7179-95DB-4CEC-8FA2-8B6F28D8D0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1972" y="2465249"/>
                <a:ext cx="1374775" cy="795338"/>
              </a:xfrm>
              <a:custGeom>
                <a:avLst/>
                <a:gdLst>
                  <a:gd name="T0" fmla="*/ 866 w 866"/>
                  <a:gd name="T1" fmla="*/ 335 h 501"/>
                  <a:gd name="T2" fmla="*/ 576 w 866"/>
                  <a:gd name="T3" fmla="*/ 501 h 501"/>
                  <a:gd name="T4" fmla="*/ 0 w 866"/>
                  <a:gd name="T5" fmla="*/ 169 h 501"/>
                  <a:gd name="T6" fmla="*/ 287 w 866"/>
                  <a:gd name="T7" fmla="*/ 0 h 501"/>
                  <a:gd name="T8" fmla="*/ 866 w 866"/>
                  <a:gd name="T9" fmla="*/ 335 h 5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6" h="501">
                    <a:moveTo>
                      <a:pt x="866" y="335"/>
                    </a:moveTo>
                    <a:lnTo>
                      <a:pt x="576" y="501"/>
                    </a:lnTo>
                    <a:lnTo>
                      <a:pt x="0" y="169"/>
                    </a:lnTo>
                    <a:lnTo>
                      <a:pt x="287" y="0"/>
                    </a:lnTo>
                    <a:lnTo>
                      <a:pt x="866" y="335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Freeform: Shape 13">
                <a:extLst>
                  <a:ext uri="{FF2B5EF4-FFF2-40B4-BE49-F238E27FC236}">
                    <a16:creationId xmlns:a16="http://schemas.microsoft.com/office/drawing/2014/main" id="{970983C0-8D2F-479C-850D-CB98FC42F3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4022" y="3260587"/>
                <a:ext cx="1377950" cy="795338"/>
              </a:xfrm>
              <a:custGeom>
                <a:avLst/>
                <a:gdLst>
                  <a:gd name="T0" fmla="*/ 0 w 868"/>
                  <a:gd name="T1" fmla="*/ 166 h 501"/>
                  <a:gd name="T2" fmla="*/ 289 w 868"/>
                  <a:gd name="T3" fmla="*/ 0 h 501"/>
                  <a:gd name="T4" fmla="*/ 868 w 868"/>
                  <a:gd name="T5" fmla="*/ 332 h 501"/>
                  <a:gd name="T6" fmla="*/ 579 w 868"/>
                  <a:gd name="T7" fmla="*/ 501 h 501"/>
                  <a:gd name="T8" fmla="*/ 0 w 868"/>
                  <a:gd name="T9" fmla="*/ 166 h 5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8" h="501">
                    <a:moveTo>
                      <a:pt x="0" y="166"/>
                    </a:moveTo>
                    <a:lnTo>
                      <a:pt x="289" y="0"/>
                    </a:lnTo>
                    <a:lnTo>
                      <a:pt x="868" y="332"/>
                    </a:lnTo>
                    <a:lnTo>
                      <a:pt x="579" y="501"/>
                    </a:lnTo>
                    <a:lnTo>
                      <a:pt x="0" y="166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Freeform: Shape 14">
                <a:extLst>
                  <a:ext uri="{FF2B5EF4-FFF2-40B4-BE49-F238E27FC236}">
                    <a16:creationId xmlns:a16="http://schemas.microsoft.com/office/drawing/2014/main" id="{9AB4B4D9-2A80-4CAB-8299-F742F38D1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1972" y="3260587"/>
                <a:ext cx="1374775" cy="795338"/>
              </a:xfrm>
              <a:custGeom>
                <a:avLst/>
                <a:gdLst>
                  <a:gd name="T0" fmla="*/ 866 w 866"/>
                  <a:gd name="T1" fmla="*/ 166 h 501"/>
                  <a:gd name="T2" fmla="*/ 576 w 866"/>
                  <a:gd name="T3" fmla="*/ 0 h 501"/>
                  <a:gd name="T4" fmla="*/ 0 w 866"/>
                  <a:gd name="T5" fmla="*/ 332 h 501"/>
                  <a:gd name="T6" fmla="*/ 287 w 866"/>
                  <a:gd name="T7" fmla="*/ 501 h 501"/>
                  <a:gd name="T8" fmla="*/ 866 w 866"/>
                  <a:gd name="T9" fmla="*/ 166 h 5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6" h="501">
                    <a:moveTo>
                      <a:pt x="866" y="166"/>
                    </a:moveTo>
                    <a:lnTo>
                      <a:pt x="576" y="0"/>
                    </a:lnTo>
                    <a:lnTo>
                      <a:pt x="0" y="332"/>
                    </a:lnTo>
                    <a:lnTo>
                      <a:pt x="287" y="501"/>
                    </a:lnTo>
                    <a:lnTo>
                      <a:pt x="866" y="166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18" name="Oval 3">
              <a:extLst>
                <a:ext uri="{FF2B5EF4-FFF2-40B4-BE49-F238E27FC236}">
                  <a16:creationId xmlns:a16="http://schemas.microsoft.com/office/drawing/2014/main" id="{599B9FC1-F8B1-4737-A76B-E6D3C5232609}"/>
                </a:ext>
              </a:extLst>
            </p:cNvPr>
            <p:cNvSpPr/>
            <p:nvPr/>
          </p:nvSpPr>
          <p:spPr>
            <a:xfrm>
              <a:off x="5284237" y="4319050"/>
              <a:ext cx="1789128" cy="580768"/>
            </a:xfrm>
            <a:prstGeom prst="ellipse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Freeform: Shape 27">
              <a:extLst>
                <a:ext uri="{FF2B5EF4-FFF2-40B4-BE49-F238E27FC236}">
                  <a16:creationId xmlns:a16="http://schemas.microsoft.com/office/drawing/2014/main" id="{60A633A6-D8E7-477E-9773-20EB729301B4}"/>
                </a:ext>
              </a:extLst>
            </p:cNvPr>
            <p:cNvSpPr>
              <a:spLocks/>
            </p:cNvSpPr>
            <p:nvPr/>
          </p:nvSpPr>
          <p:spPr bwMode="auto">
            <a:xfrm rot="174416">
              <a:off x="3830105" y="3168034"/>
              <a:ext cx="2317316" cy="1279775"/>
            </a:xfrm>
            <a:custGeom>
              <a:avLst/>
              <a:gdLst>
                <a:gd name="T0" fmla="*/ 1655 w 1012"/>
                <a:gd name="T1" fmla="*/ 914 h 525"/>
                <a:gd name="T2" fmla="*/ 731 w 1012"/>
                <a:gd name="T3" fmla="*/ 110 h 525"/>
                <a:gd name="T4" fmla="*/ 399 w 1012"/>
                <a:gd name="T5" fmla="*/ 714 h 525"/>
                <a:gd name="T6" fmla="*/ 770 w 1012"/>
                <a:gd name="T7" fmla="*/ 689 h 525"/>
                <a:gd name="T8" fmla="*/ 1655 w 1012"/>
                <a:gd name="T9" fmla="*/ 914 h 5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2" h="525">
                  <a:moveTo>
                    <a:pt x="1012" y="525"/>
                  </a:moveTo>
                  <a:cubicBezTo>
                    <a:pt x="1012" y="525"/>
                    <a:pt x="868" y="126"/>
                    <a:pt x="447" y="63"/>
                  </a:cubicBezTo>
                  <a:cubicBezTo>
                    <a:pt x="25" y="0"/>
                    <a:pt x="0" y="368"/>
                    <a:pt x="244" y="410"/>
                  </a:cubicBezTo>
                  <a:cubicBezTo>
                    <a:pt x="327" y="424"/>
                    <a:pt x="398" y="410"/>
                    <a:pt x="471" y="396"/>
                  </a:cubicBezTo>
                  <a:cubicBezTo>
                    <a:pt x="615" y="369"/>
                    <a:pt x="764" y="341"/>
                    <a:pt x="1012" y="52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Freeform: Shape 29">
              <a:extLst>
                <a:ext uri="{FF2B5EF4-FFF2-40B4-BE49-F238E27FC236}">
                  <a16:creationId xmlns:a16="http://schemas.microsoft.com/office/drawing/2014/main" id="{9495CA7D-81CF-402F-A422-6AE863294E7F}"/>
                </a:ext>
              </a:extLst>
            </p:cNvPr>
            <p:cNvSpPr>
              <a:spLocks/>
            </p:cNvSpPr>
            <p:nvPr/>
          </p:nvSpPr>
          <p:spPr bwMode="auto">
            <a:xfrm rot="21319952" flipH="1">
              <a:off x="6088700" y="3490077"/>
              <a:ext cx="1865055" cy="938128"/>
            </a:xfrm>
            <a:custGeom>
              <a:avLst/>
              <a:gdLst>
                <a:gd name="T0" fmla="*/ 1332 w 1012"/>
                <a:gd name="T1" fmla="*/ 670 h 525"/>
                <a:gd name="T2" fmla="*/ 588 w 1012"/>
                <a:gd name="T3" fmla="*/ 80 h 525"/>
                <a:gd name="T4" fmla="*/ 321 w 1012"/>
                <a:gd name="T5" fmla="*/ 523 h 525"/>
                <a:gd name="T6" fmla="*/ 620 w 1012"/>
                <a:gd name="T7" fmla="*/ 505 h 525"/>
                <a:gd name="T8" fmla="*/ 1332 w 1012"/>
                <a:gd name="T9" fmla="*/ 670 h 5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2" h="525">
                  <a:moveTo>
                    <a:pt x="1012" y="525"/>
                  </a:moveTo>
                  <a:cubicBezTo>
                    <a:pt x="1012" y="525"/>
                    <a:pt x="868" y="126"/>
                    <a:pt x="447" y="63"/>
                  </a:cubicBezTo>
                  <a:cubicBezTo>
                    <a:pt x="25" y="0"/>
                    <a:pt x="0" y="368"/>
                    <a:pt x="244" y="410"/>
                  </a:cubicBezTo>
                  <a:cubicBezTo>
                    <a:pt x="327" y="424"/>
                    <a:pt x="398" y="410"/>
                    <a:pt x="471" y="396"/>
                  </a:cubicBezTo>
                  <a:cubicBezTo>
                    <a:pt x="615" y="369"/>
                    <a:pt x="764" y="341"/>
                    <a:pt x="1012" y="525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Freeform: Shape 32">
              <a:extLst>
                <a:ext uri="{FF2B5EF4-FFF2-40B4-BE49-F238E27FC236}">
                  <a16:creationId xmlns:a16="http://schemas.microsoft.com/office/drawing/2014/main" id="{A74705F1-D780-4471-9A84-01CABAF8C617}"/>
                </a:ext>
              </a:extLst>
            </p:cNvPr>
            <p:cNvSpPr>
              <a:spLocks/>
            </p:cNvSpPr>
            <p:nvPr/>
          </p:nvSpPr>
          <p:spPr bwMode="auto">
            <a:xfrm rot="20967558">
              <a:off x="4161939" y="1514072"/>
              <a:ext cx="2139493" cy="2969805"/>
            </a:xfrm>
            <a:custGeom>
              <a:avLst/>
              <a:gdLst>
                <a:gd name="T0" fmla="*/ 1149 w 980"/>
                <a:gd name="T1" fmla="*/ 2121 h 1370"/>
                <a:gd name="T2" fmla="*/ 1046 w 980"/>
                <a:gd name="T3" fmla="*/ 689 h 1370"/>
                <a:gd name="T4" fmla="*/ 271 w 980"/>
                <a:gd name="T5" fmla="*/ 865 h 1370"/>
                <a:gd name="T6" fmla="*/ 1149 w 980"/>
                <a:gd name="T7" fmla="*/ 2121 h 13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80" h="1370">
                  <a:moveTo>
                    <a:pt x="737" y="1370"/>
                  </a:moveTo>
                  <a:cubicBezTo>
                    <a:pt x="737" y="1370"/>
                    <a:pt x="980" y="890"/>
                    <a:pt x="671" y="445"/>
                  </a:cubicBezTo>
                  <a:cubicBezTo>
                    <a:pt x="362" y="0"/>
                    <a:pt x="0" y="297"/>
                    <a:pt x="174" y="559"/>
                  </a:cubicBezTo>
                  <a:cubicBezTo>
                    <a:pt x="349" y="822"/>
                    <a:pt x="666" y="782"/>
                    <a:pt x="737" y="137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4053" dir="3542175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" name="Freeform: Shape 50">
              <a:extLst>
                <a:ext uri="{FF2B5EF4-FFF2-40B4-BE49-F238E27FC236}">
                  <a16:creationId xmlns:a16="http://schemas.microsoft.com/office/drawing/2014/main" id="{8C7FA0C1-28EC-4289-9DD3-1CCC7F1603A9}"/>
                </a:ext>
              </a:extLst>
            </p:cNvPr>
            <p:cNvSpPr>
              <a:spLocks/>
            </p:cNvSpPr>
            <p:nvPr/>
          </p:nvSpPr>
          <p:spPr bwMode="auto">
            <a:xfrm rot="20875150" flipH="1">
              <a:off x="5817063" y="2270512"/>
              <a:ext cx="2185697" cy="2044279"/>
            </a:xfrm>
            <a:custGeom>
              <a:avLst/>
              <a:gdLst>
                <a:gd name="T0" fmla="*/ 1512 w 1013"/>
                <a:gd name="T1" fmla="*/ 1460 h 995"/>
                <a:gd name="T2" fmla="*/ 929 w 1013"/>
                <a:gd name="T3" fmla="*/ 377 h 995"/>
                <a:gd name="T4" fmla="*/ 362 w 1013"/>
                <a:gd name="T5" fmla="*/ 770 h 995"/>
                <a:gd name="T6" fmla="*/ 1512 w 1013"/>
                <a:gd name="T7" fmla="*/ 1460 h 99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3" h="995">
                  <a:moveTo>
                    <a:pt x="981" y="995"/>
                  </a:moveTo>
                  <a:cubicBezTo>
                    <a:pt x="981" y="995"/>
                    <a:pt x="1013" y="515"/>
                    <a:pt x="603" y="257"/>
                  </a:cubicBezTo>
                  <a:cubicBezTo>
                    <a:pt x="193" y="0"/>
                    <a:pt x="0" y="371"/>
                    <a:pt x="235" y="525"/>
                  </a:cubicBezTo>
                  <a:cubicBezTo>
                    <a:pt x="470" y="680"/>
                    <a:pt x="717" y="536"/>
                    <a:pt x="981" y="99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E8AC460F-2997-4674-828D-BB90CD60A1C5}"/>
                </a:ext>
              </a:extLst>
            </p:cNvPr>
            <p:cNvGrpSpPr/>
            <p:nvPr/>
          </p:nvGrpSpPr>
          <p:grpSpPr>
            <a:xfrm>
              <a:off x="6971739" y="2696006"/>
              <a:ext cx="443732" cy="443729"/>
              <a:chOff x="7427766" y="1195480"/>
              <a:chExt cx="736120" cy="736115"/>
            </a:xfrm>
          </p:grpSpPr>
          <p:sp>
            <p:nvSpPr>
              <p:cNvPr id="58" name="Freeform 1874">
                <a:extLst>
                  <a:ext uri="{FF2B5EF4-FFF2-40B4-BE49-F238E27FC236}">
                    <a16:creationId xmlns:a16="http://schemas.microsoft.com/office/drawing/2014/main" id="{AD081C64-1C15-48F0-A227-74ECC5BDC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7766" y="1195480"/>
                <a:ext cx="317015" cy="317015"/>
              </a:xfrm>
              <a:custGeom>
                <a:avLst/>
                <a:gdLst>
                  <a:gd name="T0" fmla="*/ 0 w 54"/>
                  <a:gd name="T1" fmla="*/ 54 h 54"/>
                  <a:gd name="T2" fmla="*/ 32 w 54"/>
                  <a:gd name="T3" fmla="*/ 54 h 54"/>
                  <a:gd name="T4" fmla="*/ 54 w 54"/>
                  <a:gd name="T5" fmla="*/ 32 h 54"/>
                  <a:gd name="T6" fmla="*/ 54 w 54"/>
                  <a:gd name="T7" fmla="*/ 0 h 54"/>
                  <a:gd name="T8" fmla="*/ 0 w 54"/>
                  <a:gd name="T9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0" y="54"/>
                    </a:moveTo>
                    <a:cubicBezTo>
                      <a:pt x="32" y="54"/>
                      <a:pt x="32" y="54"/>
                      <a:pt x="32" y="54"/>
                    </a:cubicBezTo>
                    <a:cubicBezTo>
                      <a:pt x="35" y="44"/>
                      <a:pt x="43" y="36"/>
                      <a:pt x="54" y="3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26" y="4"/>
                      <a:pt x="4" y="26"/>
                      <a:pt x="0" y="5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59" name="Freeform 1875">
                <a:extLst>
                  <a:ext uri="{FF2B5EF4-FFF2-40B4-BE49-F238E27FC236}">
                    <a16:creationId xmlns:a16="http://schemas.microsoft.com/office/drawing/2014/main" id="{E390C359-11EE-44DE-AB25-0B4995111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46871" y="1195480"/>
                <a:ext cx="317015" cy="317015"/>
              </a:xfrm>
              <a:custGeom>
                <a:avLst/>
                <a:gdLst>
                  <a:gd name="T0" fmla="*/ 0 w 54"/>
                  <a:gd name="T1" fmla="*/ 0 h 54"/>
                  <a:gd name="T2" fmla="*/ 0 w 54"/>
                  <a:gd name="T3" fmla="*/ 32 h 54"/>
                  <a:gd name="T4" fmla="*/ 21 w 54"/>
                  <a:gd name="T5" fmla="*/ 54 h 54"/>
                  <a:gd name="T6" fmla="*/ 54 w 54"/>
                  <a:gd name="T7" fmla="*/ 54 h 54"/>
                  <a:gd name="T8" fmla="*/ 0 w 54"/>
                  <a:gd name="T9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0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10" y="36"/>
                      <a:pt x="18" y="44"/>
                      <a:pt x="21" y="54"/>
                    </a:cubicBezTo>
                    <a:cubicBezTo>
                      <a:pt x="54" y="54"/>
                      <a:pt x="54" y="54"/>
                      <a:pt x="54" y="54"/>
                    </a:cubicBezTo>
                    <a:cubicBezTo>
                      <a:pt x="50" y="26"/>
                      <a:pt x="28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60" name="Freeform 1876">
                <a:extLst>
                  <a:ext uri="{FF2B5EF4-FFF2-40B4-BE49-F238E27FC236}">
                    <a16:creationId xmlns:a16="http://schemas.microsoft.com/office/drawing/2014/main" id="{BAE978B3-C759-485F-A977-513AEFEEC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46871" y="1614580"/>
                <a:ext cx="317015" cy="317015"/>
              </a:xfrm>
              <a:custGeom>
                <a:avLst/>
                <a:gdLst>
                  <a:gd name="T0" fmla="*/ 0 w 54"/>
                  <a:gd name="T1" fmla="*/ 22 h 54"/>
                  <a:gd name="T2" fmla="*/ 0 w 54"/>
                  <a:gd name="T3" fmla="*/ 54 h 54"/>
                  <a:gd name="T4" fmla="*/ 54 w 54"/>
                  <a:gd name="T5" fmla="*/ 0 h 54"/>
                  <a:gd name="T6" fmla="*/ 21 w 54"/>
                  <a:gd name="T7" fmla="*/ 0 h 54"/>
                  <a:gd name="T8" fmla="*/ 0 w 54"/>
                  <a:gd name="T9" fmla="*/ 2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0" y="22"/>
                    </a:moveTo>
                    <a:cubicBezTo>
                      <a:pt x="0" y="54"/>
                      <a:pt x="0" y="54"/>
                      <a:pt x="0" y="54"/>
                    </a:cubicBezTo>
                    <a:cubicBezTo>
                      <a:pt x="28" y="50"/>
                      <a:pt x="50" y="28"/>
                      <a:pt x="54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8" y="10"/>
                      <a:pt x="10" y="19"/>
                      <a:pt x="0" y="2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61" name="Freeform 1877">
                <a:extLst>
                  <a:ext uri="{FF2B5EF4-FFF2-40B4-BE49-F238E27FC236}">
                    <a16:creationId xmlns:a16="http://schemas.microsoft.com/office/drawing/2014/main" id="{35AB8DE5-F502-47EF-8B61-21328DB29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7766" y="1614580"/>
                <a:ext cx="317015" cy="317015"/>
              </a:xfrm>
              <a:custGeom>
                <a:avLst/>
                <a:gdLst>
                  <a:gd name="T0" fmla="*/ 32 w 54"/>
                  <a:gd name="T1" fmla="*/ 0 h 54"/>
                  <a:gd name="T2" fmla="*/ 0 w 54"/>
                  <a:gd name="T3" fmla="*/ 0 h 54"/>
                  <a:gd name="T4" fmla="*/ 54 w 54"/>
                  <a:gd name="T5" fmla="*/ 54 h 54"/>
                  <a:gd name="T6" fmla="*/ 54 w 54"/>
                  <a:gd name="T7" fmla="*/ 22 h 54"/>
                  <a:gd name="T8" fmla="*/ 32 w 54"/>
                  <a:gd name="T9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3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" y="28"/>
                      <a:pt x="26" y="50"/>
                      <a:pt x="54" y="54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43" y="19"/>
                      <a:pt x="35" y="10"/>
                      <a:pt x="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F21831B2-0348-4C37-88D4-60B9D2F74BF5}"/>
                </a:ext>
              </a:extLst>
            </p:cNvPr>
            <p:cNvGrpSpPr/>
            <p:nvPr/>
          </p:nvGrpSpPr>
          <p:grpSpPr>
            <a:xfrm>
              <a:off x="4635117" y="2270126"/>
              <a:ext cx="521015" cy="509850"/>
              <a:chOff x="4036390" y="2680134"/>
              <a:chExt cx="755998" cy="739797"/>
            </a:xfrm>
          </p:grpSpPr>
          <p:sp>
            <p:nvSpPr>
              <p:cNvPr id="63" name="Freeform 1456">
                <a:extLst>
                  <a:ext uri="{FF2B5EF4-FFF2-40B4-BE49-F238E27FC236}">
                    <a16:creationId xmlns:a16="http://schemas.microsoft.com/office/drawing/2014/main" id="{5931C1EC-752F-41FF-9A1B-885624BEB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2989" y="2685536"/>
                <a:ext cx="32401" cy="26999"/>
              </a:xfrm>
              <a:custGeom>
                <a:avLst/>
                <a:gdLst>
                  <a:gd name="T0" fmla="*/ 1 w 6"/>
                  <a:gd name="T1" fmla="*/ 1 h 4"/>
                  <a:gd name="T2" fmla="*/ 1 w 6"/>
                  <a:gd name="T3" fmla="*/ 1 h 4"/>
                  <a:gd name="T4" fmla="*/ 1 w 6"/>
                  <a:gd name="T5" fmla="*/ 2 h 4"/>
                  <a:gd name="T6" fmla="*/ 2 w 6"/>
                  <a:gd name="T7" fmla="*/ 3 h 4"/>
                  <a:gd name="T8" fmla="*/ 2 w 6"/>
                  <a:gd name="T9" fmla="*/ 3 h 4"/>
                  <a:gd name="T10" fmla="*/ 3 w 6"/>
                  <a:gd name="T11" fmla="*/ 4 h 4"/>
                  <a:gd name="T12" fmla="*/ 3 w 6"/>
                  <a:gd name="T13" fmla="*/ 4 h 4"/>
                  <a:gd name="T14" fmla="*/ 3 w 6"/>
                  <a:gd name="T15" fmla="*/ 4 h 4"/>
                  <a:gd name="T16" fmla="*/ 4 w 6"/>
                  <a:gd name="T17" fmla="*/ 4 h 4"/>
                  <a:gd name="T18" fmla="*/ 5 w 6"/>
                  <a:gd name="T19" fmla="*/ 4 h 4"/>
                  <a:gd name="T20" fmla="*/ 6 w 6"/>
                  <a:gd name="T21" fmla="*/ 3 h 4"/>
                  <a:gd name="T22" fmla="*/ 6 w 6"/>
                  <a:gd name="T23" fmla="*/ 3 h 4"/>
                  <a:gd name="T24" fmla="*/ 0 w 6"/>
                  <a:gd name="T25" fmla="*/ 0 h 4"/>
                  <a:gd name="T26" fmla="*/ 1 w 6"/>
                  <a:gd name="T27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4"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4" y="4"/>
                      <a:pt x="4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4" y="1"/>
                      <a:pt x="2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64" name="Freeform 1457">
                <a:extLst>
                  <a:ext uri="{FF2B5EF4-FFF2-40B4-BE49-F238E27FC236}">
                    <a16:creationId xmlns:a16="http://schemas.microsoft.com/office/drawing/2014/main" id="{6DC99B63-CB9B-4A89-92E3-A828E018EF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9789" y="2858336"/>
                <a:ext cx="97199" cy="59401"/>
              </a:xfrm>
              <a:custGeom>
                <a:avLst/>
                <a:gdLst>
                  <a:gd name="T0" fmla="*/ 0 w 16"/>
                  <a:gd name="T1" fmla="*/ 10 h 10"/>
                  <a:gd name="T2" fmla="*/ 14 w 16"/>
                  <a:gd name="T3" fmla="*/ 10 h 10"/>
                  <a:gd name="T4" fmla="*/ 14 w 16"/>
                  <a:gd name="T5" fmla="*/ 8 h 10"/>
                  <a:gd name="T6" fmla="*/ 14 w 16"/>
                  <a:gd name="T7" fmla="*/ 8 h 10"/>
                  <a:gd name="T8" fmla="*/ 15 w 16"/>
                  <a:gd name="T9" fmla="*/ 5 h 10"/>
                  <a:gd name="T10" fmla="*/ 15 w 16"/>
                  <a:gd name="T11" fmla="*/ 5 h 10"/>
                  <a:gd name="T12" fmla="*/ 16 w 16"/>
                  <a:gd name="T13" fmla="*/ 2 h 10"/>
                  <a:gd name="T14" fmla="*/ 16 w 16"/>
                  <a:gd name="T15" fmla="*/ 1 h 10"/>
                  <a:gd name="T16" fmla="*/ 16 w 16"/>
                  <a:gd name="T17" fmla="*/ 0 h 10"/>
                  <a:gd name="T18" fmla="*/ 0 w 16"/>
                  <a:gd name="T19" fmla="*/ 0 h 10"/>
                  <a:gd name="T20" fmla="*/ 0 w 16"/>
                  <a:gd name="T2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10">
                    <a:moveTo>
                      <a:pt x="0" y="10"/>
                    </a:move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0"/>
                      <a:pt x="14" y="9"/>
                      <a:pt x="14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5" y="7"/>
                      <a:pt x="15" y="6"/>
                      <a:pt x="15" y="5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6" y="4"/>
                      <a:pt x="16" y="3"/>
                      <a:pt x="16" y="2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65" name="Freeform 1458">
                <a:extLst>
                  <a:ext uri="{FF2B5EF4-FFF2-40B4-BE49-F238E27FC236}">
                    <a16:creationId xmlns:a16="http://schemas.microsoft.com/office/drawing/2014/main" id="{E0934C0F-BFD1-46B7-89FA-7DF8BCFEF1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9789" y="2928535"/>
                <a:ext cx="75601" cy="48602"/>
              </a:xfrm>
              <a:custGeom>
                <a:avLst/>
                <a:gdLst>
                  <a:gd name="T0" fmla="*/ 0 w 13"/>
                  <a:gd name="T1" fmla="*/ 7 h 8"/>
                  <a:gd name="T2" fmla="*/ 1 w 13"/>
                  <a:gd name="T3" fmla="*/ 7 h 8"/>
                  <a:gd name="T4" fmla="*/ 2 w 13"/>
                  <a:gd name="T5" fmla="*/ 7 h 8"/>
                  <a:gd name="T6" fmla="*/ 4 w 13"/>
                  <a:gd name="T7" fmla="*/ 7 h 8"/>
                  <a:gd name="T8" fmla="*/ 4 w 13"/>
                  <a:gd name="T9" fmla="*/ 7 h 8"/>
                  <a:gd name="T10" fmla="*/ 6 w 13"/>
                  <a:gd name="T11" fmla="*/ 8 h 8"/>
                  <a:gd name="T12" fmla="*/ 7 w 13"/>
                  <a:gd name="T13" fmla="*/ 8 h 8"/>
                  <a:gd name="T14" fmla="*/ 9 w 13"/>
                  <a:gd name="T15" fmla="*/ 8 h 8"/>
                  <a:gd name="T16" fmla="*/ 10 w 13"/>
                  <a:gd name="T17" fmla="*/ 7 h 8"/>
                  <a:gd name="T18" fmla="*/ 10 w 13"/>
                  <a:gd name="T19" fmla="*/ 6 h 8"/>
                  <a:gd name="T20" fmla="*/ 11 w 13"/>
                  <a:gd name="T21" fmla="*/ 4 h 8"/>
                  <a:gd name="T22" fmla="*/ 11 w 13"/>
                  <a:gd name="T23" fmla="*/ 4 h 8"/>
                  <a:gd name="T24" fmla="*/ 12 w 13"/>
                  <a:gd name="T25" fmla="*/ 2 h 8"/>
                  <a:gd name="T26" fmla="*/ 13 w 13"/>
                  <a:gd name="T27" fmla="*/ 1 h 8"/>
                  <a:gd name="T28" fmla="*/ 13 w 13"/>
                  <a:gd name="T29" fmla="*/ 0 h 8"/>
                  <a:gd name="T30" fmla="*/ 0 w 13"/>
                  <a:gd name="T31" fmla="*/ 0 h 8"/>
                  <a:gd name="T32" fmla="*/ 0 w 13"/>
                  <a:gd name="T33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" h="8">
                    <a:moveTo>
                      <a:pt x="0" y="7"/>
                    </a:moveTo>
                    <a:cubicBezTo>
                      <a:pt x="1" y="7"/>
                      <a:pt x="1" y="7"/>
                      <a:pt x="1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3" y="7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5" y="8"/>
                      <a:pt x="6" y="8"/>
                      <a:pt x="6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8" y="8"/>
                      <a:pt x="9" y="8"/>
                    </a:cubicBezTo>
                    <a:cubicBezTo>
                      <a:pt x="9" y="8"/>
                      <a:pt x="9" y="7"/>
                      <a:pt x="10" y="7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1" y="5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2" y="3"/>
                      <a:pt x="12" y="2"/>
                      <a:pt x="12" y="2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66" name="Freeform 1459">
                <a:extLst>
                  <a:ext uri="{FF2B5EF4-FFF2-40B4-BE49-F238E27FC236}">
                    <a16:creationId xmlns:a16="http://schemas.microsoft.com/office/drawing/2014/main" id="{B75D517A-7DBC-4C80-B7A1-74F75EFA9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992" y="2788132"/>
                <a:ext cx="70199" cy="64802"/>
              </a:xfrm>
              <a:custGeom>
                <a:avLst/>
                <a:gdLst>
                  <a:gd name="T0" fmla="*/ 0 w 12"/>
                  <a:gd name="T1" fmla="*/ 0 h 11"/>
                  <a:gd name="T2" fmla="*/ 0 w 12"/>
                  <a:gd name="T3" fmla="*/ 0 h 11"/>
                  <a:gd name="T4" fmla="*/ 0 w 12"/>
                  <a:gd name="T5" fmla="*/ 0 h 11"/>
                  <a:gd name="T6" fmla="*/ 1 w 12"/>
                  <a:gd name="T7" fmla="*/ 3 h 11"/>
                  <a:gd name="T8" fmla="*/ 1 w 12"/>
                  <a:gd name="T9" fmla="*/ 3 h 11"/>
                  <a:gd name="T10" fmla="*/ 1 w 12"/>
                  <a:gd name="T11" fmla="*/ 5 h 11"/>
                  <a:gd name="T12" fmla="*/ 1 w 12"/>
                  <a:gd name="T13" fmla="*/ 6 h 11"/>
                  <a:gd name="T14" fmla="*/ 2 w 12"/>
                  <a:gd name="T15" fmla="*/ 8 h 11"/>
                  <a:gd name="T16" fmla="*/ 2 w 12"/>
                  <a:gd name="T17" fmla="*/ 8 h 11"/>
                  <a:gd name="T18" fmla="*/ 2 w 12"/>
                  <a:gd name="T19" fmla="*/ 11 h 11"/>
                  <a:gd name="T20" fmla="*/ 2 w 12"/>
                  <a:gd name="T21" fmla="*/ 11 h 11"/>
                  <a:gd name="T22" fmla="*/ 12 w 12"/>
                  <a:gd name="T23" fmla="*/ 11 h 11"/>
                  <a:gd name="T24" fmla="*/ 10 w 12"/>
                  <a:gd name="T25" fmla="*/ 0 h 11"/>
                  <a:gd name="T26" fmla="*/ 0 w 12"/>
                  <a:gd name="T2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" h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5"/>
                      <a:pt x="1" y="5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2" y="7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9"/>
                      <a:pt x="2" y="10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7"/>
                      <a:pt x="11" y="3"/>
                      <a:pt x="1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67" name="Freeform 1460">
                <a:extLst>
                  <a:ext uri="{FF2B5EF4-FFF2-40B4-BE49-F238E27FC236}">
                    <a16:creationId xmlns:a16="http://schemas.microsoft.com/office/drawing/2014/main" id="{DDE9B9D8-C19A-47D8-93FF-21016F853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4591" y="2712535"/>
                <a:ext cx="80998" cy="64802"/>
              </a:xfrm>
              <a:custGeom>
                <a:avLst/>
                <a:gdLst>
                  <a:gd name="T0" fmla="*/ 4 w 14"/>
                  <a:gd name="T1" fmla="*/ 0 h 11"/>
                  <a:gd name="T2" fmla="*/ 4 w 14"/>
                  <a:gd name="T3" fmla="*/ 0 h 11"/>
                  <a:gd name="T4" fmla="*/ 2 w 14"/>
                  <a:gd name="T5" fmla="*/ 1 h 11"/>
                  <a:gd name="T6" fmla="*/ 2 w 14"/>
                  <a:gd name="T7" fmla="*/ 1 h 11"/>
                  <a:gd name="T8" fmla="*/ 0 w 14"/>
                  <a:gd name="T9" fmla="*/ 2 h 11"/>
                  <a:gd name="T10" fmla="*/ 0 w 14"/>
                  <a:gd name="T11" fmla="*/ 2 h 11"/>
                  <a:gd name="T12" fmla="*/ 0 w 14"/>
                  <a:gd name="T13" fmla="*/ 2 h 11"/>
                  <a:gd name="T14" fmla="*/ 0 w 14"/>
                  <a:gd name="T15" fmla="*/ 2 h 11"/>
                  <a:gd name="T16" fmla="*/ 0 w 14"/>
                  <a:gd name="T17" fmla="*/ 3 h 11"/>
                  <a:gd name="T18" fmla="*/ 1 w 14"/>
                  <a:gd name="T19" fmla="*/ 4 h 11"/>
                  <a:gd name="T20" fmla="*/ 2 w 14"/>
                  <a:gd name="T21" fmla="*/ 6 h 11"/>
                  <a:gd name="T22" fmla="*/ 2 w 14"/>
                  <a:gd name="T23" fmla="*/ 6 h 11"/>
                  <a:gd name="T24" fmla="*/ 3 w 14"/>
                  <a:gd name="T25" fmla="*/ 9 h 11"/>
                  <a:gd name="T26" fmla="*/ 4 w 14"/>
                  <a:gd name="T27" fmla="*/ 10 h 11"/>
                  <a:gd name="T28" fmla="*/ 4 w 14"/>
                  <a:gd name="T29" fmla="*/ 11 h 11"/>
                  <a:gd name="T30" fmla="*/ 4 w 14"/>
                  <a:gd name="T31" fmla="*/ 11 h 11"/>
                  <a:gd name="T32" fmla="*/ 14 w 14"/>
                  <a:gd name="T33" fmla="*/ 11 h 11"/>
                  <a:gd name="T34" fmla="*/ 4 w 14"/>
                  <a:gd name="T3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4" h="11"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1" y="4"/>
                      <a:pt x="1" y="4"/>
                    </a:cubicBezTo>
                    <a:cubicBezTo>
                      <a:pt x="1" y="5"/>
                      <a:pt x="1" y="5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3" y="7"/>
                      <a:pt x="3" y="8"/>
                      <a:pt x="3" y="9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1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7"/>
                      <a:pt x="8" y="3"/>
                      <a:pt x="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68" name="Freeform 1461">
                <a:extLst>
                  <a:ext uri="{FF2B5EF4-FFF2-40B4-BE49-F238E27FC236}">
                    <a16:creationId xmlns:a16="http://schemas.microsoft.com/office/drawing/2014/main" id="{9352DA73-8C52-40EA-BCA9-55BFA88A4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4591" y="2717932"/>
                <a:ext cx="10799" cy="5402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69" name="Freeform 1462">
                <a:extLst>
                  <a:ext uri="{FF2B5EF4-FFF2-40B4-BE49-F238E27FC236}">
                    <a16:creationId xmlns:a16="http://schemas.microsoft.com/office/drawing/2014/main" id="{0A490F5F-EA55-46DA-BA73-A0848AE1F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5390" y="2712535"/>
                <a:ext cx="16201" cy="5402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0"/>
                      <a:pt x="2" y="0"/>
                    </a:cubicBezTo>
                    <a:cubicBezTo>
                      <a:pt x="1" y="0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70" name="Freeform 1463">
                <a:extLst>
                  <a:ext uri="{FF2B5EF4-FFF2-40B4-BE49-F238E27FC236}">
                    <a16:creationId xmlns:a16="http://schemas.microsoft.com/office/drawing/2014/main" id="{0345084A-B016-47A5-8BC9-FB3C968B1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9789" y="2680134"/>
                <a:ext cx="48602" cy="43200"/>
              </a:xfrm>
              <a:custGeom>
                <a:avLst/>
                <a:gdLst>
                  <a:gd name="T0" fmla="*/ 8 w 8"/>
                  <a:gd name="T1" fmla="*/ 5 h 7"/>
                  <a:gd name="T2" fmla="*/ 7 w 8"/>
                  <a:gd name="T3" fmla="*/ 5 h 7"/>
                  <a:gd name="T4" fmla="*/ 7 w 8"/>
                  <a:gd name="T5" fmla="*/ 4 h 7"/>
                  <a:gd name="T6" fmla="*/ 7 w 8"/>
                  <a:gd name="T7" fmla="*/ 4 h 7"/>
                  <a:gd name="T8" fmla="*/ 6 w 8"/>
                  <a:gd name="T9" fmla="*/ 3 h 7"/>
                  <a:gd name="T10" fmla="*/ 6 w 8"/>
                  <a:gd name="T11" fmla="*/ 3 h 7"/>
                  <a:gd name="T12" fmla="*/ 4 w 8"/>
                  <a:gd name="T13" fmla="*/ 0 h 7"/>
                  <a:gd name="T14" fmla="*/ 0 w 8"/>
                  <a:gd name="T15" fmla="*/ 0 h 7"/>
                  <a:gd name="T16" fmla="*/ 0 w 8"/>
                  <a:gd name="T17" fmla="*/ 7 h 7"/>
                  <a:gd name="T18" fmla="*/ 1 w 8"/>
                  <a:gd name="T19" fmla="*/ 7 h 7"/>
                  <a:gd name="T20" fmla="*/ 1 w 8"/>
                  <a:gd name="T21" fmla="*/ 7 h 7"/>
                  <a:gd name="T22" fmla="*/ 4 w 8"/>
                  <a:gd name="T23" fmla="*/ 7 h 7"/>
                  <a:gd name="T24" fmla="*/ 4 w 8"/>
                  <a:gd name="T25" fmla="*/ 7 h 7"/>
                  <a:gd name="T26" fmla="*/ 6 w 8"/>
                  <a:gd name="T27" fmla="*/ 6 h 7"/>
                  <a:gd name="T28" fmla="*/ 7 w 8"/>
                  <a:gd name="T29" fmla="*/ 6 h 7"/>
                  <a:gd name="T30" fmla="*/ 8 w 8"/>
                  <a:gd name="T31" fmla="*/ 6 h 7"/>
                  <a:gd name="T32" fmla="*/ 8 w 8"/>
                  <a:gd name="T33" fmla="*/ 6 h 7"/>
                  <a:gd name="T34" fmla="*/ 8 w 8"/>
                  <a:gd name="T35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" h="7">
                    <a:moveTo>
                      <a:pt x="8" y="5"/>
                    </a:moveTo>
                    <a:cubicBezTo>
                      <a:pt x="7" y="5"/>
                      <a:pt x="7" y="5"/>
                      <a:pt x="7" y="5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5" y="2"/>
                      <a:pt x="4" y="1"/>
                      <a:pt x="4" y="0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2" y="7"/>
                      <a:pt x="3" y="7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5" y="7"/>
                      <a:pt x="5" y="7"/>
                      <a:pt x="6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lnTo>
                      <a:pt x="8" y="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71" name="Freeform 1464">
                <a:extLst>
                  <a:ext uri="{FF2B5EF4-FFF2-40B4-BE49-F238E27FC236}">
                    <a16:creationId xmlns:a16="http://schemas.microsoft.com/office/drawing/2014/main" id="{48DE4C57-FFDA-4A56-AE8B-2910835D30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2989" y="2712535"/>
                <a:ext cx="540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lnTo>
                      <a:pt x="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72" name="Rectangle 1465">
                <a:extLst>
                  <a:ext uri="{FF2B5EF4-FFF2-40B4-BE49-F238E27FC236}">
                    <a16:creationId xmlns:a16="http://schemas.microsoft.com/office/drawing/2014/main" id="{69F26FFF-5CC3-45BD-9F94-4B00180241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8390" y="2717932"/>
                <a:ext cx="5402" cy="54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73" name="Freeform 1466">
                <a:extLst>
                  <a:ext uri="{FF2B5EF4-FFF2-40B4-BE49-F238E27FC236}">
                    <a16:creationId xmlns:a16="http://schemas.microsoft.com/office/drawing/2014/main" id="{68F0982C-E905-4F98-8CE8-EB783DC70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2989" y="27071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74" name="Freeform 1467">
                <a:extLst>
                  <a:ext uri="{FF2B5EF4-FFF2-40B4-BE49-F238E27FC236}">
                    <a16:creationId xmlns:a16="http://schemas.microsoft.com/office/drawing/2014/main" id="{7AB2A1C0-350F-4C94-A44A-177DAE9C39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7591" y="27017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75" name="Freeform 1468">
                <a:extLst>
                  <a:ext uri="{FF2B5EF4-FFF2-40B4-BE49-F238E27FC236}">
                    <a16:creationId xmlns:a16="http://schemas.microsoft.com/office/drawing/2014/main" id="{F52B8165-F6FF-4ECC-B5AA-A36B428FF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991" y="2723334"/>
                <a:ext cx="80998" cy="53999"/>
              </a:xfrm>
              <a:custGeom>
                <a:avLst/>
                <a:gdLst>
                  <a:gd name="T0" fmla="*/ 12 w 14"/>
                  <a:gd name="T1" fmla="*/ 2 h 9"/>
                  <a:gd name="T2" fmla="*/ 9 w 14"/>
                  <a:gd name="T3" fmla="*/ 2 h 9"/>
                  <a:gd name="T4" fmla="*/ 9 w 14"/>
                  <a:gd name="T5" fmla="*/ 2 h 9"/>
                  <a:gd name="T6" fmla="*/ 6 w 14"/>
                  <a:gd name="T7" fmla="*/ 1 h 9"/>
                  <a:gd name="T8" fmla="*/ 5 w 14"/>
                  <a:gd name="T9" fmla="*/ 1 h 9"/>
                  <a:gd name="T10" fmla="*/ 4 w 14"/>
                  <a:gd name="T11" fmla="*/ 0 h 9"/>
                  <a:gd name="T12" fmla="*/ 3 w 14"/>
                  <a:gd name="T13" fmla="*/ 2 h 9"/>
                  <a:gd name="T14" fmla="*/ 3 w 14"/>
                  <a:gd name="T15" fmla="*/ 2 h 9"/>
                  <a:gd name="T16" fmla="*/ 2 w 14"/>
                  <a:gd name="T17" fmla="*/ 5 h 9"/>
                  <a:gd name="T18" fmla="*/ 1 w 14"/>
                  <a:gd name="T19" fmla="*/ 6 h 9"/>
                  <a:gd name="T20" fmla="*/ 1 w 14"/>
                  <a:gd name="T21" fmla="*/ 7 h 9"/>
                  <a:gd name="T22" fmla="*/ 0 w 14"/>
                  <a:gd name="T23" fmla="*/ 8 h 9"/>
                  <a:gd name="T24" fmla="*/ 0 w 14"/>
                  <a:gd name="T25" fmla="*/ 9 h 9"/>
                  <a:gd name="T26" fmla="*/ 14 w 14"/>
                  <a:gd name="T27" fmla="*/ 9 h 9"/>
                  <a:gd name="T28" fmla="*/ 14 w 14"/>
                  <a:gd name="T29" fmla="*/ 2 h 9"/>
                  <a:gd name="T30" fmla="*/ 14 w 14"/>
                  <a:gd name="T31" fmla="*/ 2 h 9"/>
                  <a:gd name="T32" fmla="*/ 13 w 14"/>
                  <a:gd name="T33" fmla="*/ 2 h 9"/>
                  <a:gd name="T34" fmla="*/ 12 w 14"/>
                  <a:gd name="T35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4" h="9">
                    <a:moveTo>
                      <a:pt x="12" y="2"/>
                    </a:moveTo>
                    <a:cubicBezTo>
                      <a:pt x="11" y="2"/>
                      <a:pt x="10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2"/>
                      <a:pt x="7" y="1"/>
                      <a:pt x="6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4" y="0"/>
                    </a:cubicBezTo>
                    <a:cubicBezTo>
                      <a:pt x="4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4"/>
                      <a:pt x="2" y="5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4" y="2"/>
                      <a:pt x="13" y="2"/>
                      <a:pt x="13" y="2"/>
                    </a:cubicBezTo>
                    <a:cubicBezTo>
                      <a:pt x="12" y="2"/>
                      <a:pt x="12" y="2"/>
                      <a:pt x="12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76" name="Freeform 1469">
                <a:extLst>
                  <a:ext uri="{FF2B5EF4-FFF2-40B4-BE49-F238E27FC236}">
                    <a16:creationId xmlns:a16="http://schemas.microsoft.com/office/drawing/2014/main" id="{816B2554-7E6D-405D-81F2-60111D2E7F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991" y="2928535"/>
                <a:ext cx="80998" cy="48602"/>
              </a:xfrm>
              <a:custGeom>
                <a:avLst/>
                <a:gdLst>
                  <a:gd name="T0" fmla="*/ 0 w 14"/>
                  <a:gd name="T1" fmla="*/ 1 h 8"/>
                  <a:gd name="T2" fmla="*/ 1 w 14"/>
                  <a:gd name="T3" fmla="*/ 2 h 8"/>
                  <a:gd name="T4" fmla="*/ 1 w 14"/>
                  <a:gd name="T5" fmla="*/ 3 h 8"/>
                  <a:gd name="T6" fmla="*/ 2 w 14"/>
                  <a:gd name="T7" fmla="*/ 4 h 8"/>
                  <a:gd name="T8" fmla="*/ 3 w 14"/>
                  <a:gd name="T9" fmla="*/ 6 h 8"/>
                  <a:gd name="T10" fmla="*/ 3 w 14"/>
                  <a:gd name="T11" fmla="*/ 7 h 8"/>
                  <a:gd name="T12" fmla="*/ 4 w 14"/>
                  <a:gd name="T13" fmla="*/ 8 h 8"/>
                  <a:gd name="T14" fmla="*/ 5 w 14"/>
                  <a:gd name="T15" fmla="*/ 8 h 8"/>
                  <a:gd name="T16" fmla="*/ 6 w 14"/>
                  <a:gd name="T17" fmla="*/ 8 h 8"/>
                  <a:gd name="T18" fmla="*/ 8 w 14"/>
                  <a:gd name="T19" fmla="*/ 7 h 8"/>
                  <a:gd name="T20" fmla="*/ 9 w 14"/>
                  <a:gd name="T21" fmla="*/ 7 h 8"/>
                  <a:gd name="T22" fmla="*/ 11 w 14"/>
                  <a:gd name="T23" fmla="*/ 7 h 8"/>
                  <a:gd name="T24" fmla="*/ 13 w 14"/>
                  <a:gd name="T25" fmla="*/ 7 h 8"/>
                  <a:gd name="T26" fmla="*/ 14 w 14"/>
                  <a:gd name="T27" fmla="*/ 7 h 8"/>
                  <a:gd name="T28" fmla="*/ 14 w 14"/>
                  <a:gd name="T29" fmla="*/ 0 h 8"/>
                  <a:gd name="T30" fmla="*/ 0 w 14"/>
                  <a:gd name="T31" fmla="*/ 0 h 8"/>
                  <a:gd name="T32" fmla="*/ 0 w 14"/>
                  <a:gd name="T3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8">
                    <a:moveTo>
                      <a:pt x="0" y="1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3"/>
                      <a:pt x="1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5"/>
                      <a:pt x="2" y="6"/>
                      <a:pt x="3" y="6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4" y="8"/>
                      <a:pt x="4" y="8"/>
                    </a:cubicBezTo>
                    <a:cubicBezTo>
                      <a:pt x="4" y="8"/>
                      <a:pt x="5" y="8"/>
                      <a:pt x="5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8"/>
                      <a:pt x="8" y="8"/>
                      <a:pt x="8" y="7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7"/>
                      <a:pt x="11" y="7"/>
                      <a:pt x="11" y="7"/>
                    </a:cubicBezTo>
                    <a:cubicBezTo>
                      <a:pt x="12" y="7"/>
                      <a:pt x="12" y="7"/>
                      <a:pt x="13" y="7"/>
                    </a:cubicBezTo>
                    <a:cubicBezTo>
                      <a:pt x="13" y="7"/>
                      <a:pt x="14" y="7"/>
                      <a:pt x="14" y="7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77" name="Freeform 1470">
                <a:extLst>
                  <a:ext uri="{FF2B5EF4-FFF2-40B4-BE49-F238E27FC236}">
                    <a16:creationId xmlns:a16="http://schemas.microsoft.com/office/drawing/2014/main" id="{BC32F93C-3AB7-437B-A533-CD494D215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9789" y="2723334"/>
                <a:ext cx="75601" cy="53999"/>
              </a:xfrm>
              <a:custGeom>
                <a:avLst/>
                <a:gdLst>
                  <a:gd name="T0" fmla="*/ 13 w 13"/>
                  <a:gd name="T1" fmla="*/ 7 h 9"/>
                  <a:gd name="T2" fmla="*/ 12 w 13"/>
                  <a:gd name="T3" fmla="*/ 6 h 9"/>
                  <a:gd name="T4" fmla="*/ 11 w 13"/>
                  <a:gd name="T5" fmla="*/ 5 h 9"/>
                  <a:gd name="T6" fmla="*/ 10 w 13"/>
                  <a:gd name="T7" fmla="*/ 3 h 9"/>
                  <a:gd name="T8" fmla="*/ 10 w 13"/>
                  <a:gd name="T9" fmla="*/ 2 h 9"/>
                  <a:gd name="T10" fmla="*/ 9 w 13"/>
                  <a:gd name="T11" fmla="*/ 0 h 9"/>
                  <a:gd name="T12" fmla="*/ 8 w 13"/>
                  <a:gd name="T13" fmla="*/ 1 h 9"/>
                  <a:gd name="T14" fmla="*/ 7 w 13"/>
                  <a:gd name="T15" fmla="*/ 1 h 9"/>
                  <a:gd name="T16" fmla="*/ 4 w 13"/>
                  <a:gd name="T17" fmla="*/ 2 h 9"/>
                  <a:gd name="T18" fmla="*/ 4 w 13"/>
                  <a:gd name="T19" fmla="*/ 2 h 9"/>
                  <a:gd name="T20" fmla="*/ 2 w 13"/>
                  <a:gd name="T21" fmla="*/ 2 h 9"/>
                  <a:gd name="T22" fmla="*/ 1 w 13"/>
                  <a:gd name="T23" fmla="*/ 2 h 9"/>
                  <a:gd name="T24" fmla="*/ 0 w 13"/>
                  <a:gd name="T25" fmla="*/ 2 h 9"/>
                  <a:gd name="T26" fmla="*/ 0 w 13"/>
                  <a:gd name="T27" fmla="*/ 2 h 9"/>
                  <a:gd name="T28" fmla="*/ 0 w 13"/>
                  <a:gd name="T29" fmla="*/ 9 h 9"/>
                  <a:gd name="T30" fmla="*/ 13 w 13"/>
                  <a:gd name="T31" fmla="*/ 9 h 9"/>
                  <a:gd name="T32" fmla="*/ 13 w 13"/>
                  <a:gd name="T33" fmla="*/ 8 h 9"/>
                  <a:gd name="T34" fmla="*/ 13 w 13"/>
                  <a:gd name="T35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" h="9">
                    <a:moveTo>
                      <a:pt x="13" y="7"/>
                    </a:moveTo>
                    <a:cubicBezTo>
                      <a:pt x="12" y="7"/>
                      <a:pt x="12" y="6"/>
                      <a:pt x="12" y="6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1" y="4"/>
                      <a:pt x="11" y="3"/>
                      <a:pt x="10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9" y="1"/>
                      <a:pt x="9" y="0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8"/>
                      <a:pt x="13" y="8"/>
                      <a:pt x="13" y="8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78" name="Freeform 1471">
                <a:extLst>
                  <a:ext uri="{FF2B5EF4-FFF2-40B4-BE49-F238E27FC236}">
                    <a16:creationId xmlns:a16="http://schemas.microsoft.com/office/drawing/2014/main" id="{056543A3-EB42-47AA-B842-E0ED613544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9988" y="2755735"/>
                <a:ext cx="5402" cy="10799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1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79" name="Freeform 1472">
                <a:extLst>
                  <a:ext uri="{FF2B5EF4-FFF2-40B4-BE49-F238E27FC236}">
                    <a16:creationId xmlns:a16="http://schemas.microsoft.com/office/drawing/2014/main" id="{33DD0F22-8865-4BC4-8A9E-B7A7BCED6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5390" y="2771936"/>
                <a:ext cx="0" cy="540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80" name="Freeform 1473">
                <a:extLst>
                  <a:ext uri="{FF2B5EF4-FFF2-40B4-BE49-F238E27FC236}">
                    <a16:creationId xmlns:a16="http://schemas.microsoft.com/office/drawing/2014/main" id="{16A9686B-A201-4AB7-87A0-BCE52E444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3792" y="2723334"/>
                <a:ext cx="5402" cy="10799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0" y="1"/>
                      <a:pt x="1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81" name="Freeform 1474">
                <a:extLst>
                  <a:ext uri="{FF2B5EF4-FFF2-40B4-BE49-F238E27FC236}">
                    <a16:creationId xmlns:a16="http://schemas.microsoft.com/office/drawing/2014/main" id="{8BF19F91-E253-4AC3-A208-E1A8165DF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9189" y="2739535"/>
                <a:ext cx="5402" cy="10799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0"/>
                      <a:pt x="1" y="1"/>
                      <a:pt x="1" y="2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82" name="Freeform 1475">
                <a:extLst>
                  <a:ext uri="{FF2B5EF4-FFF2-40B4-BE49-F238E27FC236}">
                    <a16:creationId xmlns:a16="http://schemas.microsoft.com/office/drawing/2014/main" id="{241395D0-D1A1-4F7F-A369-748BC559C3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2989" y="2728736"/>
                <a:ext cx="540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lnTo>
                      <a:pt x="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83" name="Freeform 1476">
                <a:extLst>
                  <a:ext uri="{FF2B5EF4-FFF2-40B4-BE49-F238E27FC236}">
                    <a16:creationId xmlns:a16="http://schemas.microsoft.com/office/drawing/2014/main" id="{B20AF15E-C968-4033-93B3-4AE3B0A2CD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6788" y="27341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84" name="Freeform 1477">
                <a:extLst>
                  <a:ext uri="{FF2B5EF4-FFF2-40B4-BE49-F238E27FC236}">
                    <a16:creationId xmlns:a16="http://schemas.microsoft.com/office/drawing/2014/main" id="{545A52AC-6DCA-430D-AB62-6E8CCB979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5190" y="2734133"/>
                <a:ext cx="540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lnTo>
                      <a:pt x="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85" name="Freeform 1478">
                <a:extLst>
                  <a:ext uri="{FF2B5EF4-FFF2-40B4-BE49-F238E27FC236}">
                    <a16:creationId xmlns:a16="http://schemas.microsoft.com/office/drawing/2014/main" id="{C9FF305F-52A3-4516-93EE-63924B217C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7188" y="2788132"/>
                <a:ext cx="91802" cy="64802"/>
              </a:xfrm>
              <a:custGeom>
                <a:avLst/>
                <a:gdLst>
                  <a:gd name="T0" fmla="*/ 1 w 16"/>
                  <a:gd name="T1" fmla="*/ 1 h 11"/>
                  <a:gd name="T2" fmla="*/ 1 w 16"/>
                  <a:gd name="T3" fmla="*/ 2 h 11"/>
                  <a:gd name="T4" fmla="*/ 0 w 16"/>
                  <a:gd name="T5" fmla="*/ 5 h 11"/>
                  <a:gd name="T6" fmla="*/ 0 w 16"/>
                  <a:gd name="T7" fmla="*/ 5 h 11"/>
                  <a:gd name="T8" fmla="*/ 0 w 16"/>
                  <a:gd name="T9" fmla="*/ 8 h 11"/>
                  <a:gd name="T10" fmla="*/ 0 w 16"/>
                  <a:gd name="T11" fmla="*/ 9 h 11"/>
                  <a:gd name="T12" fmla="*/ 0 w 16"/>
                  <a:gd name="T13" fmla="*/ 11 h 11"/>
                  <a:gd name="T14" fmla="*/ 16 w 16"/>
                  <a:gd name="T15" fmla="*/ 11 h 11"/>
                  <a:gd name="T16" fmla="*/ 16 w 16"/>
                  <a:gd name="T17" fmla="*/ 0 h 11"/>
                  <a:gd name="T18" fmla="*/ 1 w 16"/>
                  <a:gd name="T19" fmla="*/ 0 h 11"/>
                  <a:gd name="T20" fmla="*/ 1 w 16"/>
                  <a:gd name="T21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11">
                    <a:moveTo>
                      <a:pt x="1" y="1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7"/>
                      <a:pt x="0" y="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0"/>
                      <a:pt x="0" y="10"/>
                      <a:pt x="0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86" name="Freeform 1479">
                <a:extLst>
                  <a:ext uri="{FF2B5EF4-FFF2-40B4-BE49-F238E27FC236}">
                    <a16:creationId xmlns:a16="http://schemas.microsoft.com/office/drawing/2014/main" id="{EF0BBA2F-305B-4447-96E7-D2C1FC389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7188" y="2858336"/>
                <a:ext cx="91802" cy="59401"/>
              </a:xfrm>
              <a:custGeom>
                <a:avLst/>
                <a:gdLst>
                  <a:gd name="T0" fmla="*/ 0 w 16"/>
                  <a:gd name="T1" fmla="*/ 2 h 10"/>
                  <a:gd name="T2" fmla="*/ 0 w 16"/>
                  <a:gd name="T3" fmla="*/ 3 h 10"/>
                  <a:gd name="T4" fmla="*/ 0 w 16"/>
                  <a:gd name="T5" fmla="*/ 5 h 10"/>
                  <a:gd name="T6" fmla="*/ 0 w 16"/>
                  <a:gd name="T7" fmla="*/ 5 h 10"/>
                  <a:gd name="T8" fmla="*/ 1 w 16"/>
                  <a:gd name="T9" fmla="*/ 8 h 10"/>
                  <a:gd name="T10" fmla="*/ 1 w 16"/>
                  <a:gd name="T11" fmla="*/ 9 h 10"/>
                  <a:gd name="T12" fmla="*/ 1 w 16"/>
                  <a:gd name="T13" fmla="*/ 10 h 10"/>
                  <a:gd name="T14" fmla="*/ 16 w 16"/>
                  <a:gd name="T15" fmla="*/ 10 h 10"/>
                  <a:gd name="T16" fmla="*/ 16 w 16"/>
                  <a:gd name="T17" fmla="*/ 0 h 10"/>
                  <a:gd name="T18" fmla="*/ 0 w 16"/>
                  <a:gd name="T19" fmla="*/ 0 h 10"/>
                  <a:gd name="T20" fmla="*/ 0 w 16"/>
                  <a:gd name="T21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10">
                    <a:moveTo>
                      <a:pt x="0" y="2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1" y="7"/>
                      <a:pt x="1" y="8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10"/>
                      <a:pt x="1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87" name="Freeform 1480">
                <a:extLst>
                  <a:ext uri="{FF2B5EF4-FFF2-40B4-BE49-F238E27FC236}">
                    <a16:creationId xmlns:a16="http://schemas.microsoft.com/office/drawing/2014/main" id="{FC2D3BDF-B66F-4A68-8D22-3F6353B0E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9789" y="2788132"/>
                <a:ext cx="97199" cy="64802"/>
              </a:xfrm>
              <a:custGeom>
                <a:avLst/>
                <a:gdLst>
                  <a:gd name="T0" fmla="*/ 16 w 16"/>
                  <a:gd name="T1" fmla="*/ 8 h 11"/>
                  <a:gd name="T2" fmla="*/ 16 w 16"/>
                  <a:gd name="T3" fmla="*/ 8 h 11"/>
                  <a:gd name="T4" fmla="*/ 16 w 16"/>
                  <a:gd name="T5" fmla="*/ 6 h 11"/>
                  <a:gd name="T6" fmla="*/ 16 w 16"/>
                  <a:gd name="T7" fmla="*/ 5 h 11"/>
                  <a:gd name="T8" fmla="*/ 15 w 16"/>
                  <a:gd name="T9" fmla="*/ 3 h 11"/>
                  <a:gd name="T10" fmla="*/ 15 w 16"/>
                  <a:gd name="T11" fmla="*/ 3 h 11"/>
                  <a:gd name="T12" fmla="*/ 14 w 16"/>
                  <a:gd name="T13" fmla="*/ 0 h 11"/>
                  <a:gd name="T14" fmla="*/ 14 w 16"/>
                  <a:gd name="T15" fmla="*/ 0 h 11"/>
                  <a:gd name="T16" fmla="*/ 0 w 16"/>
                  <a:gd name="T17" fmla="*/ 0 h 11"/>
                  <a:gd name="T18" fmla="*/ 0 w 16"/>
                  <a:gd name="T19" fmla="*/ 11 h 11"/>
                  <a:gd name="T20" fmla="*/ 16 w 16"/>
                  <a:gd name="T21" fmla="*/ 11 h 11"/>
                  <a:gd name="T22" fmla="*/ 16 w 16"/>
                  <a:gd name="T23" fmla="*/ 11 h 11"/>
                  <a:gd name="T24" fmla="*/ 16 w 16"/>
                  <a:gd name="T25" fmla="*/ 11 h 11"/>
                  <a:gd name="T26" fmla="*/ 16 w 16"/>
                  <a:gd name="T2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6" h="11">
                    <a:moveTo>
                      <a:pt x="16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7"/>
                      <a:pt x="16" y="7"/>
                      <a:pt x="16" y="6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5" y="5"/>
                      <a:pt x="15" y="4"/>
                      <a:pt x="15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5" y="2"/>
                      <a:pt x="14" y="1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10"/>
                      <a:pt x="16" y="9"/>
                      <a:pt x="16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88" name="Freeform 1481">
                <a:extLst>
                  <a:ext uri="{FF2B5EF4-FFF2-40B4-BE49-F238E27FC236}">
                    <a16:creationId xmlns:a16="http://schemas.microsoft.com/office/drawing/2014/main" id="{F6CBB5DD-DD20-4A03-8B10-D722153DA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992" y="2815136"/>
                <a:ext cx="0" cy="540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89" name="Freeform 1482">
                <a:extLst>
                  <a:ext uri="{FF2B5EF4-FFF2-40B4-BE49-F238E27FC236}">
                    <a16:creationId xmlns:a16="http://schemas.microsoft.com/office/drawing/2014/main" id="{549899F9-30DF-41EB-BD30-59229EF03F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992" y="28367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90" name="Rectangle 1483">
                <a:extLst>
                  <a:ext uri="{FF2B5EF4-FFF2-40B4-BE49-F238E27FC236}">
                    <a16:creationId xmlns:a16="http://schemas.microsoft.com/office/drawing/2014/main" id="{2589BEB8-7D5B-42F6-9D20-FF0098C4B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6992" y="2852934"/>
                <a:ext cx="5402" cy="54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91" name="Freeform 1484">
                <a:extLst>
                  <a:ext uri="{FF2B5EF4-FFF2-40B4-BE49-F238E27FC236}">
                    <a16:creationId xmlns:a16="http://schemas.microsoft.com/office/drawing/2014/main" id="{AFD4AFCB-EB12-445F-ADB5-838637EE98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1590" y="28043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92" name="Rectangle 1485">
                <a:extLst>
                  <a:ext uri="{FF2B5EF4-FFF2-40B4-BE49-F238E27FC236}">
                    <a16:creationId xmlns:a16="http://schemas.microsoft.com/office/drawing/2014/main" id="{81694083-11F5-46CB-AD3B-DF0EDB10A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791" y="2788132"/>
                <a:ext cx="5402" cy="54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93" name="Freeform 1486">
                <a:extLst>
                  <a:ext uri="{FF2B5EF4-FFF2-40B4-BE49-F238E27FC236}">
                    <a16:creationId xmlns:a16="http://schemas.microsoft.com/office/drawing/2014/main" id="{4D84F422-0A0A-4963-9487-ADA34D2AD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991" y="2987936"/>
                <a:ext cx="32401" cy="21602"/>
              </a:xfrm>
              <a:custGeom>
                <a:avLst/>
                <a:gdLst>
                  <a:gd name="T0" fmla="*/ 5 w 6"/>
                  <a:gd name="T1" fmla="*/ 3 h 4"/>
                  <a:gd name="T2" fmla="*/ 5 w 6"/>
                  <a:gd name="T3" fmla="*/ 3 h 4"/>
                  <a:gd name="T4" fmla="*/ 5 w 6"/>
                  <a:gd name="T5" fmla="*/ 2 h 4"/>
                  <a:gd name="T6" fmla="*/ 4 w 6"/>
                  <a:gd name="T7" fmla="*/ 2 h 4"/>
                  <a:gd name="T8" fmla="*/ 4 w 6"/>
                  <a:gd name="T9" fmla="*/ 1 h 4"/>
                  <a:gd name="T10" fmla="*/ 3 w 6"/>
                  <a:gd name="T11" fmla="*/ 1 h 4"/>
                  <a:gd name="T12" fmla="*/ 3 w 6"/>
                  <a:gd name="T13" fmla="*/ 0 h 4"/>
                  <a:gd name="T14" fmla="*/ 2 w 6"/>
                  <a:gd name="T15" fmla="*/ 1 h 4"/>
                  <a:gd name="T16" fmla="*/ 0 w 6"/>
                  <a:gd name="T17" fmla="*/ 1 h 4"/>
                  <a:gd name="T18" fmla="*/ 0 w 6"/>
                  <a:gd name="T19" fmla="*/ 2 h 4"/>
                  <a:gd name="T20" fmla="*/ 6 w 6"/>
                  <a:gd name="T21" fmla="*/ 4 h 4"/>
                  <a:gd name="T22" fmla="*/ 5 w 6"/>
                  <a:gd name="T23" fmla="*/ 4 h 4"/>
                  <a:gd name="T24" fmla="*/ 5 w 6"/>
                  <a:gd name="T25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" h="4">
                    <a:moveTo>
                      <a:pt x="5" y="3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" y="3"/>
                      <a:pt x="4" y="4"/>
                      <a:pt x="6" y="4"/>
                    </a:cubicBezTo>
                    <a:cubicBezTo>
                      <a:pt x="5" y="4"/>
                      <a:pt x="5" y="4"/>
                      <a:pt x="5" y="4"/>
                    </a:cubicBezTo>
                    <a:lnTo>
                      <a:pt x="5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94" name="Freeform 1487">
                <a:extLst>
                  <a:ext uri="{FF2B5EF4-FFF2-40B4-BE49-F238E27FC236}">
                    <a16:creationId xmlns:a16="http://schemas.microsoft.com/office/drawing/2014/main" id="{59FC6203-356A-45A0-9F10-25D3208E0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9789" y="2982534"/>
                <a:ext cx="43200" cy="43200"/>
              </a:xfrm>
              <a:custGeom>
                <a:avLst/>
                <a:gdLst>
                  <a:gd name="T0" fmla="*/ 6 w 7"/>
                  <a:gd name="T1" fmla="*/ 1 h 7"/>
                  <a:gd name="T2" fmla="*/ 4 w 7"/>
                  <a:gd name="T3" fmla="*/ 0 h 7"/>
                  <a:gd name="T4" fmla="*/ 4 w 7"/>
                  <a:gd name="T5" fmla="*/ 0 h 7"/>
                  <a:gd name="T6" fmla="*/ 1 w 7"/>
                  <a:gd name="T7" fmla="*/ 0 h 7"/>
                  <a:gd name="T8" fmla="*/ 1 w 7"/>
                  <a:gd name="T9" fmla="*/ 0 h 7"/>
                  <a:gd name="T10" fmla="*/ 0 w 7"/>
                  <a:gd name="T11" fmla="*/ 0 h 7"/>
                  <a:gd name="T12" fmla="*/ 0 w 7"/>
                  <a:gd name="T13" fmla="*/ 7 h 7"/>
                  <a:gd name="T14" fmla="*/ 4 w 7"/>
                  <a:gd name="T15" fmla="*/ 6 h 7"/>
                  <a:gd name="T16" fmla="*/ 4 w 7"/>
                  <a:gd name="T17" fmla="*/ 6 h 7"/>
                  <a:gd name="T18" fmla="*/ 4 w 7"/>
                  <a:gd name="T19" fmla="*/ 6 h 7"/>
                  <a:gd name="T20" fmla="*/ 4 w 7"/>
                  <a:gd name="T21" fmla="*/ 6 h 7"/>
                  <a:gd name="T22" fmla="*/ 4 w 7"/>
                  <a:gd name="T23" fmla="*/ 5 h 7"/>
                  <a:gd name="T24" fmla="*/ 5 w 7"/>
                  <a:gd name="T25" fmla="*/ 5 h 7"/>
                  <a:gd name="T26" fmla="*/ 5 w 7"/>
                  <a:gd name="T27" fmla="*/ 4 h 7"/>
                  <a:gd name="T28" fmla="*/ 5 w 7"/>
                  <a:gd name="T29" fmla="*/ 4 h 7"/>
                  <a:gd name="T30" fmla="*/ 7 w 7"/>
                  <a:gd name="T31" fmla="*/ 2 h 7"/>
                  <a:gd name="T32" fmla="*/ 7 w 7"/>
                  <a:gd name="T33" fmla="*/ 2 h 7"/>
                  <a:gd name="T34" fmla="*/ 7 w 7"/>
                  <a:gd name="T35" fmla="*/ 1 h 7"/>
                  <a:gd name="T36" fmla="*/ 7 w 7"/>
                  <a:gd name="T37" fmla="*/ 1 h 7"/>
                  <a:gd name="T38" fmla="*/ 7 w 7"/>
                  <a:gd name="T39" fmla="*/ 1 h 7"/>
                  <a:gd name="T40" fmla="*/ 6 w 7"/>
                  <a:gd name="T41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" h="7">
                    <a:moveTo>
                      <a:pt x="6" y="1"/>
                    </a:moveTo>
                    <a:cubicBezTo>
                      <a:pt x="5" y="0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6" y="4"/>
                      <a:pt x="6" y="3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lnTo>
                      <a:pt x="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95" name="Freeform 1488">
                <a:extLst>
                  <a:ext uri="{FF2B5EF4-FFF2-40B4-BE49-F238E27FC236}">
                    <a16:creationId xmlns:a16="http://schemas.microsoft.com/office/drawing/2014/main" id="{BE1685C3-5BA8-47E1-BD8F-E32372468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6788" y="2982534"/>
                <a:ext cx="10799" cy="5402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  <a:gd name="T4" fmla="*/ 2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96" name="Freeform 1489">
                <a:extLst>
                  <a:ext uri="{FF2B5EF4-FFF2-40B4-BE49-F238E27FC236}">
                    <a16:creationId xmlns:a16="http://schemas.microsoft.com/office/drawing/2014/main" id="{4F048C4B-4403-4586-B629-410BBC03E9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2989" y="2987936"/>
                <a:ext cx="540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97" name="Freeform 1490">
                <a:extLst>
                  <a:ext uri="{FF2B5EF4-FFF2-40B4-BE49-F238E27FC236}">
                    <a16:creationId xmlns:a16="http://schemas.microsoft.com/office/drawing/2014/main" id="{5A298D93-19CD-466E-8386-E3B65213F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5190" y="2982534"/>
                <a:ext cx="21602" cy="0"/>
              </a:xfrm>
              <a:custGeom>
                <a:avLst/>
                <a:gdLst>
                  <a:gd name="T0" fmla="*/ 3 w 3"/>
                  <a:gd name="T1" fmla="*/ 0 w 3"/>
                  <a:gd name="T2" fmla="*/ 3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1" y="0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98" name="Freeform 1491">
                <a:extLst>
                  <a:ext uri="{FF2B5EF4-FFF2-40B4-BE49-F238E27FC236}">
                    <a16:creationId xmlns:a16="http://schemas.microsoft.com/office/drawing/2014/main" id="{4380D760-C605-4123-829E-58900BD20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9789" y="2982534"/>
                <a:ext cx="540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99" name="Freeform 1492">
                <a:extLst>
                  <a:ext uri="{FF2B5EF4-FFF2-40B4-BE49-F238E27FC236}">
                    <a16:creationId xmlns:a16="http://schemas.microsoft.com/office/drawing/2014/main" id="{30E9536D-AF2C-4F65-B9AC-481489ACC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991" y="2982534"/>
                <a:ext cx="53999" cy="43200"/>
              </a:xfrm>
              <a:custGeom>
                <a:avLst/>
                <a:gdLst>
                  <a:gd name="T0" fmla="*/ 7 w 9"/>
                  <a:gd name="T1" fmla="*/ 0 h 7"/>
                  <a:gd name="T2" fmla="*/ 4 w 9"/>
                  <a:gd name="T3" fmla="*/ 0 h 7"/>
                  <a:gd name="T4" fmla="*/ 4 w 9"/>
                  <a:gd name="T5" fmla="*/ 0 h 7"/>
                  <a:gd name="T6" fmla="*/ 2 w 9"/>
                  <a:gd name="T7" fmla="*/ 1 h 7"/>
                  <a:gd name="T8" fmla="*/ 1 w 9"/>
                  <a:gd name="T9" fmla="*/ 1 h 7"/>
                  <a:gd name="T10" fmla="*/ 0 w 9"/>
                  <a:gd name="T11" fmla="*/ 1 h 7"/>
                  <a:gd name="T12" fmla="*/ 0 w 9"/>
                  <a:gd name="T13" fmla="*/ 1 h 7"/>
                  <a:gd name="T14" fmla="*/ 0 w 9"/>
                  <a:gd name="T15" fmla="*/ 1 h 7"/>
                  <a:gd name="T16" fmla="*/ 1 w 9"/>
                  <a:gd name="T17" fmla="*/ 2 h 7"/>
                  <a:gd name="T18" fmla="*/ 1 w 9"/>
                  <a:gd name="T19" fmla="*/ 2 h 7"/>
                  <a:gd name="T20" fmla="*/ 1 w 9"/>
                  <a:gd name="T21" fmla="*/ 3 h 7"/>
                  <a:gd name="T22" fmla="*/ 2 w 9"/>
                  <a:gd name="T23" fmla="*/ 3 h 7"/>
                  <a:gd name="T24" fmla="*/ 2 w 9"/>
                  <a:gd name="T25" fmla="*/ 4 h 7"/>
                  <a:gd name="T26" fmla="*/ 3 w 9"/>
                  <a:gd name="T27" fmla="*/ 5 h 7"/>
                  <a:gd name="T28" fmla="*/ 3 w 9"/>
                  <a:gd name="T29" fmla="*/ 5 h 7"/>
                  <a:gd name="T30" fmla="*/ 3 w 9"/>
                  <a:gd name="T31" fmla="*/ 5 h 7"/>
                  <a:gd name="T32" fmla="*/ 4 w 9"/>
                  <a:gd name="T33" fmla="*/ 6 h 7"/>
                  <a:gd name="T34" fmla="*/ 4 w 9"/>
                  <a:gd name="T35" fmla="*/ 6 h 7"/>
                  <a:gd name="T36" fmla="*/ 4 w 9"/>
                  <a:gd name="T37" fmla="*/ 6 h 7"/>
                  <a:gd name="T38" fmla="*/ 9 w 9"/>
                  <a:gd name="T39" fmla="*/ 7 h 7"/>
                  <a:gd name="T40" fmla="*/ 9 w 9"/>
                  <a:gd name="T41" fmla="*/ 0 h 7"/>
                  <a:gd name="T42" fmla="*/ 7 w 9"/>
                  <a:gd name="T4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" h="7">
                    <a:moveTo>
                      <a:pt x="7" y="0"/>
                    </a:moveTo>
                    <a:cubicBezTo>
                      <a:pt x="6" y="0"/>
                      <a:pt x="5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6" y="6"/>
                      <a:pt x="7" y="7"/>
                      <a:pt x="9" y="7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8" y="0"/>
                      <a:pt x="8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00" name="Freeform 1493">
                <a:extLst>
                  <a:ext uri="{FF2B5EF4-FFF2-40B4-BE49-F238E27FC236}">
                    <a16:creationId xmlns:a16="http://schemas.microsoft.com/office/drawing/2014/main" id="{BF6DF5BA-27CD-4C06-AD77-73CC76C9B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991" y="2987936"/>
                <a:ext cx="540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01" name="Freeform 1494">
                <a:extLst>
                  <a:ext uri="{FF2B5EF4-FFF2-40B4-BE49-F238E27FC236}">
                    <a16:creationId xmlns:a16="http://schemas.microsoft.com/office/drawing/2014/main" id="{C0BF9BB0-907E-4BD4-AED6-117F958D5B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1990" y="2982534"/>
                <a:ext cx="16201" cy="0"/>
              </a:xfrm>
              <a:custGeom>
                <a:avLst/>
                <a:gdLst>
                  <a:gd name="T0" fmla="*/ 3 w 3"/>
                  <a:gd name="T1" fmla="*/ 0 w 3"/>
                  <a:gd name="T2" fmla="*/ 3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1" y="0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02" name="Freeform 1495">
                <a:extLst>
                  <a:ext uri="{FF2B5EF4-FFF2-40B4-BE49-F238E27FC236}">
                    <a16:creationId xmlns:a16="http://schemas.microsoft.com/office/drawing/2014/main" id="{268C17A8-75AE-4E45-A8D2-308AE1F9D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191" y="2982534"/>
                <a:ext cx="10799" cy="0"/>
              </a:xfrm>
              <a:custGeom>
                <a:avLst/>
                <a:gdLst>
                  <a:gd name="T0" fmla="*/ 2 w 2"/>
                  <a:gd name="T1" fmla="*/ 2 w 2"/>
                  <a:gd name="T2" fmla="*/ 0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03" name="Freeform 1496">
                <a:extLst>
                  <a:ext uri="{FF2B5EF4-FFF2-40B4-BE49-F238E27FC236}">
                    <a16:creationId xmlns:a16="http://schemas.microsoft.com/office/drawing/2014/main" id="{AA9E3311-5714-45C2-BA14-55AC5FD23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5790" y="2982534"/>
                <a:ext cx="16201" cy="540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1" y="0"/>
                      <a:pt x="0" y="0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04" name="Rectangle 1497">
                <a:extLst>
                  <a:ext uri="{FF2B5EF4-FFF2-40B4-BE49-F238E27FC236}">
                    <a16:creationId xmlns:a16="http://schemas.microsoft.com/office/drawing/2014/main" id="{DD423BBF-CD84-4D39-823D-8796E44CF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4991" y="2987936"/>
                <a:ext cx="5402" cy="54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05" name="Freeform 1498">
                <a:extLst>
                  <a:ext uri="{FF2B5EF4-FFF2-40B4-BE49-F238E27FC236}">
                    <a16:creationId xmlns:a16="http://schemas.microsoft.com/office/drawing/2014/main" id="{88C37735-5003-4583-98FA-24B0CEB66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0388" y="2993333"/>
                <a:ext cx="0" cy="540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06" name="Freeform 1499">
                <a:extLst>
                  <a:ext uri="{FF2B5EF4-FFF2-40B4-BE49-F238E27FC236}">
                    <a16:creationId xmlns:a16="http://schemas.microsoft.com/office/drawing/2014/main" id="{6192ABA1-1EEF-452E-BAFC-BE8BE19AD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589" y="30095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07" name="Freeform 1500">
                <a:extLst>
                  <a:ext uri="{FF2B5EF4-FFF2-40B4-BE49-F238E27FC236}">
                    <a16:creationId xmlns:a16="http://schemas.microsoft.com/office/drawing/2014/main" id="{476A504F-7339-40E2-B575-BEE21F3FE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5790" y="2998735"/>
                <a:ext cx="0" cy="540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08" name="Freeform 1501">
                <a:extLst>
                  <a:ext uri="{FF2B5EF4-FFF2-40B4-BE49-F238E27FC236}">
                    <a16:creationId xmlns:a16="http://schemas.microsoft.com/office/drawing/2014/main" id="{6108AF35-F06E-47E1-B78F-437D40C502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991" y="2987936"/>
                <a:ext cx="5402" cy="540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lnTo>
                      <a:pt x="0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09" name="Rectangle 1502">
                <a:extLst>
                  <a:ext uri="{FF2B5EF4-FFF2-40B4-BE49-F238E27FC236}">
                    <a16:creationId xmlns:a16="http://schemas.microsoft.com/office/drawing/2014/main" id="{ED2983CB-C311-4B59-9D3E-6E0FE52752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1990" y="3014935"/>
                <a:ext cx="5402" cy="54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10" name="Freeform 1503">
                <a:extLst>
                  <a:ext uri="{FF2B5EF4-FFF2-40B4-BE49-F238E27FC236}">
                    <a16:creationId xmlns:a16="http://schemas.microsoft.com/office/drawing/2014/main" id="{2D94A5A7-CDCF-492A-95FF-5960904719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589" y="3009533"/>
                <a:ext cx="5402" cy="540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lnTo>
                      <a:pt x="0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11" name="Rectangle 1504">
                <a:extLst>
                  <a:ext uri="{FF2B5EF4-FFF2-40B4-BE49-F238E27FC236}">
                    <a16:creationId xmlns:a16="http://schemas.microsoft.com/office/drawing/2014/main" id="{25AFA353-FD5B-47A9-8C02-F1A0AC407B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4991" y="2987936"/>
                <a:ext cx="5402" cy="54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12" name="Freeform 1505">
                <a:extLst>
                  <a:ext uri="{FF2B5EF4-FFF2-40B4-BE49-F238E27FC236}">
                    <a16:creationId xmlns:a16="http://schemas.microsoft.com/office/drawing/2014/main" id="{319E6859-E0E9-4F7C-BAA8-9059E7175E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7591" y="2987936"/>
                <a:ext cx="37798" cy="26999"/>
              </a:xfrm>
              <a:custGeom>
                <a:avLst/>
                <a:gdLst>
                  <a:gd name="T0" fmla="*/ 6 w 7"/>
                  <a:gd name="T1" fmla="*/ 1 h 5"/>
                  <a:gd name="T2" fmla="*/ 3 w 7"/>
                  <a:gd name="T3" fmla="*/ 0 h 5"/>
                  <a:gd name="T4" fmla="*/ 3 w 7"/>
                  <a:gd name="T5" fmla="*/ 2 h 5"/>
                  <a:gd name="T6" fmla="*/ 2 w 7"/>
                  <a:gd name="T7" fmla="*/ 2 h 5"/>
                  <a:gd name="T8" fmla="*/ 2 w 7"/>
                  <a:gd name="T9" fmla="*/ 3 h 5"/>
                  <a:gd name="T10" fmla="*/ 0 w 7"/>
                  <a:gd name="T11" fmla="*/ 5 h 5"/>
                  <a:gd name="T12" fmla="*/ 0 w 7"/>
                  <a:gd name="T13" fmla="*/ 5 h 5"/>
                  <a:gd name="T14" fmla="*/ 7 w 7"/>
                  <a:gd name="T15" fmla="*/ 2 h 5"/>
                  <a:gd name="T16" fmla="*/ 6 w 7"/>
                  <a:gd name="T17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5">
                    <a:moveTo>
                      <a:pt x="6" y="1"/>
                    </a:moveTo>
                    <a:cubicBezTo>
                      <a:pt x="5" y="1"/>
                      <a:pt x="4" y="1"/>
                      <a:pt x="3" y="0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4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3" y="4"/>
                      <a:pt x="5" y="3"/>
                      <a:pt x="7" y="2"/>
                    </a:cubicBezTo>
                    <a:cubicBezTo>
                      <a:pt x="6" y="1"/>
                      <a:pt x="6" y="1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13" name="Freeform 1506">
                <a:extLst>
                  <a:ext uri="{FF2B5EF4-FFF2-40B4-BE49-F238E27FC236}">
                    <a16:creationId xmlns:a16="http://schemas.microsoft.com/office/drawing/2014/main" id="{823F50DA-971E-4455-9048-74106124E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3792" y="2987936"/>
                <a:ext cx="0" cy="10799"/>
              </a:xfrm>
              <a:custGeom>
                <a:avLst/>
                <a:gdLst>
                  <a:gd name="T0" fmla="*/ 2 h 2"/>
                  <a:gd name="T1" fmla="*/ 0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14" name="Freeform 1507">
                <a:extLst>
                  <a:ext uri="{FF2B5EF4-FFF2-40B4-BE49-F238E27FC236}">
                    <a16:creationId xmlns:a16="http://schemas.microsoft.com/office/drawing/2014/main" id="{80612D28-554C-437A-A111-6B9AA175B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8390" y="2998735"/>
                <a:ext cx="0" cy="540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15" name="Rectangle 1508">
                <a:extLst>
                  <a:ext uri="{FF2B5EF4-FFF2-40B4-BE49-F238E27FC236}">
                    <a16:creationId xmlns:a16="http://schemas.microsoft.com/office/drawing/2014/main" id="{2083DB14-2763-43FA-A4C7-AB2C4526D7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591" y="3014935"/>
                <a:ext cx="5402" cy="54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16" name="Freeform 1509">
                <a:extLst>
                  <a:ext uri="{FF2B5EF4-FFF2-40B4-BE49-F238E27FC236}">
                    <a16:creationId xmlns:a16="http://schemas.microsoft.com/office/drawing/2014/main" id="{6565F30E-29DA-4DBF-B3A7-57ECCB741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9189" y="2928535"/>
                <a:ext cx="80998" cy="64802"/>
              </a:xfrm>
              <a:custGeom>
                <a:avLst/>
                <a:gdLst>
                  <a:gd name="T0" fmla="*/ 5 w 14"/>
                  <a:gd name="T1" fmla="*/ 0 h 11"/>
                  <a:gd name="T2" fmla="*/ 4 w 14"/>
                  <a:gd name="T3" fmla="*/ 2 h 11"/>
                  <a:gd name="T4" fmla="*/ 4 w 14"/>
                  <a:gd name="T5" fmla="*/ 2 h 11"/>
                  <a:gd name="T6" fmla="*/ 3 w 14"/>
                  <a:gd name="T7" fmla="*/ 5 h 11"/>
                  <a:gd name="T8" fmla="*/ 3 w 14"/>
                  <a:gd name="T9" fmla="*/ 5 h 11"/>
                  <a:gd name="T10" fmla="*/ 1 w 14"/>
                  <a:gd name="T11" fmla="*/ 7 h 11"/>
                  <a:gd name="T12" fmla="*/ 1 w 14"/>
                  <a:gd name="T13" fmla="*/ 8 h 11"/>
                  <a:gd name="T14" fmla="*/ 0 w 14"/>
                  <a:gd name="T15" fmla="*/ 9 h 11"/>
                  <a:gd name="T16" fmla="*/ 0 w 14"/>
                  <a:gd name="T17" fmla="*/ 9 h 11"/>
                  <a:gd name="T18" fmla="*/ 0 w 14"/>
                  <a:gd name="T19" fmla="*/ 9 h 11"/>
                  <a:gd name="T20" fmla="*/ 2 w 14"/>
                  <a:gd name="T21" fmla="*/ 9 h 11"/>
                  <a:gd name="T22" fmla="*/ 3 w 14"/>
                  <a:gd name="T23" fmla="*/ 10 h 11"/>
                  <a:gd name="T24" fmla="*/ 5 w 14"/>
                  <a:gd name="T25" fmla="*/ 11 h 11"/>
                  <a:gd name="T26" fmla="*/ 14 w 14"/>
                  <a:gd name="T27" fmla="*/ 0 h 11"/>
                  <a:gd name="T28" fmla="*/ 5 w 14"/>
                  <a:gd name="T2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" h="11">
                    <a:moveTo>
                      <a:pt x="5" y="0"/>
                    </a:moveTo>
                    <a:cubicBezTo>
                      <a:pt x="5" y="1"/>
                      <a:pt x="4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3" y="4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2" y="6"/>
                      <a:pt x="2" y="6"/>
                      <a:pt x="1" y="7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8"/>
                      <a:pt x="1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1" y="9"/>
                      <a:pt x="2" y="9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10"/>
                      <a:pt x="4" y="10"/>
                      <a:pt x="5" y="11"/>
                    </a:cubicBezTo>
                    <a:cubicBezTo>
                      <a:pt x="9" y="8"/>
                      <a:pt x="12" y="4"/>
                      <a:pt x="14" y="0"/>
                    </a:cubicBezTo>
                    <a:cubicBezTo>
                      <a:pt x="5" y="0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17" name="Freeform 1510">
                <a:extLst>
                  <a:ext uri="{FF2B5EF4-FFF2-40B4-BE49-F238E27FC236}">
                    <a16:creationId xmlns:a16="http://schemas.microsoft.com/office/drawing/2014/main" id="{74BDBCD2-4F05-42C3-9E10-E4120217D8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0791" y="293933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18" name="Freeform 1511">
                <a:extLst>
                  <a:ext uri="{FF2B5EF4-FFF2-40B4-BE49-F238E27FC236}">
                    <a16:creationId xmlns:a16="http://schemas.microsoft.com/office/drawing/2014/main" id="{67726A74-E4CA-4D58-8DC5-10F2E6EBC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4591" y="2971735"/>
                <a:ext cx="0" cy="540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19" name="Freeform 1512">
                <a:extLst>
                  <a:ext uri="{FF2B5EF4-FFF2-40B4-BE49-F238E27FC236}">
                    <a16:creationId xmlns:a16="http://schemas.microsoft.com/office/drawing/2014/main" id="{D9380995-09D0-42D7-9A1D-358E96119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5390" y="29609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20" name="Rectangle 1513">
                <a:extLst>
                  <a:ext uri="{FF2B5EF4-FFF2-40B4-BE49-F238E27FC236}">
                    <a16:creationId xmlns:a16="http://schemas.microsoft.com/office/drawing/2014/main" id="{8A58CE0B-6593-438E-83E0-C550E13B88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9189" y="2982534"/>
                <a:ext cx="5402" cy="54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21" name="Freeform 1514">
                <a:extLst>
                  <a:ext uri="{FF2B5EF4-FFF2-40B4-BE49-F238E27FC236}">
                    <a16:creationId xmlns:a16="http://schemas.microsoft.com/office/drawing/2014/main" id="{1D8CC2B3-7A56-41FD-A8C2-363042790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9988" y="2982534"/>
                <a:ext cx="5402" cy="540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lnTo>
                      <a:pt x="0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22" name="Freeform 1515">
                <a:extLst>
                  <a:ext uri="{FF2B5EF4-FFF2-40B4-BE49-F238E27FC236}">
                    <a16:creationId xmlns:a16="http://schemas.microsoft.com/office/drawing/2014/main" id="{1DB5D6DC-3CD8-45AC-9031-9F317161AA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992" y="2858336"/>
                <a:ext cx="70199" cy="59401"/>
              </a:xfrm>
              <a:custGeom>
                <a:avLst/>
                <a:gdLst>
                  <a:gd name="T0" fmla="*/ 2 w 12"/>
                  <a:gd name="T1" fmla="*/ 0 h 10"/>
                  <a:gd name="T2" fmla="*/ 2 w 12"/>
                  <a:gd name="T3" fmla="*/ 1 h 10"/>
                  <a:gd name="T4" fmla="*/ 2 w 12"/>
                  <a:gd name="T5" fmla="*/ 3 h 10"/>
                  <a:gd name="T6" fmla="*/ 1 w 12"/>
                  <a:gd name="T7" fmla="*/ 3 h 10"/>
                  <a:gd name="T8" fmla="*/ 0 w 12"/>
                  <a:gd name="T9" fmla="*/ 8 h 10"/>
                  <a:gd name="T10" fmla="*/ 0 w 12"/>
                  <a:gd name="T11" fmla="*/ 8 h 10"/>
                  <a:gd name="T12" fmla="*/ 0 w 12"/>
                  <a:gd name="T13" fmla="*/ 10 h 10"/>
                  <a:gd name="T14" fmla="*/ 0 w 12"/>
                  <a:gd name="T15" fmla="*/ 10 h 10"/>
                  <a:gd name="T16" fmla="*/ 0 w 12"/>
                  <a:gd name="T17" fmla="*/ 10 h 10"/>
                  <a:gd name="T18" fmla="*/ 9 w 12"/>
                  <a:gd name="T19" fmla="*/ 10 h 10"/>
                  <a:gd name="T20" fmla="*/ 12 w 12"/>
                  <a:gd name="T21" fmla="*/ 0 h 10"/>
                  <a:gd name="T22" fmla="*/ 2 w 12"/>
                  <a:gd name="T2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" h="10">
                    <a:moveTo>
                      <a:pt x="2" y="0"/>
                    </a:move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6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9"/>
                      <a:pt x="0" y="9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11" y="7"/>
                      <a:pt x="11" y="4"/>
                      <a:pt x="12" y="0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23" name="Freeform 1516">
                <a:extLst>
                  <a:ext uri="{FF2B5EF4-FFF2-40B4-BE49-F238E27FC236}">
                    <a16:creationId xmlns:a16="http://schemas.microsoft.com/office/drawing/2014/main" id="{89292D1E-5A26-48E6-A3C4-B1DAD277F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7791" y="2863733"/>
                <a:ext cx="0" cy="10799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0"/>
                      <a:pt x="0" y="1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24" name="Freeform 1517">
                <a:extLst>
                  <a:ext uri="{FF2B5EF4-FFF2-40B4-BE49-F238E27FC236}">
                    <a16:creationId xmlns:a16="http://schemas.microsoft.com/office/drawing/2014/main" id="{8F520691-4206-4AA9-8942-88AD59931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992" y="2874532"/>
                <a:ext cx="5402" cy="32401"/>
              </a:xfrm>
              <a:custGeom>
                <a:avLst/>
                <a:gdLst>
                  <a:gd name="T0" fmla="*/ 1 w 1"/>
                  <a:gd name="T1" fmla="*/ 0 h 5"/>
                  <a:gd name="T2" fmla="*/ 0 w 1"/>
                  <a:gd name="T3" fmla="*/ 5 h 5"/>
                  <a:gd name="T4" fmla="*/ 1 w 1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">
                    <a:moveTo>
                      <a:pt x="1" y="0"/>
                    </a:moveTo>
                    <a:cubicBezTo>
                      <a:pt x="1" y="1"/>
                      <a:pt x="1" y="3"/>
                      <a:pt x="0" y="5"/>
                    </a:cubicBezTo>
                    <a:cubicBezTo>
                      <a:pt x="1" y="3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25" name="Freeform 1518">
                <a:extLst>
                  <a:ext uri="{FF2B5EF4-FFF2-40B4-BE49-F238E27FC236}">
                    <a16:creationId xmlns:a16="http://schemas.microsoft.com/office/drawing/2014/main" id="{4AA60DEA-ED6C-4C83-A995-8B778FB35A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992" y="2906933"/>
                <a:ext cx="0" cy="10799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26" name="Freeform 1519">
                <a:extLst>
                  <a:ext uri="{FF2B5EF4-FFF2-40B4-BE49-F238E27FC236}">
                    <a16:creationId xmlns:a16="http://schemas.microsoft.com/office/drawing/2014/main" id="{5C231B3C-D188-493C-B0D6-4B59EFA0A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3189" y="2712535"/>
                <a:ext cx="75601" cy="64802"/>
              </a:xfrm>
              <a:custGeom>
                <a:avLst/>
                <a:gdLst>
                  <a:gd name="T0" fmla="*/ 13 w 13"/>
                  <a:gd name="T1" fmla="*/ 2 h 11"/>
                  <a:gd name="T2" fmla="*/ 9 w 13"/>
                  <a:gd name="T3" fmla="*/ 0 h 11"/>
                  <a:gd name="T4" fmla="*/ 0 w 13"/>
                  <a:gd name="T5" fmla="*/ 11 h 11"/>
                  <a:gd name="T6" fmla="*/ 9 w 13"/>
                  <a:gd name="T7" fmla="*/ 11 h 11"/>
                  <a:gd name="T8" fmla="*/ 9 w 13"/>
                  <a:gd name="T9" fmla="*/ 11 h 11"/>
                  <a:gd name="T10" fmla="*/ 10 w 13"/>
                  <a:gd name="T11" fmla="*/ 10 h 11"/>
                  <a:gd name="T12" fmla="*/ 10 w 13"/>
                  <a:gd name="T13" fmla="*/ 9 h 11"/>
                  <a:gd name="T14" fmla="*/ 11 w 13"/>
                  <a:gd name="T15" fmla="*/ 6 h 11"/>
                  <a:gd name="T16" fmla="*/ 11 w 13"/>
                  <a:gd name="T17" fmla="*/ 6 h 11"/>
                  <a:gd name="T18" fmla="*/ 12 w 13"/>
                  <a:gd name="T19" fmla="*/ 4 h 11"/>
                  <a:gd name="T20" fmla="*/ 13 w 13"/>
                  <a:gd name="T21" fmla="*/ 3 h 11"/>
                  <a:gd name="T22" fmla="*/ 13 w 13"/>
                  <a:gd name="T23" fmla="*/ 2 h 11"/>
                  <a:gd name="T24" fmla="*/ 13 w 13"/>
                  <a:gd name="T25" fmla="*/ 2 h 11"/>
                  <a:gd name="T26" fmla="*/ 13 w 13"/>
                  <a:gd name="T27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11">
                    <a:moveTo>
                      <a:pt x="13" y="2"/>
                    </a:moveTo>
                    <a:cubicBezTo>
                      <a:pt x="12" y="1"/>
                      <a:pt x="11" y="1"/>
                      <a:pt x="9" y="0"/>
                    </a:cubicBezTo>
                    <a:cubicBezTo>
                      <a:pt x="5" y="3"/>
                      <a:pt x="2" y="7"/>
                      <a:pt x="0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9" y="11"/>
                      <a:pt x="9" y="10"/>
                      <a:pt x="10" y="10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0" y="8"/>
                      <a:pt x="11" y="7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2" y="5"/>
                      <a:pt x="12" y="4"/>
                      <a:pt x="12" y="4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3" y="3"/>
                      <a:pt x="13" y="2"/>
                      <a:pt x="13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2"/>
                      <a:pt x="13" y="2"/>
                      <a:pt x="13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27" name="Freeform 1520">
                <a:extLst>
                  <a:ext uri="{FF2B5EF4-FFF2-40B4-BE49-F238E27FC236}">
                    <a16:creationId xmlns:a16="http://schemas.microsoft.com/office/drawing/2014/main" id="{EF05221B-506A-44F3-95B2-B1044F51F1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3389" y="2728736"/>
                <a:ext cx="5402" cy="540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28" name="Freeform 1521">
                <a:extLst>
                  <a:ext uri="{FF2B5EF4-FFF2-40B4-BE49-F238E27FC236}">
                    <a16:creationId xmlns:a16="http://schemas.microsoft.com/office/drawing/2014/main" id="{86430F1A-B634-4042-884A-55A7EE0AA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991" y="27449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29" name="Freeform 1522">
                <a:extLst>
                  <a:ext uri="{FF2B5EF4-FFF2-40B4-BE49-F238E27FC236}">
                    <a16:creationId xmlns:a16="http://schemas.microsoft.com/office/drawing/2014/main" id="{3E4A7F26-FE1E-4090-B268-3044F8C59D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2590" y="2766534"/>
                <a:ext cx="0" cy="540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0" name="Freeform 1523">
                <a:extLst>
                  <a:ext uri="{FF2B5EF4-FFF2-40B4-BE49-F238E27FC236}">
                    <a16:creationId xmlns:a16="http://schemas.microsoft.com/office/drawing/2014/main" id="{08C25377-E21C-43C9-9034-169C26E44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991" y="2680134"/>
                <a:ext cx="53999" cy="43200"/>
              </a:xfrm>
              <a:custGeom>
                <a:avLst/>
                <a:gdLst>
                  <a:gd name="T0" fmla="*/ 2 w 9"/>
                  <a:gd name="T1" fmla="*/ 3 h 7"/>
                  <a:gd name="T2" fmla="*/ 2 w 9"/>
                  <a:gd name="T3" fmla="*/ 3 h 7"/>
                  <a:gd name="T4" fmla="*/ 2 w 9"/>
                  <a:gd name="T5" fmla="*/ 4 h 7"/>
                  <a:gd name="T6" fmla="*/ 1 w 9"/>
                  <a:gd name="T7" fmla="*/ 4 h 7"/>
                  <a:gd name="T8" fmla="*/ 1 w 9"/>
                  <a:gd name="T9" fmla="*/ 5 h 7"/>
                  <a:gd name="T10" fmla="*/ 0 w 9"/>
                  <a:gd name="T11" fmla="*/ 5 h 7"/>
                  <a:gd name="T12" fmla="*/ 0 w 9"/>
                  <a:gd name="T13" fmla="*/ 6 h 7"/>
                  <a:gd name="T14" fmla="*/ 0 w 9"/>
                  <a:gd name="T15" fmla="*/ 6 h 7"/>
                  <a:gd name="T16" fmla="*/ 1 w 9"/>
                  <a:gd name="T17" fmla="*/ 6 h 7"/>
                  <a:gd name="T18" fmla="*/ 2 w 9"/>
                  <a:gd name="T19" fmla="*/ 6 h 7"/>
                  <a:gd name="T20" fmla="*/ 4 w 9"/>
                  <a:gd name="T21" fmla="*/ 7 h 7"/>
                  <a:gd name="T22" fmla="*/ 5 w 9"/>
                  <a:gd name="T23" fmla="*/ 7 h 7"/>
                  <a:gd name="T24" fmla="*/ 7 w 9"/>
                  <a:gd name="T25" fmla="*/ 7 h 7"/>
                  <a:gd name="T26" fmla="*/ 8 w 9"/>
                  <a:gd name="T27" fmla="*/ 7 h 7"/>
                  <a:gd name="T28" fmla="*/ 9 w 9"/>
                  <a:gd name="T29" fmla="*/ 7 h 7"/>
                  <a:gd name="T30" fmla="*/ 9 w 9"/>
                  <a:gd name="T31" fmla="*/ 0 h 7"/>
                  <a:gd name="T32" fmla="*/ 4 w 9"/>
                  <a:gd name="T33" fmla="*/ 0 h 7"/>
                  <a:gd name="T34" fmla="*/ 2 w 9"/>
                  <a:gd name="T35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" h="7">
                    <a:moveTo>
                      <a:pt x="2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3" y="7"/>
                      <a:pt x="3" y="7"/>
                      <a:pt x="4" y="7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7"/>
                      <a:pt x="6" y="7"/>
                      <a:pt x="7" y="7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7"/>
                      <a:pt x="8" y="7"/>
                      <a:pt x="9" y="7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7" y="0"/>
                      <a:pt x="6" y="0"/>
                      <a:pt x="4" y="0"/>
                    </a:cubicBezTo>
                    <a:cubicBezTo>
                      <a:pt x="4" y="1"/>
                      <a:pt x="3" y="2"/>
                      <a:pt x="2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1" name="Freeform 1524">
                <a:extLst>
                  <a:ext uri="{FF2B5EF4-FFF2-40B4-BE49-F238E27FC236}">
                    <a16:creationId xmlns:a16="http://schemas.microsoft.com/office/drawing/2014/main" id="{4A995A3D-8318-48DF-B498-B187BEF91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7392" y="2723334"/>
                <a:ext cx="10799" cy="0"/>
              </a:xfrm>
              <a:custGeom>
                <a:avLst/>
                <a:gdLst>
                  <a:gd name="T0" fmla="*/ 0 w 2"/>
                  <a:gd name="T1" fmla="*/ 2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2" name="Freeform 1525">
                <a:extLst>
                  <a:ext uri="{FF2B5EF4-FFF2-40B4-BE49-F238E27FC236}">
                    <a16:creationId xmlns:a16="http://schemas.microsoft.com/office/drawing/2014/main" id="{06346F58-55C1-41E8-8846-F89C9B93E1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588" y="2723334"/>
                <a:ext cx="540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3" name="Freeform 1526">
                <a:extLst>
                  <a:ext uri="{FF2B5EF4-FFF2-40B4-BE49-F238E27FC236}">
                    <a16:creationId xmlns:a16="http://schemas.microsoft.com/office/drawing/2014/main" id="{F9788795-9E66-41A0-AE1D-59EA7058A2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5790" y="2717932"/>
                <a:ext cx="16201" cy="5402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4" name="Freeform 1527">
                <a:extLst>
                  <a:ext uri="{FF2B5EF4-FFF2-40B4-BE49-F238E27FC236}">
                    <a16:creationId xmlns:a16="http://schemas.microsoft.com/office/drawing/2014/main" id="{DBC4FF93-E8E9-4E33-9431-85134EC8EE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991" y="2717932"/>
                <a:ext cx="540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5" name="Freeform 1528">
                <a:extLst>
                  <a:ext uri="{FF2B5EF4-FFF2-40B4-BE49-F238E27FC236}">
                    <a16:creationId xmlns:a16="http://schemas.microsoft.com/office/drawing/2014/main" id="{C2EA905D-C01F-4874-B694-2A059DA5B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991" y="2685536"/>
                <a:ext cx="32401" cy="26999"/>
              </a:xfrm>
              <a:custGeom>
                <a:avLst/>
                <a:gdLst>
                  <a:gd name="T0" fmla="*/ 1 w 6"/>
                  <a:gd name="T1" fmla="*/ 3 h 4"/>
                  <a:gd name="T2" fmla="*/ 1 w 6"/>
                  <a:gd name="T3" fmla="*/ 3 h 4"/>
                  <a:gd name="T4" fmla="*/ 3 w 6"/>
                  <a:gd name="T5" fmla="*/ 4 h 4"/>
                  <a:gd name="T6" fmla="*/ 4 w 6"/>
                  <a:gd name="T7" fmla="*/ 4 h 4"/>
                  <a:gd name="T8" fmla="*/ 4 w 6"/>
                  <a:gd name="T9" fmla="*/ 3 h 4"/>
                  <a:gd name="T10" fmla="*/ 4 w 6"/>
                  <a:gd name="T11" fmla="*/ 3 h 4"/>
                  <a:gd name="T12" fmla="*/ 5 w 6"/>
                  <a:gd name="T13" fmla="*/ 2 h 4"/>
                  <a:gd name="T14" fmla="*/ 5 w 6"/>
                  <a:gd name="T15" fmla="*/ 2 h 4"/>
                  <a:gd name="T16" fmla="*/ 5 w 6"/>
                  <a:gd name="T17" fmla="*/ 1 h 4"/>
                  <a:gd name="T18" fmla="*/ 6 w 6"/>
                  <a:gd name="T19" fmla="*/ 0 h 4"/>
                  <a:gd name="T20" fmla="*/ 6 w 6"/>
                  <a:gd name="T21" fmla="*/ 0 h 4"/>
                  <a:gd name="T22" fmla="*/ 6 w 6"/>
                  <a:gd name="T23" fmla="*/ 0 h 4"/>
                  <a:gd name="T24" fmla="*/ 0 w 6"/>
                  <a:gd name="T25" fmla="*/ 3 h 4"/>
                  <a:gd name="T26" fmla="*/ 1 w 6"/>
                  <a:gd name="T27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4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1"/>
                      <a:pt x="2" y="2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6" name="Freeform 1529">
                <a:extLst>
                  <a:ext uri="{FF2B5EF4-FFF2-40B4-BE49-F238E27FC236}">
                    <a16:creationId xmlns:a16="http://schemas.microsoft.com/office/drawing/2014/main" id="{7AF8E360-73E1-4836-B314-17F9724F4A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991" y="2707133"/>
                <a:ext cx="540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7" name="Freeform 1530">
                <a:extLst>
                  <a:ext uri="{FF2B5EF4-FFF2-40B4-BE49-F238E27FC236}">
                    <a16:creationId xmlns:a16="http://schemas.microsoft.com/office/drawing/2014/main" id="{2D162C5A-789A-4D04-BDFB-0F6DE99948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3389" y="2707133"/>
                <a:ext cx="10799" cy="5402"/>
              </a:xfrm>
              <a:custGeom>
                <a:avLst/>
                <a:gdLst>
                  <a:gd name="T0" fmla="*/ 2 w 2"/>
                  <a:gd name="T1" fmla="*/ 1 h 1"/>
                  <a:gd name="T2" fmla="*/ 2 w 2"/>
                  <a:gd name="T3" fmla="*/ 1 h 1"/>
                  <a:gd name="T4" fmla="*/ 0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1" y="1"/>
                      <a:pt x="0" y="0"/>
                    </a:cubicBezTo>
                    <a:cubicBezTo>
                      <a:pt x="1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8" name="Freeform 1531">
                <a:extLst>
                  <a:ext uri="{FF2B5EF4-FFF2-40B4-BE49-F238E27FC236}">
                    <a16:creationId xmlns:a16="http://schemas.microsoft.com/office/drawing/2014/main" id="{67EEA5AF-8B4A-43AB-BF94-3466DE637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0388" y="268553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9" name="Freeform 1532">
                <a:extLst>
                  <a:ext uri="{FF2B5EF4-FFF2-40B4-BE49-F238E27FC236}">
                    <a16:creationId xmlns:a16="http://schemas.microsoft.com/office/drawing/2014/main" id="{3F9686B2-0D50-4C13-A2A2-EBFCDFF5F6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9589" y="2707133"/>
                <a:ext cx="0" cy="540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40" name="Freeform 1533">
                <a:extLst>
                  <a:ext uri="{FF2B5EF4-FFF2-40B4-BE49-F238E27FC236}">
                    <a16:creationId xmlns:a16="http://schemas.microsoft.com/office/drawing/2014/main" id="{EC103DDD-1ADD-42D6-BFF3-7E148DDA19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9589" y="2701732"/>
                <a:ext cx="5402" cy="540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41" name="Freeform 1534">
                <a:extLst>
                  <a:ext uri="{FF2B5EF4-FFF2-40B4-BE49-F238E27FC236}">
                    <a16:creationId xmlns:a16="http://schemas.microsoft.com/office/drawing/2014/main" id="{13DEFAD3-2D12-410B-A29C-DF226025F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991" y="2696335"/>
                <a:ext cx="0" cy="540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42" name="Freeform 1535">
                <a:extLst>
                  <a:ext uri="{FF2B5EF4-FFF2-40B4-BE49-F238E27FC236}">
                    <a16:creationId xmlns:a16="http://schemas.microsoft.com/office/drawing/2014/main" id="{6B1E5CA1-5483-43F0-88C0-01ECEA191E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3189" y="2928535"/>
                <a:ext cx="75601" cy="59401"/>
              </a:xfrm>
              <a:custGeom>
                <a:avLst/>
                <a:gdLst>
                  <a:gd name="T0" fmla="*/ 13 w 13"/>
                  <a:gd name="T1" fmla="*/ 8 h 10"/>
                  <a:gd name="T2" fmla="*/ 12 w 13"/>
                  <a:gd name="T3" fmla="*/ 7 h 10"/>
                  <a:gd name="T4" fmla="*/ 11 w 13"/>
                  <a:gd name="T5" fmla="*/ 5 h 10"/>
                  <a:gd name="T6" fmla="*/ 11 w 13"/>
                  <a:gd name="T7" fmla="*/ 5 h 10"/>
                  <a:gd name="T8" fmla="*/ 10 w 13"/>
                  <a:gd name="T9" fmla="*/ 2 h 10"/>
                  <a:gd name="T10" fmla="*/ 10 w 13"/>
                  <a:gd name="T11" fmla="*/ 2 h 10"/>
                  <a:gd name="T12" fmla="*/ 9 w 13"/>
                  <a:gd name="T13" fmla="*/ 0 h 10"/>
                  <a:gd name="T14" fmla="*/ 9 w 13"/>
                  <a:gd name="T15" fmla="*/ 0 h 10"/>
                  <a:gd name="T16" fmla="*/ 0 w 13"/>
                  <a:gd name="T17" fmla="*/ 0 h 10"/>
                  <a:gd name="T18" fmla="*/ 9 w 13"/>
                  <a:gd name="T19" fmla="*/ 10 h 10"/>
                  <a:gd name="T20" fmla="*/ 11 w 13"/>
                  <a:gd name="T21" fmla="*/ 10 h 10"/>
                  <a:gd name="T22" fmla="*/ 12 w 13"/>
                  <a:gd name="T23" fmla="*/ 9 h 10"/>
                  <a:gd name="T24" fmla="*/ 13 w 13"/>
                  <a:gd name="T25" fmla="*/ 9 h 10"/>
                  <a:gd name="T26" fmla="*/ 13 w 13"/>
                  <a:gd name="T27" fmla="*/ 9 h 10"/>
                  <a:gd name="T28" fmla="*/ 13 w 13"/>
                  <a:gd name="T29" fmla="*/ 9 h 10"/>
                  <a:gd name="T30" fmla="*/ 13 w 13"/>
                  <a:gd name="T31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" h="10">
                    <a:moveTo>
                      <a:pt x="13" y="8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2" y="6"/>
                      <a:pt x="12" y="6"/>
                      <a:pt x="11" y="5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1" y="4"/>
                      <a:pt x="10" y="3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9" y="1"/>
                      <a:pt x="9" y="1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" y="4"/>
                      <a:pt x="5" y="8"/>
                      <a:pt x="9" y="10"/>
                    </a:cubicBezTo>
                    <a:cubicBezTo>
                      <a:pt x="10" y="10"/>
                      <a:pt x="11" y="10"/>
                      <a:pt x="11" y="1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2" y="9"/>
                      <a:pt x="13" y="9"/>
                      <a:pt x="13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9"/>
                      <a:pt x="13" y="8"/>
                      <a:pt x="13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43" name="Freeform 1536">
                <a:extLst>
                  <a:ext uri="{FF2B5EF4-FFF2-40B4-BE49-F238E27FC236}">
                    <a16:creationId xmlns:a16="http://schemas.microsoft.com/office/drawing/2014/main" id="{6FC1474F-193F-4BC6-A661-CA85AD93D5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3389" y="2971735"/>
                <a:ext cx="5402" cy="540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lnTo>
                      <a:pt x="0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44" name="Freeform 1537">
                <a:extLst>
                  <a:ext uri="{FF2B5EF4-FFF2-40B4-BE49-F238E27FC236}">
                    <a16:creationId xmlns:a16="http://schemas.microsoft.com/office/drawing/2014/main" id="{F1070E10-F87D-4C98-B473-C3F156A36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991" y="29609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45" name="Freeform 1538">
                <a:extLst>
                  <a:ext uri="{FF2B5EF4-FFF2-40B4-BE49-F238E27FC236}">
                    <a16:creationId xmlns:a16="http://schemas.microsoft.com/office/drawing/2014/main" id="{C7EA93C6-D509-4D1F-BB8C-244DB1DC7D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2590" y="293933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46" name="Freeform 1539">
                <a:extLst>
                  <a:ext uri="{FF2B5EF4-FFF2-40B4-BE49-F238E27FC236}">
                    <a16:creationId xmlns:a16="http://schemas.microsoft.com/office/drawing/2014/main" id="{041A22B1-D266-4947-92F3-7A9B57224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991" y="2982534"/>
                <a:ext cx="5402" cy="540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47" name="Rectangle 1540">
                <a:extLst>
                  <a:ext uri="{FF2B5EF4-FFF2-40B4-BE49-F238E27FC236}">
                    <a16:creationId xmlns:a16="http://schemas.microsoft.com/office/drawing/2014/main" id="{48F2D816-F5BC-43F7-97D9-39D6128C57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8790" y="2982534"/>
                <a:ext cx="5402" cy="54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48" name="Freeform 1541">
                <a:extLst>
                  <a:ext uri="{FF2B5EF4-FFF2-40B4-BE49-F238E27FC236}">
                    <a16:creationId xmlns:a16="http://schemas.microsoft.com/office/drawing/2014/main" id="{2362ADAA-B76B-4F07-88C6-BA37F8B6D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989" y="2858336"/>
                <a:ext cx="70199" cy="59401"/>
              </a:xfrm>
              <a:custGeom>
                <a:avLst/>
                <a:gdLst>
                  <a:gd name="T0" fmla="*/ 11 w 12"/>
                  <a:gd name="T1" fmla="*/ 8 h 10"/>
                  <a:gd name="T2" fmla="*/ 11 w 12"/>
                  <a:gd name="T3" fmla="*/ 6 h 10"/>
                  <a:gd name="T4" fmla="*/ 10 w 12"/>
                  <a:gd name="T5" fmla="*/ 5 h 10"/>
                  <a:gd name="T6" fmla="*/ 10 w 12"/>
                  <a:gd name="T7" fmla="*/ 3 h 10"/>
                  <a:gd name="T8" fmla="*/ 10 w 12"/>
                  <a:gd name="T9" fmla="*/ 2 h 10"/>
                  <a:gd name="T10" fmla="*/ 10 w 12"/>
                  <a:gd name="T11" fmla="*/ 0 h 10"/>
                  <a:gd name="T12" fmla="*/ 10 w 12"/>
                  <a:gd name="T13" fmla="*/ 0 h 10"/>
                  <a:gd name="T14" fmla="*/ 0 w 12"/>
                  <a:gd name="T15" fmla="*/ 0 h 10"/>
                  <a:gd name="T16" fmla="*/ 2 w 12"/>
                  <a:gd name="T17" fmla="*/ 10 h 10"/>
                  <a:gd name="T18" fmla="*/ 12 w 12"/>
                  <a:gd name="T19" fmla="*/ 10 h 10"/>
                  <a:gd name="T20" fmla="*/ 12 w 12"/>
                  <a:gd name="T21" fmla="*/ 10 h 10"/>
                  <a:gd name="T22" fmla="*/ 11 w 12"/>
                  <a:gd name="T23" fmla="*/ 9 h 10"/>
                  <a:gd name="T24" fmla="*/ 11 w 12"/>
                  <a:gd name="T25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" h="10">
                    <a:moveTo>
                      <a:pt x="11" y="8"/>
                    </a:moveTo>
                    <a:cubicBezTo>
                      <a:pt x="11" y="8"/>
                      <a:pt x="11" y="7"/>
                      <a:pt x="11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5"/>
                      <a:pt x="10" y="4"/>
                      <a:pt x="10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1"/>
                      <a:pt x="10" y="1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1" y="7"/>
                      <a:pt x="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1" y="9"/>
                      <a:pt x="11" y="9"/>
                      <a:pt x="11" y="9"/>
                    </a:cubicBezTo>
                    <a:lnTo>
                      <a:pt x="1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49" name="Freeform 1542">
                <a:extLst>
                  <a:ext uri="{FF2B5EF4-FFF2-40B4-BE49-F238E27FC236}">
                    <a16:creationId xmlns:a16="http://schemas.microsoft.com/office/drawing/2014/main" id="{30E1D8DB-E870-43E1-9731-0205F7D153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992" y="2885335"/>
                <a:ext cx="10799" cy="10799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2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50" name="Freeform 1543">
                <a:extLst>
                  <a:ext uri="{FF2B5EF4-FFF2-40B4-BE49-F238E27FC236}">
                    <a16:creationId xmlns:a16="http://schemas.microsoft.com/office/drawing/2014/main" id="{AE25239B-BD56-4821-BF25-BBB2CAA1E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992" y="2869135"/>
                <a:ext cx="0" cy="540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51" name="Freeform 1544">
                <a:extLst>
                  <a:ext uri="{FF2B5EF4-FFF2-40B4-BE49-F238E27FC236}">
                    <a16:creationId xmlns:a16="http://schemas.microsoft.com/office/drawing/2014/main" id="{24250485-4E7D-4AD8-80C0-3953C21D2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1791" y="2906933"/>
                <a:ext cx="0" cy="540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52" name="Freeform 1545">
                <a:extLst>
                  <a:ext uri="{FF2B5EF4-FFF2-40B4-BE49-F238E27FC236}">
                    <a16:creationId xmlns:a16="http://schemas.microsoft.com/office/drawing/2014/main" id="{33C648FF-B80F-458E-AF2E-66F132CD3F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989" y="2788132"/>
                <a:ext cx="70199" cy="64802"/>
              </a:xfrm>
              <a:custGeom>
                <a:avLst/>
                <a:gdLst>
                  <a:gd name="T0" fmla="*/ 2 w 12"/>
                  <a:gd name="T1" fmla="*/ 0 h 11"/>
                  <a:gd name="T2" fmla="*/ 0 w 12"/>
                  <a:gd name="T3" fmla="*/ 11 h 11"/>
                  <a:gd name="T4" fmla="*/ 10 w 12"/>
                  <a:gd name="T5" fmla="*/ 11 h 11"/>
                  <a:gd name="T6" fmla="*/ 10 w 12"/>
                  <a:gd name="T7" fmla="*/ 5 h 11"/>
                  <a:gd name="T8" fmla="*/ 11 w 12"/>
                  <a:gd name="T9" fmla="*/ 4 h 11"/>
                  <a:gd name="T10" fmla="*/ 11 w 12"/>
                  <a:gd name="T11" fmla="*/ 2 h 11"/>
                  <a:gd name="T12" fmla="*/ 11 w 12"/>
                  <a:gd name="T13" fmla="*/ 1 h 11"/>
                  <a:gd name="T14" fmla="*/ 12 w 12"/>
                  <a:gd name="T15" fmla="*/ 0 h 11"/>
                  <a:gd name="T16" fmla="*/ 12 w 12"/>
                  <a:gd name="T17" fmla="*/ 0 h 11"/>
                  <a:gd name="T18" fmla="*/ 2 w 12"/>
                  <a:gd name="T1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11">
                    <a:moveTo>
                      <a:pt x="2" y="0"/>
                    </a:moveTo>
                    <a:cubicBezTo>
                      <a:pt x="0" y="3"/>
                      <a:pt x="0" y="7"/>
                      <a:pt x="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9"/>
                      <a:pt x="10" y="7"/>
                      <a:pt x="10" y="5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4"/>
                      <a:pt x="11" y="3"/>
                      <a:pt x="11" y="2"/>
                    </a:cubicBezTo>
                    <a:cubicBezTo>
                      <a:pt x="11" y="2"/>
                      <a:pt x="11" y="1"/>
                      <a:pt x="11" y="1"/>
                    </a:cubicBezTo>
                    <a:cubicBezTo>
                      <a:pt x="11" y="1"/>
                      <a:pt x="11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53" name="Freeform 1546">
                <a:extLst>
                  <a:ext uri="{FF2B5EF4-FFF2-40B4-BE49-F238E27FC236}">
                    <a16:creationId xmlns:a16="http://schemas.microsoft.com/office/drawing/2014/main" id="{04559D00-9CC7-4B68-8E0A-6D4DCC7F6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1791" y="2793533"/>
                <a:ext cx="0" cy="540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54" name="Freeform 1547">
                <a:extLst>
                  <a:ext uri="{FF2B5EF4-FFF2-40B4-BE49-F238E27FC236}">
                    <a16:creationId xmlns:a16="http://schemas.microsoft.com/office/drawing/2014/main" id="{454FA72A-9CAC-4E56-9E94-634DC48509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992" y="2809734"/>
                <a:ext cx="10799" cy="5402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lnTo>
                      <a:pt x="2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55" name="Freeform 1548">
                <a:extLst>
                  <a:ext uri="{FF2B5EF4-FFF2-40B4-BE49-F238E27FC236}">
                    <a16:creationId xmlns:a16="http://schemas.microsoft.com/office/drawing/2014/main" id="{0F09A034-C0CE-4BA7-8CD6-9540DF529F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390" y="2804332"/>
                <a:ext cx="351002" cy="615599"/>
              </a:xfrm>
              <a:custGeom>
                <a:avLst/>
                <a:gdLst>
                  <a:gd name="T0" fmla="*/ 29 w 59"/>
                  <a:gd name="T1" fmla="*/ 35 h 104"/>
                  <a:gd name="T2" fmla="*/ 21 w 59"/>
                  <a:gd name="T3" fmla="*/ 39 h 104"/>
                  <a:gd name="T4" fmla="*/ 37 w 59"/>
                  <a:gd name="T5" fmla="*/ 56 h 104"/>
                  <a:gd name="T6" fmla="*/ 34 w 59"/>
                  <a:gd name="T7" fmla="*/ 64 h 104"/>
                  <a:gd name="T8" fmla="*/ 15 w 59"/>
                  <a:gd name="T9" fmla="*/ 47 h 104"/>
                  <a:gd name="T10" fmla="*/ 7 w 59"/>
                  <a:gd name="T11" fmla="*/ 1 h 104"/>
                  <a:gd name="T12" fmla="*/ 1 w 59"/>
                  <a:gd name="T13" fmla="*/ 56 h 104"/>
                  <a:gd name="T14" fmla="*/ 26 w 59"/>
                  <a:gd name="T15" fmla="*/ 99 h 104"/>
                  <a:gd name="T16" fmla="*/ 58 w 59"/>
                  <a:gd name="T17" fmla="*/ 102 h 104"/>
                  <a:gd name="T18" fmla="*/ 56 w 59"/>
                  <a:gd name="T19" fmla="*/ 54 h 104"/>
                  <a:gd name="T20" fmla="*/ 29 w 59"/>
                  <a:gd name="T21" fmla="*/ 35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9" h="104">
                    <a:moveTo>
                      <a:pt x="29" y="35"/>
                    </a:moveTo>
                    <a:cubicBezTo>
                      <a:pt x="27" y="33"/>
                      <a:pt x="22" y="33"/>
                      <a:pt x="21" y="39"/>
                    </a:cubicBezTo>
                    <a:cubicBezTo>
                      <a:pt x="21" y="45"/>
                      <a:pt x="35" y="51"/>
                      <a:pt x="37" y="56"/>
                    </a:cubicBezTo>
                    <a:cubicBezTo>
                      <a:pt x="40" y="61"/>
                      <a:pt x="38" y="63"/>
                      <a:pt x="34" y="64"/>
                    </a:cubicBezTo>
                    <a:cubicBezTo>
                      <a:pt x="30" y="64"/>
                      <a:pt x="17" y="49"/>
                      <a:pt x="15" y="47"/>
                    </a:cubicBezTo>
                    <a:cubicBezTo>
                      <a:pt x="13" y="44"/>
                      <a:pt x="15" y="1"/>
                      <a:pt x="7" y="1"/>
                    </a:cubicBezTo>
                    <a:cubicBezTo>
                      <a:pt x="0" y="0"/>
                      <a:pt x="0" y="18"/>
                      <a:pt x="1" y="56"/>
                    </a:cubicBezTo>
                    <a:cubicBezTo>
                      <a:pt x="27" y="85"/>
                      <a:pt x="26" y="99"/>
                      <a:pt x="26" y="99"/>
                    </a:cubicBezTo>
                    <a:cubicBezTo>
                      <a:pt x="26" y="99"/>
                      <a:pt x="52" y="104"/>
                      <a:pt x="58" y="102"/>
                    </a:cubicBezTo>
                    <a:cubicBezTo>
                      <a:pt x="58" y="102"/>
                      <a:pt x="59" y="60"/>
                      <a:pt x="56" y="54"/>
                    </a:cubicBezTo>
                    <a:cubicBezTo>
                      <a:pt x="54" y="48"/>
                      <a:pt x="32" y="37"/>
                      <a:pt x="29" y="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dirty="0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56" name="Freeform 1549">
                <a:extLst>
                  <a:ext uri="{FF2B5EF4-FFF2-40B4-BE49-F238E27FC236}">
                    <a16:creationId xmlns:a16="http://schemas.microsoft.com/office/drawing/2014/main" id="{3BDCC857-6652-4B29-B250-20B189C8E4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6788" y="2804332"/>
                <a:ext cx="345600" cy="615599"/>
              </a:xfrm>
              <a:custGeom>
                <a:avLst/>
                <a:gdLst>
                  <a:gd name="T0" fmla="*/ 51 w 59"/>
                  <a:gd name="T1" fmla="*/ 1 h 104"/>
                  <a:gd name="T2" fmla="*/ 43 w 59"/>
                  <a:gd name="T3" fmla="*/ 47 h 104"/>
                  <a:gd name="T4" fmla="*/ 25 w 59"/>
                  <a:gd name="T5" fmla="*/ 64 h 104"/>
                  <a:gd name="T6" fmla="*/ 21 w 59"/>
                  <a:gd name="T7" fmla="*/ 56 h 104"/>
                  <a:gd name="T8" fmla="*/ 37 w 59"/>
                  <a:gd name="T9" fmla="*/ 39 h 104"/>
                  <a:gd name="T10" fmla="*/ 29 w 59"/>
                  <a:gd name="T11" fmla="*/ 35 h 104"/>
                  <a:gd name="T12" fmla="*/ 2 w 59"/>
                  <a:gd name="T13" fmla="*/ 54 h 104"/>
                  <a:gd name="T14" fmla="*/ 1 w 59"/>
                  <a:gd name="T15" fmla="*/ 102 h 104"/>
                  <a:gd name="T16" fmla="*/ 32 w 59"/>
                  <a:gd name="T17" fmla="*/ 99 h 104"/>
                  <a:gd name="T18" fmla="*/ 58 w 59"/>
                  <a:gd name="T19" fmla="*/ 56 h 104"/>
                  <a:gd name="T20" fmla="*/ 51 w 59"/>
                  <a:gd name="T21" fmla="*/ 1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9" h="104">
                    <a:moveTo>
                      <a:pt x="51" y="1"/>
                    </a:moveTo>
                    <a:cubicBezTo>
                      <a:pt x="43" y="1"/>
                      <a:pt x="45" y="44"/>
                      <a:pt x="43" y="47"/>
                    </a:cubicBezTo>
                    <a:cubicBezTo>
                      <a:pt x="42" y="49"/>
                      <a:pt x="29" y="64"/>
                      <a:pt x="25" y="64"/>
                    </a:cubicBezTo>
                    <a:cubicBezTo>
                      <a:pt x="21" y="63"/>
                      <a:pt x="19" y="61"/>
                      <a:pt x="21" y="56"/>
                    </a:cubicBezTo>
                    <a:cubicBezTo>
                      <a:pt x="23" y="51"/>
                      <a:pt x="38" y="45"/>
                      <a:pt x="37" y="39"/>
                    </a:cubicBezTo>
                    <a:cubicBezTo>
                      <a:pt x="37" y="33"/>
                      <a:pt x="32" y="33"/>
                      <a:pt x="29" y="35"/>
                    </a:cubicBezTo>
                    <a:cubicBezTo>
                      <a:pt x="27" y="37"/>
                      <a:pt x="5" y="48"/>
                      <a:pt x="2" y="54"/>
                    </a:cubicBezTo>
                    <a:cubicBezTo>
                      <a:pt x="0" y="60"/>
                      <a:pt x="1" y="102"/>
                      <a:pt x="1" y="102"/>
                    </a:cubicBezTo>
                    <a:cubicBezTo>
                      <a:pt x="7" y="104"/>
                      <a:pt x="32" y="99"/>
                      <a:pt x="32" y="99"/>
                    </a:cubicBezTo>
                    <a:cubicBezTo>
                      <a:pt x="32" y="99"/>
                      <a:pt x="32" y="85"/>
                      <a:pt x="58" y="56"/>
                    </a:cubicBezTo>
                    <a:cubicBezTo>
                      <a:pt x="59" y="18"/>
                      <a:pt x="59" y="0"/>
                      <a:pt x="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  <p:sp>
          <p:nvSpPr>
            <p:cNvPr id="159" name="Freeform 307">
              <a:extLst>
                <a:ext uri="{FF2B5EF4-FFF2-40B4-BE49-F238E27FC236}">
                  <a16:creationId xmlns:a16="http://schemas.microsoft.com/office/drawing/2014/main" id="{8C981DB5-BE71-4DB5-A09F-27B4918EBC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6022" y="3456197"/>
              <a:ext cx="531387" cy="531384"/>
            </a:xfrm>
            <a:custGeom>
              <a:avLst/>
              <a:gdLst>
                <a:gd name="T0" fmla="*/ 198 w 202"/>
                <a:gd name="T1" fmla="*/ 97 h 202"/>
                <a:gd name="T2" fmla="*/ 175 w 202"/>
                <a:gd name="T3" fmla="*/ 97 h 202"/>
                <a:gd name="T4" fmla="*/ 105 w 202"/>
                <a:gd name="T5" fmla="*/ 27 h 202"/>
                <a:gd name="T6" fmla="*/ 105 w 202"/>
                <a:gd name="T7" fmla="*/ 4 h 202"/>
                <a:gd name="T8" fmla="*/ 101 w 202"/>
                <a:gd name="T9" fmla="*/ 0 h 202"/>
                <a:gd name="T10" fmla="*/ 97 w 202"/>
                <a:gd name="T11" fmla="*/ 4 h 202"/>
                <a:gd name="T12" fmla="*/ 97 w 202"/>
                <a:gd name="T13" fmla="*/ 27 h 202"/>
                <a:gd name="T14" fmla="*/ 28 w 202"/>
                <a:gd name="T15" fmla="*/ 97 h 202"/>
                <a:gd name="T16" fmla="*/ 4 w 202"/>
                <a:gd name="T17" fmla="*/ 97 h 202"/>
                <a:gd name="T18" fmla="*/ 0 w 202"/>
                <a:gd name="T19" fmla="*/ 101 h 202"/>
                <a:gd name="T20" fmla="*/ 4 w 202"/>
                <a:gd name="T21" fmla="*/ 105 h 202"/>
                <a:gd name="T22" fmla="*/ 28 w 202"/>
                <a:gd name="T23" fmla="*/ 105 h 202"/>
                <a:gd name="T24" fmla="*/ 97 w 202"/>
                <a:gd name="T25" fmla="*/ 174 h 202"/>
                <a:gd name="T26" fmla="*/ 97 w 202"/>
                <a:gd name="T27" fmla="*/ 198 h 202"/>
                <a:gd name="T28" fmla="*/ 101 w 202"/>
                <a:gd name="T29" fmla="*/ 202 h 202"/>
                <a:gd name="T30" fmla="*/ 105 w 202"/>
                <a:gd name="T31" fmla="*/ 198 h 202"/>
                <a:gd name="T32" fmla="*/ 105 w 202"/>
                <a:gd name="T33" fmla="*/ 174 h 202"/>
                <a:gd name="T34" fmla="*/ 175 w 202"/>
                <a:gd name="T35" fmla="*/ 105 h 202"/>
                <a:gd name="T36" fmla="*/ 198 w 202"/>
                <a:gd name="T37" fmla="*/ 105 h 202"/>
                <a:gd name="T38" fmla="*/ 202 w 202"/>
                <a:gd name="T39" fmla="*/ 101 h 202"/>
                <a:gd name="T40" fmla="*/ 198 w 202"/>
                <a:gd name="T41" fmla="*/ 97 h 202"/>
                <a:gd name="T42" fmla="*/ 105 w 202"/>
                <a:gd name="T43" fmla="*/ 166 h 202"/>
                <a:gd name="T44" fmla="*/ 105 w 202"/>
                <a:gd name="T45" fmla="*/ 141 h 202"/>
                <a:gd name="T46" fmla="*/ 101 w 202"/>
                <a:gd name="T47" fmla="*/ 137 h 202"/>
                <a:gd name="T48" fmla="*/ 97 w 202"/>
                <a:gd name="T49" fmla="*/ 141 h 202"/>
                <a:gd name="T50" fmla="*/ 97 w 202"/>
                <a:gd name="T51" fmla="*/ 166 h 202"/>
                <a:gd name="T52" fmla="*/ 36 w 202"/>
                <a:gd name="T53" fmla="*/ 105 h 202"/>
                <a:gd name="T54" fmla="*/ 61 w 202"/>
                <a:gd name="T55" fmla="*/ 105 h 202"/>
                <a:gd name="T56" fmla="*/ 65 w 202"/>
                <a:gd name="T57" fmla="*/ 101 h 202"/>
                <a:gd name="T58" fmla="*/ 61 w 202"/>
                <a:gd name="T59" fmla="*/ 97 h 202"/>
                <a:gd name="T60" fmla="*/ 36 w 202"/>
                <a:gd name="T61" fmla="*/ 97 h 202"/>
                <a:gd name="T62" fmla="*/ 97 w 202"/>
                <a:gd name="T63" fmla="*/ 35 h 202"/>
                <a:gd name="T64" fmla="*/ 97 w 202"/>
                <a:gd name="T65" fmla="*/ 61 h 202"/>
                <a:gd name="T66" fmla="*/ 101 w 202"/>
                <a:gd name="T67" fmla="*/ 65 h 202"/>
                <a:gd name="T68" fmla="*/ 105 w 202"/>
                <a:gd name="T69" fmla="*/ 61 h 202"/>
                <a:gd name="T70" fmla="*/ 105 w 202"/>
                <a:gd name="T71" fmla="*/ 35 h 202"/>
                <a:gd name="T72" fmla="*/ 167 w 202"/>
                <a:gd name="T73" fmla="*/ 97 h 202"/>
                <a:gd name="T74" fmla="*/ 141 w 202"/>
                <a:gd name="T75" fmla="*/ 97 h 202"/>
                <a:gd name="T76" fmla="*/ 137 w 202"/>
                <a:gd name="T77" fmla="*/ 101 h 202"/>
                <a:gd name="T78" fmla="*/ 141 w 202"/>
                <a:gd name="T79" fmla="*/ 105 h 202"/>
                <a:gd name="T80" fmla="*/ 167 w 202"/>
                <a:gd name="T81" fmla="*/ 105 h 202"/>
                <a:gd name="T82" fmla="*/ 105 w 202"/>
                <a:gd name="T83" fmla="*/ 16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2" h="202">
                  <a:moveTo>
                    <a:pt x="198" y="97"/>
                  </a:moveTo>
                  <a:cubicBezTo>
                    <a:pt x="175" y="97"/>
                    <a:pt x="175" y="97"/>
                    <a:pt x="175" y="97"/>
                  </a:cubicBezTo>
                  <a:cubicBezTo>
                    <a:pt x="173" y="59"/>
                    <a:pt x="143" y="29"/>
                    <a:pt x="105" y="27"/>
                  </a:cubicBezTo>
                  <a:cubicBezTo>
                    <a:pt x="105" y="4"/>
                    <a:pt x="105" y="4"/>
                    <a:pt x="105" y="4"/>
                  </a:cubicBezTo>
                  <a:cubicBezTo>
                    <a:pt x="105" y="1"/>
                    <a:pt x="103" y="0"/>
                    <a:pt x="101" y="0"/>
                  </a:cubicBezTo>
                  <a:cubicBezTo>
                    <a:pt x="99" y="0"/>
                    <a:pt x="97" y="1"/>
                    <a:pt x="97" y="4"/>
                  </a:cubicBezTo>
                  <a:cubicBezTo>
                    <a:pt x="97" y="27"/>
                    <a:pt x="97" y="27"/>
                    <a:pt x="97" y="27"/>
                  </a:cubicBezTo>
                  <a:cubicBezTo>
                    <a:pt x="60" y="29"/>
                    <a:pt x="30" y="59"/>
                    <a:pt x="28" y="97"/>
                  </a:cubicBezTo>
                  <a:cubicBezTo>
                    <a:pt x="4" y="97"/>
                    <a:pt x="4" y="97"/>
                    <a:pt x="4" y="97"/>
                  </a:cubicBezTo>
                  <a:cubicBezTo>
                    <a:pt x="2" y="97"/>
                    <a:pt x="0" y="98"/>
                    <a:pt x="0" y="101"/>
                  </a:cubicBezTo>
                  <a:cubicBezTo>
                    <a:pt x="0" y="103"/>
                    <a:pt x="2" y="105"/>
                    <a:pt x="4" y="105"/>
                  </a:cubicBezTo>
                  <a:cubicBezTo>
                    <a:pt x="28" y="105"/>
                    <a:pt x="28" y="105"/>
                    <a:pt x="28" y="105"/>
                  </a:cubicBezTo>
                  <a:cubicBezTo>
                    <a:pt x="30" y="142"/>
                    <a:pt x="60" y="172"/>
                    <a:pt x="97" y="174"/>
                  </a:cubicBezTo>
                  <a:cubicBezTo>
                    <a:pt x="97" y="198"/>
                    <a:pt x="97" y="198"/>
                    <a:pt x="97" y="198"/>
                  </a:cubicBezTo>
                  <a:cubicBezTo>
                    <a:pt x="97" y="200"/>
                    <a:pt x="99" y="202"/>
                    <a:pt x="101" y="202"/>
                  </a:cubicBezTo>
                  <a:cubicBezTo>
                    <a:pt x="103" y="202"/>
                    <a:pt x="105" y="200"/>
                    <a:pt x="105" y="198"/>
                  </a:cubicBezTo>
                  <a:cubicBezTo>
                    <a:pt x="105" y="174"/>
                    <a:pt x="105" y="174"/>
                    <a:pt x="105" y="174"/>
                  </a:cubicBezTo>
                  <a:cubicBezTo>
                    <a:pt x="143" y="172"/>
                    <a:pt x="173" y="142"/>
                    <a:pt x="175" y="105"/>
                  </a:cubicBezTo>
                  <a:cubicBezTo>
                    <a:pt x="198" y="105"/>
                    <a:pt x="198" y="105"/>
                    <a:pt x="198" y="105"/>
                  </a:cubicBezTo>
                  <a:cubicBezTo>
                    <a:pt x="201" y="105"/>
                    <a:pt x="202" y="103"/>
                    <a:pt x="202" y="101"/>
                  </a:cubicBezTo>
                  <a:cubicBezTo>
                    <a:pt x="202" y="98"/>
                    <a:pt x="201" y="97"/>
                    <a:pt x="198" y="97"/>
                  </a:cubicBezTo>
                  <a:close/>
                  <a:moveTo>
                    <a:pt x="105" y="166"/>
                  </a:moveTo>
                  <a:cubicBezTo>
                    <a:pt x="105" y="141"/>
                    <a:pt x="105" y="141"/>
                    <a:pt x="105" y="141"/>
                  </a:cubicBezTo>
                  <a:cubicBezTo>
                    <a:pt x="105" y="139"/>
                    <a:pt x="103" y="137"/>
                    <a:pt x="101" y="137"/>
                  </a:cubicBezTo>
                  <a:cubicBezTo>
                    <a:pt x="99" y="137"/>
                    <a:pt x="97" y="139"/>
                    <a:pt x="97" y="141"/>
                  </a:cubicBezTo>
                  <a:cubicBezTo>
                    <a:pt x="97" y="166"/>
                    <a:pt x="97" y="166"/>
                    <a:pt x="97" y="166"/>
                  </a:cubicBezTo>
                  <a:cubicBezTo>
                    <a:pt x="64" y="164"/>
                    <a:pt x="38" y="138"/>
                    <a:pt x="36" y="105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3" y="105"/>
                    <a:pt x="65" y="103"/>
                    <a:pt x="65" y="101"/>
                  </a:cubicBezTo>
                  <a:cubicBezTo>
                    <a:pt x="65" y="98"/>
                    <a:pt x="63" y="97"/>
                    <a:pt x="61" y="9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8" y="64"/>
                    <a:pt x="64" y="37"/>
                    <a:pt x="97" y="35"/>
                  </a:cubicBezTo>
                  <a:cubicBezTo>
                    <a:pt x="97" y="61"/>
                    <a:pt x="97" y="61"/>
                    <a:pt x="97" y="61"/>
                  </a:cubicBezTo>
                  <a:cubicBezTo>
                    <a:pt x="97" y="63"/>
                    <a:pt x="99" y="65"/>
                    <a:pt x="101" y="65"/>
                  </a:cubicBezTo>
                  <a:cubicBezTo>
                    <a:pt x="103" y="65"/>
                    <a:pt x="105" y="63"/>
                    <a:pt x="105" y="61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38" y="37"/>
                    <a:pt x="165" y="64"/>
                    <a:pt x="167" y="97"/>
                  </a:cubicBezTo>
                  <a:cubicBezTo>
                    <a:pt x="141" y="97"/>
                    <a:pt x="141" y="97"/>
                    <a:pt x="141" y="97"/>
                  </a:cubicBezTo>
                  <a:cubicBezTo>
                    <a:pt x="139" y="97"/>
                    <a:pt x="137" y="98"/>
                    <a:pt x="137" y="101"/>
                  </a:cubicBezTo>
                  <a:cubicBezTo>
                    <a:pt x="137" y="103"/>
                    <a:pt x="139" y="105"/>
                    <a:pt x="141" y="105"/>
                  </a:cubicBezTo>
                  <a:cubicBezTo>
                    <a:pt x="167" y="105"/>
                    <a:pt x="167" y="105"/>
                    <a:pt x="167" y="105"/>
                  </a:cubicBezTo>
                  <a:cubicBezTo>
                    <a:pt x="165" y="138"/>
                    <a:pt x="138" y="164"/>
                    <a:pt x="105" y="166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62" name="Freeform 15">
              <a:extLst>
                <a:ext uri="{FF2B5EF4-FFF2-40B4-BE49-F238E27FC236}">
                  <a16:creationId xmlns:a16="http://schemas.microsoft.com/office/drawing/2014/main" id="{61B5D10F-A591-4B45-BB9E-FA96CB3AF6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12602" y="3686442"/>
              <a:ext cx="477927" cy="377859"/>
            </a:xfrm>
            <a:custGeom>
              <a:avLst/>
              <a:gdLst>
                <a:gd name="T0" fmla="*/ 576 w 917"/>
                <a:gd name="T1" fmla="*/ 114 h 725"/>
                <a:gd name="T2" fmla="*/ 580 w 917"/>
                <a:gd name="T3" fmla="*/ 37 h 725"/>
                <a:gd name="T4" fmla="*/ 617 w 917"/>
                <a:gd name="T5" fmla="*/ 0 h 725"/>
                <a:gd name="T6" fmla="*/ 917 w 917"/>
                <a:gd name="T7" fmla="*/ 0 h 725"/>
                <a:gd name="T8" fmla="*/ 917 w 917"/>
                <a:gd name="T9" fmla="*/ 686 h 725"/>
                <a:gd name="T10" fmla="*/ 879 w 917"/>
                <a:gd name="T11" fmla="*/ 725 h 725"/>
                <a:gd name="T12" fmla="*/ 580 w 917"/>
                <a:gd name="T13" fmla="*/ 725 h 725"/>
                <a:gd name="T14" fmla="*/ 580 w 917"/>
                <a:gd name="T15" fmla="*/ 587 h 725"/>
                <a:gd name="T16" fmla="*/ 414 w 917"/>
                <a:gd name="T17" fmla="*/ 587 h 725"/>
                <a:gd name="T18" fmla="*/ 452 w 917"/>
                <a:gd name="T19" fmla="*/ 664 h 725"/>
                <a:gd name="T20" fmla="*/ 140 w 917"/>
                <a:gd name="T21" fmla="*/ 723 h 725"/>
                <a:gd name="T22" fmla="*/ 186 w 917"/>
                <a:gd name="T23" fmla="*/ 664 h 725"/>
                <a:gd name="T24" fmla="*/ 38 w 917"/>
                <a:gd name="T25" fmla="*/ 587 h 725"/>
                <a:gd name="T26" fmla="*/ 0 w 917"/>
                <a:gd name="T27" fmla="*/ 550 h 725"/>
                <a:gd name="T28" fmla="*/ 0 w 917"/>
                <a:gd name="T29" fmla="*/ 114 h 725"/>
                <a:gd name="T30" fmla="*/ 38 w 917"/>
                <a:gd name="T31" fmla="*/ 114 h 725"/>
                <a:gd name="T32" fmla="*/ 201 w 917"/>
                <a:gd name="T33" fmla="*/ 453 h 725"/>
                <a:gd name="T34" fmla="*/ 160 w 917"/>
                <a:gd name="T35" fmla="*/ 327 h 725"/>
                <a:gd name="T36" fmla="*/ 160 w 917"/>
                <a:gd name="T37" fmla="*/ 453 h 725"/>
                <a:gd name="T38" fmla="*/ 450 w 917"/>
                <a:gd name="T39" fmla="*/ 453 h 725"/>
                <a:gd name="T40" fmla="*/ 408 w 917"/>
                <a:gd name="T41" fmla="*/ 242 h 725"/>
                <a:gd name="T42" fmla="*/ 408 w 917"/>
                <a:gd name="T43" fmla="*/ 453 h 725"/>
                <a:gd name="T44" fmla="*/ 387 w 917"/>
                <a:gd name="T45" fmla="*/ 453 h 725"/>
                <a:gd name="T46" fmla="*/ 347 w 917"/>
                <a:gd name="T47" fmla="*/ 374 h 725"/>
                <a:gd name="T48" fmla="*/ 347 w 917"/>
                <a:gd name="T49" fmla="*/ 453 h 725"/>
                <a:gd name="T50" fmla="*/ 325 w 917"/>
                <a:gd name="T51" fmla="*/ 453 h 725"/>
                <a:gd name="T52" fmla="*/ 284 w 917"/>
                <a:gd name="T53" fmla="*/ 351 h 725"/>
                <a:gd name="T54" fmla="*/ 284 w 917"/>
                <a:gd name="T55" fmla="*/ 453 h 725"/>
                <a:gd name="T56" fmla="*/ 264 w 917"/>
                <a:gd name="T57" fmla="*/ 453 h 725"/>
                <a:gd name="T58" fmla="*/ 223 w 917"/>
                <a:gd name="T59" fmla="*/ 296 h 725"/>
                <a:gd name="T60" fmla="*/ 223 w 917"/>
                <a:gd name="T61" fmla="*/ 453 h 725"/>
                <a:gd name="T62" fmla="*/ 840 w 917"/>
                <a:gd name="T63" fmla="*/ 254 h 725"/>
                <a:gd name="T64" fmla="*/ 694 w 917"/>
                <a:gd name="T65" fmla="*/ 207 h 725"/>
                <a:gd name="T66" fmla="*/ 840 w 917"/>
                <a:gd name="T67" fmla="*/ 134 h 725"/>
                <a:gd name="T68" fmla="*/ 655 w 917"/>
                <a:gd name="T69" fmla="*/ 75 h 725"/>
                <a:gd name="T70" fmla="*/ 840 w 917"/>
                <a:gd name="T71" fmla="*/ 648 h 725"/>
                <a:gd name="T72" fmla="*/ 694 w 917"/>
                <a:gd name="T73" fmla="*/ 327 h 725"/>
                <a:gd name="T74" fmla="*/ 694 w 917"/>
                <a:gd name="T75" fmla="*/ 254 h 725"/>
                <a:gd name="T76" fmla="*/ 75 w 917"/>
                <a:gd name="T77" fmla="*/ 189 h 725"/>
                <a:gd name="T78" fmla="*/ 540 w 917"/>
                <a:gd name="T79" fmla="*/ 512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17" h="725">
                  <a:moveTo>
                    <a:pt x="38" y="114"/>
                  </a:moveTo>
                  <a:lnTo>
                    <a:pt x="576" y="114"/>
                  </a:lnTo>
                  <a:lnTo>
                    <a:pt x="580" y="114"/>
                  </a:lnTo>
                  <a:lnTo>
                    <a:pt x="580" y="37"/>
                  </a:lnTo>
                  <a:lnTo>
                    <a:pt x="580" y="0"/>
                  </a:lnTo>
                  <a:lnTo>
                    <a:pt x="617" y="0"/>
                  </a:lnTo>
                  <a:lnTo>
                    <a:pt x="879" y="0"/>
                  </a:lnTo>
                  <a:lnTo>
                    <a:pt x="917" y="0"/>
                  </a:lnTo>
                  <a:lnTo>
                    <a:pt x="917" y="37"/>
                  </a:lnTo>
                  <a:lnTo>
                    <a:pt x="917" y="686"/>
                  </a:lnTo>
                  <a:lnTo>
                    <a:pt x="917" y="725"/>
                  </a:lnTo>
                  <a:lnTo>
                    <a:pt x="879" y="725"/>
                  </a:lnTo>
                  <a:lnTo>
                    <a:pt x="617" y="725"/>
                  </a:lnTo>
                  <a:lnTo>
                    <a:pt x="580" y="725"/>
                  </a:lnTo>
                  <a:lnTo>
                    <a:pt x="580" y="686"/>
                  </a:lnTo>
                  <a:lnTo>
                    <a:pt x="580" y="587"/>
                  </a:lnTo>
                  <a:lnTo>
                    <a:pt x="576" y="587"/>
                  </a:lnTo>
                  <a:lnTo>
                    <a:pt x="414" y="587"/>
                  </a:lnTo>
                  <a:lnTo>
                    <a:pt x="414" y="664"/>
                  </a:lnTo>
                  <a:lnTo>
                    <a:pt x="452" y="664"/>
                  </a:lnTo>
                  <a:lnTo>
                    <a:pt x="452" y="723"/>
                  </a:lnTo>
                  <a:lnTo>
                    <a:pt x="140" y="723"/>
                  </a:lnTo>
                  <a:lnTo>
                    <a:pt x="140" y="664"/>
                  </a:lnTo>
                  <a:lnTo>
                    <a:pt x="186" y="664"/>
                  </a:lnTo>
                  <a:lnTo>
                    <a:pt x="186" y="587"/>
                  </a:lnTo>
                  <a:lnTo>
                    <a:pt x="38" y="587"/>
                  </a:lnTo>
                  <a:lnTo>
                    <a:pt x="0" y="587"/>
                  </a:lnTo>
                  <a:lnTo>
                    <a:pt x="0" y="550"/>
                  </a:lnTo>
                  <a:lnTo>
                    <a:pt x="0" y="150"/>
                  </a:lnTo>
                  <a:lnTo>
                    <a:pt x="0" y="114"/>
                  </a:lnTo>
                  <a:lnTo>
                    <a:pt x="38" y="114"/>
                  </a:lnTo>
                  <a:lnTo>
                    <a:pt x="38" y="114"/>
                  </a:lnTo>
                  <a:close/>
                  <a:moveTo>
                    <a:pt x="160" y="453"/>
                  </a:moveTo>
                  <a:lnTo>
                    <a:pt x="201" y="453"/>
                  </a:lnTo>
                  <a:lnTo>
                    <a:pt x="201" y="327"/>
                  </a:lnTo>
                  <a:lnTo>
                    <a:pt x="160" y="327"/>
                  </a:lnTo>
                  <a:lnTo>
                    <a:pt x="160" y="453"/>
                  </a:lnTo>
                  <a:lnTo>
                    <a:pt x="160" y="453"/>
                  </a:lnTo>
                  <a:close/>
                  <a:moveTo>
                    <a:pt x="408" y="453"/>
                  </a:moveTo>
                  <a:lnTo>
                    <a:pt x="450" y="453"/>
                  </a:lnTo>
                  <a:lnTo>
                    <a:pt x="450" y="242"/>
                  </a:lnTo>
                  <a:lnTo>
                    <a:pt x="408" y="242"/>
                  </a:lnTo>
                  <a:lnTo>
                    <a:pt x="408" y="453"/>
                  </a:lnTo>
                  <a:lnTo>
                    <a:pt x="408" y="453"/>
                  </a:lnTo>
                  <a:close/>
                  <a:moveTo>
                    <a:pt x="347" y="453"/>
                  </a:moveTo>
                  <a:lnTo>
                    <a:pt x="387" y="453"/>
                  </a:lnTo>
                  <a:lnTo>
                    <a:pt x="387" y="374"/>
                  </a:lnTo>
                  <a:lnTo>
                    <a:pt x="347" y="374"/>
                  </a:lnTo>
                  <a:lnTo>
                    <a:pt x="347" y="453"/>
                  </a:lnTo>
                  <a:lnTo>
                    <a:pt x="347" y="453"/>
                  </a:lnTo>
                  <a:close/>
                  <a:moveTo>
                    <a:pt x="284" y="453"/>
                  </a:moveTo>
                  <a:lnTo>
                    <a:pt x="325" y="453"/>
                  </a:lnTo>
                  <a:lnTo>
                    <a:pt x="325" y="351"/>
                  </a:lnTo>
                  <a:lnTo>
                    <a:pt x="284" y="351"/>
                  </a:lnTo>
                  <a:lnTo>
                    <a:pt x="284" y="453"/>
                  </a:lnTo>
                  <a:lnTo>
                    <a:pt x="284" y="453"/>
                  </a:lnTo>
                  <a:close/>
                  <a:moveTo>
                    <a:pt x="223" y="453"/>
                  </a:moveTo>
                  <a:lnTo>
                    <a:pt x="264" y="453"/>
                  </a:lnTo>
                  <a:lnTo>
                    <a:pt x="264" y="296"/>
                  </a:lnTo>
                  <a:lnTo>
                    <a:pt x="223" y="296"/>
                  </a:lnTo>
                  <a:lnTo>
                    <a:pt x="223" y="453"/>
                  </a:lnTo>
                  <a:lnTo>
                    <a:pt x="223" y="453"/>
                  </a:lnTo>
                  <a:close/>
                  <a:moveTo>
                    <a:pt x="694" y="254"/>
                  </a:moveTo>
                  <a:lnTo>
                    <a:pt x="840" y="254"/>
                  </a:lnTo>
                  <a:lnTo>
                    <a:pt x="840" y="207"/>
                  </a:lnTo>
                  <a:lnTo>
                    <a:pt x="694" y="207"/>
                  </a:lnTo>
                  <a:lnTo>
                    <a:pt x="694" y="134"/>
                  </a:lnTo>
                  <a:lnTo>
                    <a:pt x="840" y="134"/>
                  </a:lnTo>
                  <a:lnTo>
                    <a:pt x="840" y="75"/>
                  </a:lnTo>
                  <a:lnTo>
                    <a:pt x="655" y="75"/>
                  </a:lnTo>
                  <a:lnTo>
                    <a:pt x="655" y="648"/>
                  </a:lnTo>
                  <a:lnTo>
                    <a:pt x="840" y="648"/>
                  </a:lnTo>
                  <a:lnTo>
                    <a:pt x="840" y="327"/>
                  </a:lnTo>
                  <a:lnTo>
                    <a:pt x="694" y="327"/>
                  </a:lnTo>
                  <a:lnTo>
                    <a:pt x="694" y="254"/>
                  </a:lnTo>
                  <a:lnTo>
                    <a:pt x="694" y="254"/>
                  </a:lnTo>
                  <a:close/>
                  <a:moveTo>
                    <a:pt x="540" y="189"/>
                  </a:moveTo>
                  <a:lnTo>
                    <a:pt x="75" y="189"/>
                  </a:lnTo>
                  <a:lnTo>
                    <a:pt x="75" y="512"/>
                  </a:lnTo>
                  <a:lnTo>
                    <a:pt x="540" y="512"/>
                  </a:lnTo>
                  <a:lnTo>
                    <a:pt x="540" y="1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 dirty="0">
                <a:solidFill>
                  <a:prstClr val="black"/>
                </a:solidFill>
                <a:latin typeface="Impact"/>
                <a:ea typeface="微软雅黑"/>
              </a:endParaRPr>
            </a:p>
          </p:txBody>
        </p:sp>
      </p:grpSp>
      <p:sp>
        <p:nvSpPr>
          <p:cNvPr id="166" name="矩形 165">
            <a:extLst>
              <a:ext uri="{FF2B5EF4-FFF2-40B4-BE49-F238E27FC236}">
                <a16:creationId xmlns:a16="http://schemas.microsoft.com/office/drawing/2014/main" id="{9D9942F4-7EEC-47B5-BE23-C0CC2C4D24DC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55C10435-75EE-4B4A-A592-6FCD463F1F6C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36BDFBFF-1348-4F66-8C08-1C097E8A3A80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7DB07F89-2992-4732-9524-45C878BC51EC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B0F23B36-6796-4633-BCCA-7195528C32B1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ECCA6518-50BB-4842-B47E-FA50020E00C5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0ADD4B8D-516E-40AC-B20C-50F5C72C463C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8B77E830-C3AD-4653-8326-C9EEB690B7A4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5EA254E3-F533-4791-80A6-4776D70DC967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3959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E1074B1-300A-4694-8E0C-1C0AC0F6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57A150DD-CF6D-4FE4-B26F-BD79CB9139C9}"/>
              </a:ext>
            </a:extLst>
          </p:cNvPr>
          <p:cNvSpPr txBox="1"/>
          <p:nvPr/>
        </p:nvSpPr>
        <p:spPr>
          <a:xfrm>
            <a:off x="1420811" y="1768549"/>
            <a:ext cx="3083034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282">
              <a:lnSpc>
                <a:spcPct val="130000"/>
              </a:lnSpc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200" dirty="0">
              <a:solidFill>
                <a:prstClr val="black">
                  <a:lumMod val="65000"/>
                  <a:lumOff val="35000"/>
                </a:prstClr>
              </a:solidFill>
              <a:latin typeface="方正兰亭纤黑简体" pitchFamily="65" charset="-122"/>
              <a:ea typeface="方正兰亭纤黑简体" pitchFamily="65" charset="-122"/>
            </a:endParaRPr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80477F2D-AF3D-4F92-A5DA-56253A2E24BF}"/>
              </a:ext>
            </a:extLst>
          </p:cNvPr>
          <p:cNvSpPr txBox="1"/>
          <p:nvPr/>
        </p:nvSpPr>
        <p:spPr>
          <a:xfrm>
            <a:off x="2523746" y="134852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ctr" defTabSz="914282">
              <a:defRPr/>
            </a:pPr>
            <a:r>
              <a:rPr lang="zh-CN" altLang="en-US" sz="1800" kern="0" dirty="0">
                <a:solidFill>
                  <a:schemeClr val="accent1"/>
                </a:solidFill>
                <a:latin typeface="+mn-ea"/>
              </a:rPr>
              <a:t>小标题</a:t>
            </a:r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B544F232-AF8F-4ED7-AB07-8854E51AD37F}"/>
              </a:ext>
            </a:extLst>
          </p:cNvPr>
          <p:cNvSpPr txBox="1"/>
          <p:nvPr/>
        </p:nvSpPr>
        <p:spPr>
          <a:xfrm>
            <a:off x="9486534" y="235649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ctr" defTabSz="914282">
              <a:defRPr/>
            </a:pPr>
            <a:r>
              <a:rPr lang="zh-CN" altLang="en-US" sz="1800" kern="0" dirty="0">
                <a:solidFill>
                  <a:schemeClr val="accent2"/>
                </a:solidFill>
                <a:latin typeface="+mn-ea"/>
              </a:rPr>
              <a:t>小标题</a:t>
            </a:r>
          </a:p>
        </p:txBody>
      </p:sp>
      <p:sp>
        <p:nvSpPr>
          <p:cNvPr id="15" name="TextBox 26">
            <a:extLst>
              <a:ext uri="{FF2B5EF4-FFF2-40B4-BE49-F238E27FC236}">
                <a16:creationId xmlns:a16="http://schemas.microsoft.com/office/drawing/2014/main" id="{D7B96128-B051-4EAB-A292-C5F9DA0ADF4D}"/>
              </a:ext>
            </a:extLst>
          </p:cNvPr>
          <p:cNvSpPr txBox="1"/>
          <p:nvPr/>
        </p:nvSpPr>
        <p:spPr>
          <a:xfrm>
            <a:off x="8628422" y="505341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ctr" defTabSz="914282">
              <a:defRPr/>
            </a:pPr>
            <a:r>
              <a:rPr lang="zh-CN" altLang="en-US" sz="1800" kern="0" dirty="0">
                <a:solidFill>
                  <a:schemeClr val="accent3"/>
                </a:solidFill>
                <a:latin typeface="+mn-ea"/>
              </a:rPr>
              <a:t>小标题</a:t>
            </a:r>
          </a:p>
        </p:txBody>
      </p:sp>
      <p:sp>
        <p:nvSpPr>
          <p:cNvPr id="16" name="TextBox 27">
            <a:extLst>
              <a:ext uri="{FF2B5EF4-FFF2-40B4-BE49-F238E27FC236}">
                <a16:creationId xmlns:a16="http://schemas.microsoft.com/office/drawing/2014/main" id="{0C19F856-DFED-4DC4-B047-AEF53AE0384F}"/>
              </a:ext>
            </a:extLst>
          </p:cNvPr>
          <p:cNvSpPr txBox="1"/>
          <p:nvPr/>
        </p:nvSpPr>
        <p:spPr>
          <a:xfrm>
            <a:off x="2128690" y="44730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ctr" defTabSz="914282">
              <a:defRPr/>
            </a:pPr>
            <a:r>
              <a:rPr lang="zh-CN" altLang="en-US" sz="1800" kern="0" dirty="0">
                <a:solidFill>
                  <a:schemeClr val="accent4"/>
                </a:solidFill>
                <a:latin typeface="+mn-ea"/>
              </a:rPr>
              <a:t>小标题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04D33DC-D2E7-4C1F-B4F2-3310A23D5995}"/>
              </a:ext>
            </a:extLst>
          </p:cNvPr>
          <p:cNvGrpSpPr/>
          <p:nvPr/>
        </p:nvGrpSpPr>
        <p:grpSpPr>
          <a:xfrm>
            <a:off x="4146133" y="1730957"/>
            <a:ext cx="4044944" cy="3819079"/>
            <a:chOff x="4146133" y="1730957"/>
            <a:chExt cx="4044944" cy="381907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4F84F3D-9DDE-4E5F-9058-B12155F6E0D4}"/>
                </a:ext>
              </a:extLst>
            </p:cNvPr>
            <p:cNvGrpSpPr/>
            <p:nvPr/>
          </p:nvGrpSpPr>
          <p:grpSpPr>
            <a:xfrm>
              <a:off x="4306339" y="1864549"/>
              <a:ext cx="3581706" cy="3540176"/>
              <a:chOff x="2882997" y="1263845"/>
              <a:chExt cx="2697115" cy="2665842"/>
            </a:xfrm>
          </p:grpSpPr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AEFBADA1-3F1B-4DDD-945A-388EE4D88CE2}"/>
                  </a:ext>
                </a:extLst>
              </p:cNvPr>
              <p:cNvSpPr/>
              <p:nvPr/>
            </p:nvSpPr>
            <p:spPr>
              <a:xfrm>
                <a:off x="2915816" y="1263845"/>
                <a:ext cx="2664296" cy="266429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2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4ACDB73E-3160-40EB-87D4-5C3851741DA1}"/>
                  </a:ext>
                </a:extLst>
              </p:cNvPr>
              <p:cNvSpPr/>
              <p:nvPr/>
            </p:nvSpPr>
            <p:spPr>
              <a:xfrm>
                <a:off x="5378912" y="2974108"/>
                <a:ext cx="201200" cy="201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2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266899B-CD39-4289-82DD-3677D7AE4258}"/>
                  </a:ext>
                </a:extLst>
              </p:cNvPr>
              <p:cNvSpPr/>
              <p:nvPr/>
            </p:nvSpPr>
            <p:spPr>
              <a:xfrm>
                <a:off x="4644008" y="1284212"/>
                <a:ext cx="175334" cy="17533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2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A17E1D5-53FD-4584-92CE-64713FDD4C77}"/>
                  </a:ext>
                </a:extLst>
              </p:cNvPr>
              <p:cNvSpPr/>
              <p:nvPr/>
            </p:nvSpPr>
            <p:spPr>
              <a:xfrm>
                <a:off x="3709886" y="3754353"/>
                <a:ext cx="175334" cy="17533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2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AC8343D8-4985-4B2C-BE12-DAAE7ACCF4B8}"/>
                  </a:ext>
                </a:extLst>
              </p:cNvPr>
              <p:cNvSpPr/>
              <p:nvPr/>
            </p:nvSpPr>
            <p:spPr>
              <a:xfrm>
                <a:off x="2882997" y="2131209"/>
                <a:ext cx="175334" cy="17533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2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" name="六边形 4">
              <a:extLst>
                <a:ext uri="{FF2B5EF4-FFF2-40B4-BE49-F238E27FC236}">
                  <a16:creationId xmlns:a16="http://schemas.microsoft.com/office/drawing/2014/main" id="{E21ADE81-D608-454D-A3ED-06143346A4A6}"/>
                </a:ext>
              </a:extLst>
            </p:cNvPr>
            <p:cNvSpPr/>
            <p:nvPr/>
          </p:nvSpPr>
          <p:spPr>
            <a:xfrm rot="20402482">
              <a:off x="6554769" y="4763079"/>
              <a:ext cx="873256" cy="786957"/>
            </a:xfrm>
            <a:prstGeom prst="hexag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82"/>
              <a:r>
                <a:rPr lang="en-US" altLang="zh-CN" sz="2000" b="1" dirty="0">
                  <a:solidFill>
                    <a:prstClr val="white"/>
                  </a:solidFill>
                </a:rPr>
                <a:t>03</a:t>
              </a:r>
              <a:endParaRPr lang="zh-CN" altLang="en-US" sz="2000" b="1" dirty="0">
                <a:solidFill>
                  <a:prstClr val="white"/>
                </a:solidFill>
              </a:endParaRPr>
            </a:p>
          </p:txBody>
        </p:sp>
        <p:sp>
          <p:nvSpPr>
            <p:cNvPr id="6" name="六边形 5">
              <a:extLst>
                <a:ext uri="{FF2B5EF4-FFF2-40B4-BE49-F238E27FC236}">
                  <a16:creationId xmlns:a16="http://schemas.microsoft.com/office/drawing/2014/main" id="{5C90336B-0687-4EDC-8A75-F4AABE04D8F6}"/>
                </a:ext>
              </a:extLst>
            </p:cNvPr>
            <p:cNvSpPr/>
            <p:nvPr/>
          </p:nvSpPr>
          <p:spPr>
            <a:xfrm rot="20402482">
              <a:off x="4890833" y="1730957"/>
              <a:ext cx="873256" cy="786957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82"/>
              <a:r>
                <a:rPr lang="en-US" altLang="zh-CN" sz="2000" b="1" dirty="0">
                  <a:solidFill>
                    <a:prstClr val="white"/>
                  </a:solidFill>
                </a:rPr>
                <a:t>01</a:t>
              </a:r>
              <a:endParaRPr lang="zh-CN" altLang="en-US" sz="2000" b="1" dirty="0">
                <a:solidFill>
                  <a:prstClr val="white"/>
                </a:solidFill>
              </a:endParaRPr>
            </a:p>
          </p:txBody>
        </p:sp>
        <p:sp>
          <p:nvSpPr>
            <p:cNvPr id="7" name="六边形 6">
              <a:extLst>
                <a:ext uri="{FF2B5EF4-FFF2-40B4-BE49-F238E27FC236}">
                  <a16:creationId xmlns:a16="http://schemas.microsoft.com/office/drawing/2014/main" id="{FABD455A-1210-4190-9919-CE90BDEED954}"/>
                </a:ext>
              </a:extLst>
            </p:cNvPr>
            <p:cNvSpPr/>
            <p:nvPr/>
          </p:nvSpPr>
          <p:spPr>
            <a:xfrm rot="20305270">
              <a:off x="7317821" y="2508840"/>
              <a:ext cx="873256" cy="786957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82"/>
              <a:r>
                <a:rPr lang="en-US" altLang="zh-CN" sz="2000" b="1" dirty="0">
                  <a:solidFill>
                    <a:prstClr val="white"/>
                  </a:solidFill>
                </a:rPr>
                <a:t>02</a:t>
              </a:r>
              <a:endParaRPr lang="zh-CN" altLang="en-US" sz="2000" b="1" dirty="0">
                <a:solidFill>
                  <a:prstClr val="white"/>
                </a:solidFill>
              </a:endParaRPr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EEA5E0F-B651-4384-8B8F-C75C65B743C7}"/>
                </a:ext>
              </a:extLst>
            </p:cNvPr>
            <p:cNvSpPr/>
            <p:nvPr/>
          </p:nvSpPr>
          <p:spPr>
            <a:xfrm rot="19463434">
              <a:off x="4146133" y="4009449"/>
              <a:ext cx="873256" cy="786957"/>
            </a:xfrm>
            <a:prstGeom prst="hexag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82"/>
              <a:r>
                <a:rPr lang="en-US" altLang="zh-CN" sz="2000" b="1" dirty="0">
                  <a:solidFill>
                    <a:prstClr val="white"/>
                  </a:solidFill>
                </a:rPr>
                <a:t>04</a:t>
              </a:r>
              <a:endParaRPr lang="zh-CN" altLang="en-US" sz="2000" b="1" dirty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14">
              <a:extLst>
                <a:ext uri="{FF2B5EF4-FFF2-40B4-BE49-F238E27FC236}">
                  <a16:creationId xmlns:a16="http://schemas.microsoft.com/office/drawing/2014/main" id="{7186C5D8-C8B9-4862-8CFA-4C6CB61C5E45}"/>
                </a:ext>
              </a:extLst>
            </p:cNvPr>
            <p:cNvGrpSpPr/>
            <p:nvPr/>
          </p:nvGrpSpPr>
          <p:grpSpPr>
            <a:xfrm>
              <a:off x="5114921" y="2607675"/>
              <a:ext cx="1975133" cy="1975133"/>
              <a:chOff x="3491880" y="1823438"/>
              <a:chExt cx="1487325" cy="1487325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CC1E59BC-8E3E-4006-9FBC-A232B3B35676}"/>
                  </a:ext>
                </a:extLst>
              </p:cNvPr>
              <p:cNvSpPr/>
              <p:nvPr/>
            </p:nvSpPr>
            <p:spPr>
              <a:xfrm>
                <a:off x="3491880" y="1823438"/>
                <a:ext cx="1487325" cy="1487325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82"/>
                <a:endParaRPr lang="zh-CN" altLang="en-US" sz="1400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TextBox 28">
                <a:extLst>
                  <a:ext uri="{FF2B5EF4-FFF2-40B4-BE49-F238E27FC236}">
                    <a16:creationId xmlns:a16="http://schemas.microsoft.com/office/drawing/2014/main" id="{15D83686-A96B-4683-87FD-546CD872B0E0}"/>
                  </a:ext>
                </a:extLst>
              </p:cNvPr>
              <p:cNvSpPr txBox="1"/>
              <p:nvPr/>
            </p:nvSpPr>
            <p:spPr>
              <a:xfrm>
                <a:off x="3793680" y="2395938"/>
                <a:ext cx="911603" cy="3012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914282">
                  <a:defRPr/>
                </a:pPr>
                <a:r>
                  <a:rPr lang="zh-CN" altLang="en-US" sz="2000" b="1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ea"/>
                  </a:rPr>
                  <a:t>添加标题</a:t>
                </a:r>
              </a:p>
            </p:txBody>
          </p:sp>
        </p:grpSp>
      </p:grpSp>
      <p:sp>
        <p:nvSpPr>
          <p:cNvPr id="25" name="TextBox 17">
            <a:extLst>
              <a:ext uri="{FF2B5EF4-FFF2-40B4-BE49-F238E27FC236}">
                <a16:creationId xmlns:a16="http://schemas.microsoft.com/office/drawing/2014/main" id="{CF0D56CF-A845-45BE-99A2-CAF77337FFCF}"/>
              </a:ext>
            </a:extLst>
          </p:cNvPr>
          <p:cNvSpPr txBox="1"/>
          <p:nvPr/>
        </p:nvSpPr>
        <p:spPr>
          <a:xfrm>
            <a:off x="1025755" y="4882881"/>
            <a:ext cx="3083034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282">
              <a:lnSpc>
                <a:spcPct val="130000"/>
              </a:lnSpc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200" dirty="0">
              <a:solidFill>
                <a:prstClr val="black">
                  <a:lumMod val="65000"/>
                  <a:lumOff val="35000"/>
                </a:prstClr>
              </a:solidFill>
              <a:latin typeface="方正兰亭纤黑简体" pitchFamily="65" charset="-122"/>
              <a:ea typeface="方正兰亭纤黑简体" pitchFamily="65" charset="-122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005517B4-5FB7-4397-B9C7-3E870203C5D9}"/>
              </a:ext>
            </a:extLst>
          </p:cNvPr>
          <p:cNvSpPr txBox="1"/>
          <p:nvPr/>
        </p:nvSpPr>
        <p:spPr>
          <a:xfrm>
            <a:off x="8381510" y="2801998"/>
            <a:ext cx="3087212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282">
              <a:lnSpc>
                <a:spcPct val="130000"/>
              </a:lnSpc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200" dirty="0">
              <a:solidFill>
                <a:prstClr val="black">
                  <a:lumMod val="65000"/>
                  <a:lumOff val="35000"/>
                </a:prstClr>
              </a:solidFill>
              <a:latin typeface="方正兰亭纤黑简体" pitchFamily="65" charset="-122"/>
              <a:ea typeface="方正兰亭纤黑简体" pitchFamily="65" charset="-122"/>
            </a:endParaRPr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34B09817-13BB-42FE-AFBD-897CEFCD0A09}"/>
              </a:ext>
            </a:extLst>
          </p:cNvPr>
          <p:cNvSpPr txBox="1"/>
          <p:nvPr/>
        </p:nvSpPr>
        <p:spPr>
          <a:xfrm>
            <a:off x="7510682" y="5459724"/>
            <a:ext cx="3087213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282">
              <a:lnSpc>
                <a:spcPct val="130000"/>
              </a:lnSpc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200" dirty="0">
              <a:solidFill>
                <a:prstClr val="black">
                  <a:lumMod val="65000"/>
                  <a:lumOff val="35000"/>
                </a:prstClr>
              </a:solidFill>
              <a:latin typeface="方正兰亭纤黑简体" pitchFamily="65" charset="-122"/>
              <a:ea typeface="方正兰亭纤黑简体" pitchFamily="65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29FC555-1A17-49A5-ABE1-7F306A6E6C90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3AEC44B-10DA-4F49-BCD5-8841C8A7C8C2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E948853-E5F9-4F13-A845-4FDD7974E9BD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7435DBC4-4116-45A2-9044-EF4BD7DF08FE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2D32EA4-8DF7-4179-B16F-F9D47D4FD57C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41BA7E3-D844-4594-A558-151C94127C84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569BF65-9035-48EC-B999-9AE1B93B74AE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95EDC3D-A5AF-480C-8E20-EA3985047523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46A21EB-F124-49F9-81CD-F995C417965C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24158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324557D-82C3-4B96-9D6C-DDECFDE5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F795BF34-0B8F-46BD-A160-6ADA3670FE4A}"/>
              </a:ext>
            </a:extLst>
          </p:cNvPr>
          <p:cNvSpPr/>
          <p:nvPr/>
        </p:nvSpPr>
        <p:spPr bwMode="auto">
          <a:xfrm>
            <a:off x="739" y="2401184"/>
            <a:ext cx="12264833" cy="11521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" name="Hexagon 8">
            <a:extLst>
              <a:ext uri="{FF2B5EF4-FFF2-40B4-BE49-F238E27FC236}">
                <a16:creationId xmlns:a16="http://schemas.microsoft.com/office/drawing/2014/main" id="{16C2C4F8-62D3-4785-A2CC-704E34845287}"/>
              </a:ext>
            </a:extLst>
          </p:cNvPr>
          <p:cNvSpPr/>
          <p:nvPr/>
        </p:nvSpPr>
        <p:spPr bwMode="auto">
          <a:xfrm rot="5400000">
            <a:off x="1068879" y="2076263"/>
            <a:ext cx="2075520" cy="1789241"/>
          </a:xfrm>
          <a:prstGeom prst="hexagon">
            <a:avLst/>
          </a:prstGeom>
          <a:solidFill>
            <a:schemeClr val="accent1">
              <a:lumMod val="100000"/>
            </a:schemeClr>
          </a:solidFill>
          <a:ln w="57150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="vert270" wrap="none" lIns="91440" tIns="45720" rIns="91440" bIns="4572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小标题</a:t>
            </a:r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6A2DC54C-B374-475B-B6BF-77F6CAFFCEC7}"/>
              </a:ext>
            </a:extLst>
          </p:cNvPr>
          <p:cNvSpPr txBox="1">
            <a:spLocks/>
          </p:cNvSpPr>
          <p:nvPr/>
        </p:nvSpPr>
        <p:spPr bwMode="auto">
          <a:xfrm>
            <a:off x="1000046" y="4248338"/>
            <a:ext cx="2213187" cy="936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Hexagon 10">
            <a:extLst>
              <a:ext uri="{FF2B5EF4-FFF2-40B4-BE49-F238E27FC236}">
                <a16:creationId xmlns:a16="http://schemas.microsoft.com/office/drawing/2014/main" id="{425F3C49-7C60-48E5-AEBA-0955887F766D}"/>
              </a:ext>
            </a:extLst>
          </p:cNvPr>
          <p:cNvSpPr/>
          <p:nvPr/>
        </p:nvSpPr>
        <p:spPr bwMode="auto">
          <a:xfrm rot="5400000">
            <a:off x="3735453" y="2076264"/>
            <a:ext cx="2075520" cy="1789241"/>
          </a:xfrm>
          <a:prstGeom prst="hexagon">
            <a:avLst/>
          </a:prstGeom>
          <a:solidFill>
            <a:schemeClr val="accent2"/>
          </a:solidFill>
          <a:ln w="57150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="vert270" wrap="none" lIns="91440" tIns="45720" rIns="91440" bIns="4572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小标题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E6637BC0-B452-4E22-8700-50019E581FF0}"/>
              </a:ext>
            </a:extLst>
          </p:cNvPr>
          <p:cNvSpPr txBox="1">
            <a:spLocks/>
          </p:cNvSpPr>
          <p:nvPr/>
        </p:nvSpPr>
        <p:spPr bwMode="auto">
          <a:xfrm>
            <a:off x="3666620" y="4248338"/>
            <a:ext cx="2213187" cy="936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Hexagon 11">
            <a:extLst>
              <a:ext uri="{FF2B5EF4-FFF2-40B4-BE49-F238E27FC236}">
                <a16:creationId xmlns:a16="http://schemas.microsoft.com/office/drawing/2014/main" id="{95028B55-521B-4E74-BC55-C8A6E17CE90E}"/>
              </a:ext>
            </a:extLst>
          </p:cNvPr>
          <p:cNvSpPr/>
          <p:nvPr/>
        </p:nvSpPr>
        <p:spPr bwMode="auto">
          <a:xfrm rot="5400000">
            <a:off x="6402027" y="2076264"/>
            <a:ext cx="2075520" cy="1789241"/>
          </a:xfrm>
          <a:prstGeom prst="hexagon">
            <a:avLst/>
          </a:prstGeom>
          <a:solidFill>
            <a:schemeClr val="accent3"/>
          </a:solidFill>
          <a:ln w="57150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="vert270" wrap="none" lIns="91440" tIns="45720" rIns="91440" bIns="4572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小标题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089874B6-E86D-4D2E-B722-C2D83D7EDF47}"/>
              </a:ext>
            </a:extLst>
          </p:cNvPr>
          <p:cNvSpPr txBox="1">
            <a:spLocks/>
          </p:cNvSpPr>
          <p:nvPr/>
        </p:nvSpPr>
        <p:spPr bwMode="auto">
          <a:xfrm>
            <a:off x="6333194" y="4248338"/>
            <a:ext cx="2213187" cy="936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Hexagon 12">
            <a:extLst>
              <a:ext uri="{FF2B5EF4-FFF2-40B4-BE49-F238E27FC236}">
                <a16:creationId xmlns:a16="http://schemas.microsoft.com/office/drawing/2014/main" id="{F1C0FD93-0E31-43E6-BBD5-0443AA162843}"/>
              </a:ext>
            </a:extLst>
          </p:cNvPr>
          <p:cNvSpPr/>
          <p:nvPr/>
        </p:nvSpPr>
        <p:spPr bwMode="auto">
          <a:xfrm rot="5400000">
            <a:off x="9068602" y="2076266"/>
            <a:ext cx="2075519" cy="1789241"/>
          </a:xfrm>
          <a:prstGeom prst="hexagon">
            <a:avLst/>
          </a:prstGeom>
          <a:solidFill>
            <a:schemeClr val="accent4"/>
          </a:solidFill>
          <a:ln w="57150">
            <a:solidFill>
              <a:schemeClr val="bg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="vert270" wrap="none" lIns="91440" tIns="45720" rIns="91440" bIns="4572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小标题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464D0E1-7121-4D91-8438-2912253E2EAD}"/>
              </a:ext>
            </a:extLst>
          </p:cNvPr>
          <p:cNvSpPr txBox="1">
            <a:spLocks/>
          </p:cNvSpPr>
          <p:nvPr/>
        </p:nvSpPr>
        <p:spPr bwMode="auto">
          <a:xfrm>
            <a:off x="8999768" y="4248338"/>
            <a:ext cx="2213187" cy="936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请在此处添加详细描述文本，在这里输入文本，更改文字文本。请在此处添加详细描述文本，在这里输入文本，更改文字文本。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DB5CDF7-5128-4E82-81FD-DF15F71C05FF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F04D472-7D33-4A2D-B37D-BBEC0A17ED29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AB229E9-7623-44CB-BB43-2AE66090ED04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8742E34-128E-47C5-87F7-B92923F74732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9EE37B2-BEE2-4520-8CDA-0A6EE0BF0543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6390B1A-915C-4913-8E89-8A21CD895591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43C0C96-29C7-43C9-9BF5-A712FC05E1EF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70C870F-75C6-4161-911C-35F212987925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7E612EE-3488-468A-B1FC-FDC48C2B95CF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6041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81248FD-26AE-48D4-B1F9-FE642DB81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CC58A285-87B4-4F02-91B8-BEE1F46F65AF}"/>
              </a:ext>
            </a:extLst>
          </p:cNvPr>
          <p:cNvSpPr/>
          <p:nvPr/>
        </p:nvSpPr>
        <p:spPr>
          <a:xfrm>
            <a:off x="879683" y="1713231"/>
            <a:ext cx="2318363" cy="3800600"/>
          </a:xfrm>
          <a:prstGeom prst="roundRect">
            <a:avLst>
              <a:gd name="adj" fmla="val 348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16000" bIns="216000" anchor="t" anchorCtr="1">
            <a:normAutofit/>
          </a:bodyPr>
          <a:lstStyle/>
          <a:p>
            <a:pPr algn="ctr"/>
            <a:r>
              <a:rPr lang="zh-CN" altLang="en-US" b="1" dirty="0"/>
              <a:t>小标题</a:t>
            </a:r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588E6FAB-2BEA-43AB-9F87-78584D0445FA}"/>
              </a:ext>
            </a:extLst>
          </p:cNvPr>
          <p:cNvSpPr/>
          <p:nvPr/>
        </p:nvSpPr>
        <p:spPr>
          <a:xfrm>
            <a:off x="879683" y="2663382"/>
            <a:ext cx="2318363" cy="2850450"/>
          </a:xfrm>
          <a:custGeom>
            <a:avLst/>
            <a:gdLst>
              <a:gd name="connsiteX0" fmla="*/ 0 w 3657600"/>
              <a:gd name="connsiteY0" fmla="*/ 0 h 5486400"/>
              <a:gd name="connsiteX1" fmla="*/ 127467 w 3657600"/>
              <a:gd name="connsiteY1" fmla="*/ 0 h 5486400"/>
              <a:gd name="connsiteX2" fmla="*/ 1072342 w 3657600"/>
              <a:gd name="connsiteY2" fmla="*/ 0 h 5486400"/>
              <a:gd name="connsiteX3" fmla="*/ 1828800 w 3657600"/>
              <a:gd name="connsiteY3" fmla="*/ 756458 h 5486400"/>
              <a:gd name="connsiteX4" fmla="*/ 2585258 w 3657600"/>
              <a:gd name="connsiteY4" fmla="*/ 0 h 5486400"/>
              <a:gd name="connsiteX5" fmla="*/ 3530133 w 3657600"/>
              <a:gd name="connsiteY5" fmla="*/ 0 h 5486400"/>
              <a:gd name="connsiteX6" fmla="*/ 3657600 w 3657600"/>
              <a:gd name="connsiteY6" fmla="*/ 0 h 5486400"/>
              <a:gd name="connsiteX7" fmla="*/ 3657600 w 3657600"/>
              <a:gd name="connsiteY7" fmla="*/ 127467 h 5486400"/>
              <a:gd name="connsiteX8" fmla="*/ 3657600 w 3657600"/>
              <a:gd name="connsiteY8" fmla="*/ 914400 h 5486400"/>
              <a:gd name="connsiteX9" fmla="*/ 3657600 w 3657600"/>
              <a:gd name="connsiteY9" fmla="*/ 5358933 h 5486400"/>
              <a:gd name="connsiteX10" fmla="*/ 3530133 w 3657600"/>
              <a:gd name="connsiteY10" fmla="*/ 5486400 h 5486400"/>
              <a:gd name="connsiteX11" fmla="*/ 127467 w 3657600"/>
              <a:gd name="connsiteY11" fmla="*/ 5486400 h 5486400"/>
              <a:gd name="connsiteX12" fmla="*/ 0 w 3657600"/>
              <a:gd name="connsiteY12" fmla="*/ 5358933 h 5486400"/>
              <a:gd name="connsiteX13" fmla="*/ 0 w 3657600"/>
              <a:gd name="connsiteY13" fmla="*/ 914400 h 5486400"/>
              <a:gd name="connsiteX14" fmla="*/ 0 w 3657600"/>
              <a:gd name="connsiteY14" fmla="*/ 127467 h 5486400"/>
              <a:gd name="connsiteX15" fmla="*/ 0 w 3657600"/>
              <a:gd name="connsiteY15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657600" h="5486400">
                <a:moveTo>
                  <a:pt x="0" y="0"/>
                </a:moveTo>
                <a:lnTo>
                  <a:pt x="127467" y="0"/>
                </a:lnTo>
                <a:lnTo>
                  <a:pt x="1072342" y="0"/>
                </a:lnTo>
                <a:cubicBezTo>
                  <a:pt x="1072342" y="417780"/>
                  <a:pt x="1411020" y="756458"/>
                  <a:pt x="1828800" y="756458"/>
                </a:cubicBezTo>
                <a:cubicBezTo>
                  <a:pt x="2246580" y="756458"/>
                  <a:pt x="2585258" y="417780"/>
                  <a:pt x="2585258" y="0"/>
                </a:cubicBezTo>
                <a:lnTo>
                  <a:pt x="3530133" y="0"/>
                </a:lnTo>
                <a:lnTo>
                  <a:pt x="3657600" y="0"/>
                </a:lnTo>
                <a:lnTo>
                  <a:pt x="3657600" y="127467"/>
                </a:lnTo>
                <a:lnTo>
                  <a:pt x="3657600" y="914400"/>
                </a:lnTo>
                <a:lnTo>
                  <a:pt x="3657600" y="5358933"/>
                </a:lnTo>
                <a:cubicBezTo>
                  <a:pt x="3657600" y="5429331"/>
                  <a:pt x="3600531" y="5486400"/>
                  <a:pt x="3530133" y="5486400"/>
                </a:cubicBezTo>
                <a:lnTo>
                  <a:pt x="127467" y="5486400"/>
                </a:lnTo>
                <a:cubicBezTo>
                  <a:pt x="57069" y="5486400"/>
                  <a:pt x="0" y="5429331"/>
                  <a:pt x="0" y="5358933"/>
                </a:cubicBezTo>
                <a:lnTo>
                  <a:pt x="0" y="914400"/>
                </a:lnTo>
                <a:lnTo>
                  <a:pt x="0" y="12746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b="1" dirty="0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4E462CA2-0682-4A9A-95BA-0EA4926CB365}"/>
              </a:ext>
            </a:extLst>
          </p:cNvPr>
          <p:cNvSpPr txBox="1"/>
          <p:nvPr/>
        </p:nvSpPr>
        <p:spPr>
          <a:xfrm>
            <a:off x="1650801" y="2449123"/>
            <a:ext cx="776130" cy="72737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lang="en-US" sz="3200" b="1" dirty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C268A58-D035-4578-8CAD-9FF565B69164}"/>
              </a:ext>
            </a:extLst>
          </p:cNvPr>
          <p:cNvSpPr/>
          <p:nvPr/>
        </p:nvSpPr>
        <p:spPr>
          <a:xfrm>
            <a:off x="967704" y="3324076"/>
            <a:ext cx="2142323" cy="126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请在此处添加详细描述文本，在这里输入文本，更改文字文本。请在此处添加详细描述文本，在这里输入文本，更改文字文本。</a:t>
            </a:r>
            <a:endParaRPr lang="zh-CN" altLang="en-US" sz="1200" dirty="0"/>
          </a:p>
        </p:txBody>
      </p:sp>
      <p:sp>
        <p:nvSpPr>
          <p:cNvPr id="10" name="Rectangle: Rounded Corners 3">
            <a:extLst>
              <a:ext uri="{FF2B5EF4-FFF2-40B4-BE49-F238E27FC236}">
                <a16:creationId xmlns:a16="http://schemas.microsoft.com/office/drawing/2014/main" id="{61E12754-C7E3-473B-BFAE-01E50F8E41F7}"/>
              </a:ext>
            </a:extLst>
          </p:cNvPr>
          <p:cNvSpPr/>
          <p:nvPr/>
        </p:nvSpPr>
        <p:spPr>
          <a:xfrm>
            <a:off x="3584440" y="1713231"/>
            <a:ext cx="2318363" cy="3800600"/>
          </a:xfrm>
          <a:prstGeom prst="roundRect">
            <a:avLst>
              <a:gd name="adj" fmla="val 348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16000" bIns="216000" anchor="t" anchorCtr="1">
            <a:normAutofit/>
          </a:bodyPr>
          <a:lstStyle/>
          <a:p>
            <a:pPr algn="ctr"/>
            <a:r>
              <a:rPr lang="zh-CN" altLang="en-US" b="1" dirty="0"/>
              <a:t>小标题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DC49184-8DAE-43DE-98A4-ACD7B8D18747}"/>
              </a:ext>
            </a:extLst>
          </p:cNvPr>
          <p:cNvSpPr/>
          <p:nvPr/>
        </p:nvSpPr>
        <p:spPr>
          <a:xfrm>
            <a:off x="3584440" y="2663382"/>
            <a:ext cx="2318363" cy="2850450"/>
          </a:xfrm>
          <a:custGeom>
            <a:avLst/>
            <a:gdLst>
              <a:gd name="connsiteX0" fmla="*/ 0 w 3657600"/>
              <a:gd name="connsiteY0" fmla="*/ 0 h 5486400"/>
              <a:gd name="connsiteX1" fmla="*/ 127467 w 3657600"/>
              <a:gd name="connsiteY1" fmla="*/ 0 h 5486400"/>
              <a:gd name="connsiteX2" fmla="*/ 1072342 w 3657600"/>
              <a:gd name="connsiteY2" fmla="*/ 0 h 5486400"/>
              <a:gd name="connsiteX3" fmla="*/ 1828800 w 3657600"/>
              <a:gd name="connsiteY3" fmla="*/ 756458 h 5486400"/>
              <a:gd name="connsiteX4" fmla="*/ 2585258 w 3657600"/>
              <a:gd name="connsiteY4" fmla="*/ 0 h 5486400"/>
              <a:gd name="connsiteX5" fmla="*/ 3530133 w 3657600"/>
              <a:gd name="connsiteY5" fmla="*/ 0 h 5486400"/>
              <a:gd name="connsiteX6" fmla="*/ 3657600 w 3657600"/>
              <a:gd name="connsiteY6" fmla="*/ 0 h 5486400"/>
              <a:gd name="connsiteX7" fmla="*/ 3657600 w 3657600"/>
              <a:gd name="connsiteY7" fmla="*/ 127467 h 5486400"/>
              <a:gd name="connsiteX8" fmla="*/ 3657600 w 3657600"/>
              <a:gd name="connsiteY8" fmla="*/ 914400 h 5486400"/>
              <a:gd name="connsiteX9" fmla="*/ 3657600 w 3657600"/>
              <a:gd name="connsiteY9" fmla="*/ 5358933 h 5486400"/>
              <a:gd name="connsiteX10" fmla="*/ 3530133 w 3657600"/>
              <a:gd name="connsiteY10" fmla="*/ 5486400 h 5486400"/>
              <a:gd name="connsiteX11" fmla="*/ 127467 w 3657600"/>
              <a:gd name="connsiteY11" fmla="*/ 5486400 h 5486400"/>
              <a:gd name="connsiteX12" fmla="*/ 0 w 3657600"/>
              <a:gd name="connsiteY12" fmla="*/ 5358933 h 5486400"/>
              <a:gd name="connsiteX13" fmla="*/ 0 w 3657600"/>
              <a:gd name="connsiteY13" fmla="*/ 914400 h 5486400"/>
              <a:gd name="connsiteX14" fmla="*/ 0 w 3657600"/>
              <a:gd name="connsiteY14" fmla="*/ 127467 h 5486400"/>
              <a:gd name="connsiteX15" fmla="*/ 0 w 3657600"/>
              <a:gd name="connsiteY15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657600" h="5486400">
                <a:moveTo>
                  <a:pt x="0" y="0"/>
                </a:moveTo>
                <a:lnTo>
                  <a:pt x="127467" y="0"/>
                </a:lnTo>
                <a:lnTo>
                  <a:pt x="1072342" y="0"/>
                </a:lnTo>
                <a:cubicBezTo>
                  <a:pt x="1072342" y="417780"/>
                  <a:pt x="1411020" y="756458"/>
                  <a:pt x="1828800" y="756458"/>
                </a:cubicBezTo>
                <a:cubicBezTo>
                  <a:pt x="2246580" y="756458"/>
                  <a:pt x="2585258" y="417780"/>
                  <a:pt x="2585258" y="0"/>
                </a:cubicBezTo>
                <a:lnTo>
                  <a:pt x="3530133" y="0"/>
                </a:lnTo>
                <a:lnTo>
                  <a:pt x="3657600" y="0"/>
                </a:lnTo>
                <a:lnTo>
                  <a:pt x="3657600" y="127467"/>
                </a:lnTo>
                <a:lnTo>
                  <a:pt x="3657600" y="914400"/>
                </a:lnTo>
                <a:lnTo>
                  <a:pt x="3657600" y="5358933"/>
                </a:lnTo>
                <a:cubicBezTo>
                  <a:pt x="3657600" y="5429331"/>
                  <a:pt x="3600531" y="5486400"/>
                  <a:pt x="3530133" y="5486400"/>
                </a:cubicBezTo>
                <a:lnTo>
                  <a:pt x="127467" y="5486400"/>
                </a:lnTo>
                <a:cubicBezTo>
                  <a:pt x="57069" y="5486400"/>
                  <a:pt x="0" y="5429331"/>
                  <a:pt x="0" y="5358933"/>
                </a:cubicBezTo>
                <a:lnTo>
                  <a:pt x="0" y="914400"/>
                </a:lnTo>
                <a:lnTo>
                  <a:pt x="0" y="12746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BBDD8-0460-49FE-AFA2-0668DF450B99}"/>
              </a:ext>
            </a:extLst>
          </p:cNvPr>
          <p:cNvSpPr txBox="1"/>
          <p:nvPr/>
        </p:nvSpPr>
        <p:spPr>
          <a:xfrm>
            <a:off x="4355558" y="2449123"/>
            <a:ext cx="776130" cy="72737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lang="en-US" sz="3200" b="1" dirty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404DDB-137B-46DB-8D72-28DFBF7433E1}"/>
              </a:ext>
            </a:extLst>
          </p:cNvPr>
          <p:cNvSpPr/>
          <p:nvPr/>
        </p:nvSpPr>
        <p:spPr>
          <a:xfrm>
            <a:off x="3672461" y="3324076"/>
            <a:ext cx="2142323" cy="126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请在此处添加详细描述文本，在这里输入文本，更改文字文本。请在此处添加详细描述文本，在这里输入文本，更改文字文本。</a:t>
            </a:r>
            <a:endParaRPr lang="zh-CN" altLang="en-US" sz="1200" dirty="0"/>
          </a:p>
        </p:txBody>
      </p:sp>
      <p:sp>
        <p:nvSpPr>
          <p:cNvPr id="16" name="Rectangle: Rounded Corners 5">
            <a:extLst>
              <a:ext uri="{FF2B5EF4-FFF2-40B4-BE49-F238E27FC236}">
                <a16:creationId xmlns:a16="http://schemas.microsoft.com/office/drawing/2014/main" id="{F9E3DAC0-7E1E-4DE0-B902-7FB83A950AB3}"/>
              </a:ext>
            </a:extLst>
          </p:cNvPr>
          <p:cNvSpPr/>
          <p:nvPr/>
        </p:nvSpPr>
        <p:spPr>
          <a:xfrm>
            <a:off x="6289197" y="1713231"/>
            <a:ext cx="2318363" cy="3800600"/>
          </a:xfrm>
          <a:prstGeom prst="roundRect">
            <a:avLst>
              <a:gd name="adj" fmla="val 348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16000" bIns="216000" anchor="t" anchorCtr="1">
            <a:normAutofit/>
          </a:bodyPr>
          <a:lstStyle/>
          <a:p>
            <a:pPr algn="ctr"/>
            <a:r>
              <a:rPr lang="zh-CN" altLang="en-US" b="1" dirty="0"/>
              <a:t>小标题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107321-7117-4274-8194-550DF2413744}"/>
              </a:ext>
            </a:extLst>
          </p:cNvPr>
          <p:cNvSpPr/>
          <p:nvPr/>
        </p:nvSpPr>
        <p:spPr>
          <a:xfrm>
            <a:off x="6289197" y="2663382"/>
            <a:ext cx="2318363" cy="2850450"/>
          </a:xfrm>
          <a:custGeom>
            <a:avLst/>
            <a:gdLst>
              <a:gd name="connsiteX0" fmla="*/ 0 w 3657600"/>
              <a:gd name="connsiteY0" fmla="*/ 0 h 5486400"/>
              <a:gd name="connsiteX1" fmla="*/ 127467 w 3657600"/>
              <a:gd name="connsiteY1" fmla="*/ 0 h 5486400"/>
              <a:gd name="connsiteX2" fmla="*/ 1072342 w 3657600"/>
              <a:gd name="connsiteY2" fmla="*/ 0 h 5486400"/>
              <a:gd name="connsiteX3" fmla="*/ 1828800 w 3657600"/>
              <a:gd name="connsiteY3" fmla="*/ 756458 h 5486400"/>
              <a:gd name="connsiteX4" fmla="*/ 2585258 w 3657600"/>
              <a:gd name="connsiteY4" fmla="*/ 0 h 5486400"/>
              <a:gd name="connsiteX5" fmla="*/ 3530133 w 3657600"/>
              <a:gd name="connsiteY5" fmla="*/ 0 h 5486400"/>
              <a:gd name="connsiteX6" fmla="*/ 3657600 w 3657600"/>
              <a:gd name="connsiteY6" fmla="*/ 0 h 5486400"/>
              <a:gd name="connsiteX7" fmla="*/ 3657600 w 3657600"/>
              <a:gd name="connsiteY7" fmla="*/ 127467 h 5486400"/>
              <a:gd name="connsiteX8" fmla="*/ 3657600 w 3657600"/>
              <a:gd name="connsiteY8" fmla="*/ 914400 h 5486400"/>
              <a:gd name="connsiteX9" fmla="*/ 3657600 w 3657600"/>
              <a:gd name="connsiteY9" fmla="*/ 5358933 h 5486400"/>
              <a:gd name="connsiteX10" fmla="*/ 3530133 w 3657600"/>
              <a:gd name="connsiteY10" fmla="*/ 5486400 h 5486400"/>
              <a:gd name="connsiteX11" fmla="*/ 127467 w 3657600"/>
              <a:gd name="connsiteY11" fmla="*/ 5486400 h 5486400"/>
              <a:gd name="connsiteX12" fmla="*/ 0 w 3657600"/>
              <a:gd name="connsiteY12" fmla="*/ 5358933 h 5486400"/>
              <a:gd name="connsiteX13" fmla="*/ 0 w 3657600"/>
              <a:gd name="connsiteY13" fmla="*/ 914400 h 5486400"/>
              <a:gd name="connsiteX14" fmla="*/ 0 w 3657600"/>
              <a:gd name="connsiteY14" fmla="*/ 127467 h 5486400"/>
              <a:gd name="connsiteX15" fmla="*/ 0 w 3657600"/>
              <a:gd name="connsiteY15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657600" h="5486400">
                <a:moveTo>
                  <a:pt x="0" y="0"/>
                </a:moveTo>
                <a:lnTo>
                  <a:pt x="127467" y="0"/>
                </a:lnTo>
                <a:lnTo>
                  <a:pt x="1072342" y="0"/>
                </a:lnTo>
                <a:cubicBezTo>
                  <a:pt x="1072342" y="417780"/>
                  <a:pt x="1411020" y="756458"/>
                  <a:pt x="1828800" y="756458"/>
                </a:cubicBezTo>
                <a:cubicBezTo>
                  <a:pt x="2246580" y="756458"/>
                  <a:pt x="2585258" y="417780"/>
                  <a:pt x="2585258" y="0"/>
                </a:cubicBezTo>
                <a:lnTo>
                  <a:pt x="3530133" y="0"/>
                </a:lnTo>
                <a:lnTo>
                  <a:pt x="3657600" y="0"/>
                </a:lnTo>
                <a:lnTo>
                  <a:pt x="3657600" y="127467"/>
                </a:lnTo>
                <a:lnTo>
                  <a:pt x="3657600" y="914400"/>
                </a:lnTo>
                <a:lnTo>
                  <a:pt x="3657600" y="5358933"/>
                </a:lnTo>
                <a:cubicBezTo>
                  <a:pt x="3657600" y="5429331"/>
                  <a:pt x="3600531" y="5486400"/>
                  <a:pt x="3530133" y="5486400"/>
                </a:cubicBezTo>
                <a:lnTo>
                  <a:pt x="127467" y="5486400"/>
                </a:lnTo>
                <a:cubicBezTo>
                  <a:pt x="57069" y="5486400"/>
                  <a:pt x="0" y="5429331"/>
                  <a:pt x="0" y="5358933"/>
                </a:cubicBezTo>
                <a:lnTo>
                  <a:pt x="0" y="914400"/>
                </a:lnTo>
                <a:lnTo>
                  <a:pt x="0" y="12746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1256A6-A709-4485-9C87-A07CFEB6F5CC}"/>
              </a:ext>
            </a:extLst>
          </p:cNvPr>
          <p:cNvSpPr txBox="1"/>
          <p:nvPr/>
        </p:nvSpPr>
        <p:spPr>
          <a:xfrm>
            <a:off x="7060314" y="2449123"/>
            <a:ext cx="776128" cy="72737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lang="en-US" sz="3200" b="1" dirty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DEDA5B-FACC-41D5-8ACD-0F3637A6A6E8}"/>
              </a:ext>
            </a:extLst>
          </p:cNvPr>
          <p:cNvSpPr/>
          <p:nvPr/>
        </p:nvSpPr>
        <p:spPr>
          <a:xfrm>
            <a:off x="6377217" y="3324076"/>
            <a:ext cx="2142323" cy="126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请在此处添加详细描述文本，在这里输入文本，更改文字文本。请在此处添加详细描述文本，在这里输入文本，更改文字文本。</a:t>
            </a:r>
            <a:endParaRPr lang="zh-CN" altLang="en-US" sz="1200" dirty="0"/>
          </a:p>
        </p:txBody>
      </p:sp>
      <p:sp>
        <p:nvSpPr>
          <p:cNvPr id="22" name="Rectangle: Rounded Corners 4">
            <a:extLst>
              <a:ext uri="{FF2B5EF4-FFF2-40B4-BE49-F238E27FC236}">
                <a16:creationId xmlns:a16="http://schemas.microsoft.com/office/drawing/2014/main" id="{D6CA6FA1-670E-45EF-A010-A16731726BFC}"/>
              </a:ext>
            </a:extLst>
          </p:cNvPr>
          <p:cNvSpPr/>
          <p:nvPr/>
        </p:nvSpPr>
        <p:spPr>
          <a:xfrm>
            <a:off x="8993954" y="1713231"/>
            <a:ext cx="2318363" cy="3800600"/>
          </a:xfrm>
          <a:prstGeom prst="roundRect">
            <a:avLst>
              <a:gd name="adj" fmla="val 348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16000" bIns="216000" anchor="t" anchorCtr="1">
            <a:normAutofit/>
          </a:bodyPr>
          <a:lstStyle/>
          <a:p>
            <a:pPr algn="ctr"/>
            <a:r>
              <a:rPr lang="zh-CN" altLang="en-US" b="1" dirty="0"/>
              <a:t>小标题</a:t>
            </a:r>
          </a:p>
        </p:txBody>
      </p:sp>
      <p:sp>
        <p:nvSpPr>
          <p:cNvPr id="23" name="Freeform: Shape 13">
            <a:extLst>
              <a:ext uri="{FF2B5EF4-FFF2-40B4-BE49-F238E27FC236}">
                <a16:creationId xmlns:a16="http://schemas.microsoft.com/office/drawing/2014/main" id="{AB20DE53-38B9-4CB3-AC7A-7CB746252D3B}"/>
              </a:ext>
            </a:extLst>
          </p:cNvPr>
          <p:cNvSpPr/>
          <p:nvPr/>
        </p:nvSpPr>
        <p:spPr>
          <a:xfrm>
            <a:off x="8993954" y="2663382"/>
            <a:ext cx="2318363" cy="2850450"/>
          </a:xfrm>
          <a:custGeom>
            <a:avLst/>
            <a:gdLst>
              <a:gd name="connsiteX0" fmla="*/ 0 w 3657600"/>
              <a:gd name="connsiteY0" fmla="*/ 0 h 5486400"/>
              <a:gd name="connsiteX1" fmla="*/ 127467 w 3657600"/>
              <a:gd name="connsiteY1" fmla="*/ 0 h 5486400"/>
              <a:gd name="connsiteX2" fmla="*/ 1072342 w 3657600"/>
              <a:gd name="connsiteY2" fmla="*/ 0 h 5486400"/>
              <a:gd name="connsiteX3" fmla="*/ 1828800 w 3657600"/>
              <a:gd name="connsiteY3" fmla="*/ 756458 h 5486400"/>
              <a:gd name="connsiteX4" fmla="*/ 2585258 w 3657600"/>
              <a:gd name="connsiteY4" fmla="*/ 0 h 5486400"/>
              <a:gd name="connsiteX5" fmla="*/ 3530133 w 3657600"/>
              <a:gd name="connsiteY5" fmla="*/ 0 h 5486400"/>
              <a:gd name="connsiteX6" fmla="*/ 3657600 w 3657600"/>
              <a:gd name="connsiteY6" fmla="*/ 0 h 5486400"/>
              <a:gd name="connsiteX7" fmla="*/ 3657600 w 3657600"/>
              <a:gd name="connsiteY7" fmla="*/ 127467 h 5486400"/>
              <a:gd name="connsiteX8" fmla="*/ 3657600 w 3657600"/>
              <a:gd name="connsiteY8" fmla="*/ 914400 h 5486400"/>
              <a:gd name="connsiteX9" fmla="*/ 3657600 w 3657600"/>
              <a:gd name="connsiteY9" fmla="*/ 5358933 h 5486400"/>
              <a:gd name="connsiteX10" fmla="*/ 3530133 w 3657600"/>
              <a:gd name="connsiteY10" fmla="*/ 5486400 h 5486400"/>
              <a:gd name="connsiteX11" fmla="*/ 127467 w 3657600"/>
              <a:gd name="connsiteY11" fmla="*/ 5486400 h 5486400"/>
              <a:gd name="connsiteX12" fmla="*/ 0 w 3657600"/>
              <a:gd name="connsiteY12" fmla="*/ 5358933 h 5486400"/>
              <a:gd name="connsiteX13" fmla="*/ 0 w 3657600"/>
              <a:gd name="connsiteY13" fmla="*/ 914400 h 5486400"/>
              <a:gd name="connsiteX14" fmla="*/ 0 w 3657600"/>
              <a:gd name="connsiteY14" fmla="*/ 127467 h 5486400"/>
              <a:gd name="connsiteX15" fmla="*/ 0 w 3657600"/>
              <a:gd name="connsiteY15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657600" h="5486400">
                <a:moveTo>
                  <a:pt x="0" y="0"/>
                </a:moveTo>
                <a:lnTo>
                  <a:pt x="127467" y="0"/>
                </a:lnTo>
                <a:lnTo>
                  <a:pt x="1072342" y="0"/>
                </a:lnTo>
                <a:cubicBezTo>
                  <a:pt x="1072342" y="417780"/>
                  <a:pt x="1411020" y="756458"/>
                  <a:pt x="1828800" y="756458"/>
                </a:cubicBezTo>
                <a:cubicBezTo>
                  <a:pt x="2246580" y="756458"/>
                  <a:pt x="2585258" y="417780"/>
                  <a:pt x="2585258" y="0"/>
                </a:cubicBezTo>
                <a:lnTo>
                  <a:pt x="3530133" y="0"/>
                </a:lnTo>
                <a:lnTo>
                  <a:pt x="3657600" y="0"/>
                </a:lnTo>
                <a:lnTo>
                  <a:pt x="3657600" y="127467"/>
                </a:lnTo>
                <a:lnTo>
                  <a:pt x="3657600" y="914400"/>
                </a:lnTo>
                <a:lnTo>
                  <a:pt x="3657600" y="5358933"/>
                </a:lnTo>
                <a:cubicBezTo>
                  <a:pt x="3657600" y="5429331"/>
                  <a:pt x="3600531" y="5486400"/>
                  <a:pt x="3530133" y="5486400"/>
                </a:cubicBezTo>
                <a:lnTo>
                  <a:pt x="127467" y="5486400"/>
                </a:lnTo>
                <a:cubicBezTo>
                  <a:pt x="57069" y="5486400"/>
                  <a:pt x="0" y="5429331"/>
                  <a:pt x="0" y="5358933"/>
                </a:cubicBezTo>
                <a:lnTo>
                  <a:pt x="0" y="914400"/>
                </a:lnTo>
                <a:lnTo>
                  <a:pt x="0" y="12746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F2B80C3C-88EA-4D7B-BB24-C9CA8EE5BBA5}"/>
              </a:ext>
            </a:extLst>
          </p:cNvPr>
          <p:cNvSpPr txBox="1"/>
          <p:nvPr/>
        </p:nvSpPr>
        <p:spPr>
          <a:xfrm>
            <a:off x="9765071" y="2449123"/>
            <a:ext cx="776128" cy="72737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lang="en-US" sz="3200" b="1" dirty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F24FEC34-E82B-4D94-830C-4E6920F4CD5B}"/>
              </a:ext>
            </a:extLst>
          </p:cNvPr>
          <p:cNvSpPr/>
          <p:nvPr/>
        </p:nvSpPr>
        <p:spPr>
          <a:xfrm>
            <a:off x="9081974" y="3324076"/>
            <a:ext cx="2142323" cy="126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请在此处添加详细描述文本，在这里输入文本，更改文字文本。请在此处添加详细描述文本，在这里输入文本，更改文字文本。</a:t>
            </a:r>
            <a:endParaRPr lang="zh-CN" altLang="en-US" sz="1200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BFA8FB2-1D54-4551-BEB6-91072C646DBC}"/>
              </a:ext>
            </a:extLst>
          </p:cNvPr>
          <p:cNvGrpSpPr/>
          <p:nvPr/>
        </p:nvGrpSpPr>
        <p:grpSpPr>
          <a:xfrm>
            <a:off x="4594979" y="4764202"/>
            <a:ext cx="297283" cy="556938"/>
            <a:chOff x="4203440" y="1153733"/>
            <a:chExt cx="428743" cy="803219"/>
          </a:xfrm>
          <a:solidFill>
            <a:schemeClr val="accent2"/>
          </a:solidFill>
        </p:grpSpPr>
        <p:sp>
          <p:nvSpPr>
            <p:cNvPr id="31" name="Freeform 1451">
              <a:extLst>
                <a:ext uri="{FF2B5EF4-FFF2-40B4-BE49-F238E27FC236}">
                  <a16:creationId xmlns:a16="http://schemas.microsoft.com/office/drawing/2014/main" id="{52D1D026-4655-4C90-B9BD-AC781022B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8267" y="1707302"/>
              <a:ext cx="217086" cy="65128"/>
            </a:xfrm>
            <a:custGeom>
              <a:avLst/>
              <a:gdLst>
                <a:gd name="T0" fmla="*/ 33 w 37"/>
                <a:gd name="T1" fmla="*/ 0 h 11"/>
                <a:gd name="T2" fmla="*/ 3 w 37"/>
                <a:gd name="T3" fmla="*/ 5 h 11"/>
                <a:gd name="T4" fmla="*/ 1 w 37"/>
                <a:gd name="T5" fmla="*/ 8 h 11"/>
                <a:gd name="T6" fmla="*/ 1 w 37"/>
                <a:gd name="T7" fmla="*/ 9 h 11"/>
                <a:gd name="T8" fmla="*/ 4 w 37"/>
                <a:gd name="T9" fmla="*/ 11 h 11"/>
                <a:gd name="T10" fmla="*/ 34 w 37"/>
                <a:gd name="T11" fmla="*/ 6 h 11"/>
                <a:gd name="T12" fmla="*/ 36 w 37"/>
                <a:gd name="T13" fmla="*/ 3 h 11"/>
                <a:gd name="T14" fmla="*/ 36 w 37"/>
                <a:gd name="T15" fmla="*/ 2 h 11"/>
                <a:gd name="T16" fmla="*/ 33 w 3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11">
                  <a:moveTo>
                    <a:pt x="33" y="0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0" y="7"/>
                    <a:pt x="1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0"/>
                    <a:pt x="2" y="11"/>
                    <a:pt x="4" y="11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6" y="5"/>
                    <a:pt x="37" y="4"/>
                    <a:pt x="36" y="3"/>
                  </a:cubicBezTo>
                  <a:cubicBezTo>
                    <a:pt x="36" y="2"/>
                    <a:pt x="36" y="2"/>
                    <a:pt x="36" y="2"/>
                  </a:cubicBezTo>
                  <a:cubicBezTo>
                    <a:pt x="36" y="1"/>
                    <a:pt x="35" y="0"/>
                    <a:pt x="3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32" name="Freeform 1452">
              <a:extLst>
                <a:ext uri="{FF2B5EF4-FFF2-40B4-BE49-F238E27FC236}">
                  <a16:creationId xmlns:a16="http://schemas.microsoft.com/office/drawing/2014/main" id="{37E0117F-A74F-4665-AE03-038077942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8267" y="1761573"/>
              <a:ext cx="217086" cy="70552"/>
            </a:xfrm>
            <a:custGeom>
              <a:avLst/>
              <a:gdLst>
                <a:gd name="T0" fmla="*/ 33 w 37"/>
                <a:gd name="T1" fmla="*/ 1 h 12"/>
                <a:gd name="T2" fmla="*/ 3 w 37"/>
                <a:gd name="T3" fmla="*/ 6 h 12"/>
                <a:gd name="T4" fmla="*/ 1 w 37"/>
                <a:gd name="T5" fmla="*/ 9 h 12"/>
                <a:gd name="T6" fmla="*/ 1 w 37"/>
                <a:gd name="T7" fmla="*/ 10 h 12"/>
                <a:gd name="T8" fmla="*/ 4 w 37"/>
                <a:gd name="T9" fmla="*/ 12 h 12"/>
                <a:gd name="T10" fmla="*/ 34 w 37"/>
                <a:gd name="T11" fmla="*/ 7 h 12"/>
                <a:gd name="T12" fmla="*/ 36 w 37"/>
                <a:gd name="T13" fmla="*/ 3 h 12"/>
                <a:gd name="T14" fmla="*/ 36 w 37"/>
                <a:gd name="T15" fmla="*/ 3 h 12"/>
                <a:gd name="T16" fmla="*/ 33 w 37"/>
                <a:gd name="T17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12">
                  <a:moveTo>
                    <a:pt x="33" y="1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8"/>
                    <a:pt x="1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2" y="12"/>
                    <a:pt x="4" y="12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6" y="6"/>
                    <a:pt x="37" y="5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1"/>
                    <a:pt x="35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33" name="Freeform 1453">
              <a:extLst>
                <a:ext uri="{FF2B5EF4-FFF2-40B4-BE49-F238E27FC236}">
                  <a16:creationId xmlns:a16="http://schemas.microsoft.com/office/drawing/2014/main" id="{6B59A105-38E4-41E4-A66D-F8EE6B785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8267" y="1821272"/>
              <a:ext cx="217086" cy="70552"/>
            </a:xfrm>
            <a:custGeom>
              <a:avLst/>
              <a:gdLst>
                <a:gd name="T0" fmla="*/ 33 w 37"/>
                <a:gd name="T1" fmla="*/ 1 h 12"/>
                <a:gd name="T2" fmla="*/ 3 w 37"/>
                <a:gd name="T3" fmla="*/ 6 h 12"/>
                <a:gd name="T4" fmla="*/ 1 w 37"/>
                <a:gd name="T5" fmla="*/ 9 h 12"/>
                <a:gd name="T6" fmla="*/ 1 w 37"/>
                <a:gd name="T7" fmla="*/ 10 h 12"/>
                <a:gd name="T8" fmla="*/ 4 w 37"/>
                <a:gd name="T9" fmla="*/ 12 h 12"/>
                <a:gd name="T10" fmla="*/ 34 w 37"/>
                <a:gd name="T11" fmla="*/ 7 h 12"/>
                <a:gd name="T12" fmla="*/ 36 w 37"/>
                <a:gd name="T13" fmla="*/ 3 h 12"/>
                <a:gd name="T14" fmla="*/ 36 w 37"/>
                <a:gd name="T15" fmla="*/ 3 h 12"/>
                <a:gd name="T16" fmla="*/ 33 w 37"/>
                <a:gd name="T17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12">
                  <a:moveTo>
                    <a:pt x="33" y="1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8"/>
                    <a:pt x="1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2" y="12"/>
                    <a:pt x="4" y="12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6" y="6"/>
                    <a:pt x="37" y="5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1"/>
                    <a:pt x="35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34" name="Freeform 1454">
              <a:extLst>
                <a:ext uri="{FF2B5EF4-FFF2-40B4-BE49-F238E27FC236}">
                  <a16:creationId xmlns:a16="http://schemas.microsoft.com/office/drawing/2014/main" id="{58E7A742-54A1-4D33-9046-7B44B01AE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538" y="1880971"/>
              <a:ext cx="119398" cy="75981"/>
            </a:xfrm>
            <a:custGeom>
              <a:avLst/>
              <a:gdLst>
                <a:gd name="T0" fmla="*/ 0 w 20"/>
                <a:gd name="T1" fmla="*/ 4 h 13"/>
                <a:gd name="T2" fmla="*/ 11 w 20"/>
                <a:gd name="T3" fmla="*/ 12 h 13"/>
                <a:gd name="T4" fmla="*/ 19 w 20"/>
                <a:gd name="T5" fmla="*/ 0 h 13"/>
                <a:gd name="T6" fmla="*/ 0 w 20"/>
                <a:gd name="T7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3">
                  <a:moveTo>
                    <a:pt x="0" y="4"/>
                  </a:moveTo>
                  <a:cubicBezTo>
                    <a:pt x="1" y="9"/>
                    <a:pt x="6" y="13"/>
                    <a:pt x="11" y="12"/>
                  </a:cubicBezTo>
                  <a:cubicBezTo>
                    <a:pt x="17" y="11"/>
                    <a:pt x="20" y="6"/>
                    <a:pt x="19" y="0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35" name="Freeform 1455">
              <a:extLst>
                <a:ext uri="{FF2B5EF4-FFF2-40B4-BE49-F238E27FC236}">
                  <a16:creationId xmlns:a16="http://schemas.microsoft.com/office/drawing/2014/main" id="{E5F16F78-4965-454C-8445-AD6D47D0D8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03440" y="1153733"/>
              <a:ext cx="428743" cy="569852"/>
            </a:xfrm>
            <a:custGeom>
              <a:avLst/>
              <a:gdLst>
                <a:gd name="T0" fmla="*/ 37 w 73"/>
                <a:gd name="T1" fmla="*/ 0 h 96"/>
                <a:gd name="T2" fmla="*/ 0 w 73"/>
                <a:gd name="T3" fmla="*/ 37 h 96"/>
                <a:gd name="T4" fmla="*/ 11 w 73"/>
                <a:gd name="T5" fmla="*/ 63 h 96"/>
                <a:gd name="T6" fmla="*/ 23 w 73"/>
                <a:gd name="T7" fmla="*/ 92 h 96"/>
                <a:gd name="T8" fmla="*/ 23 w 73"/>
                <a:gd name="T9" fmla="*/ 96 h 96"/>
                <a:gd name="T10" fmla="*/ 55 w 73"/>
                <a:gd name="T11" fmla="*/ 91 h 96"/>
                <a:gd name="T12" fmla="*/ 55 w 73"/>
                <a:gd name="T13" fmla="*/ 88 h 96"/>
                <a:gd name="T14" fmla="*/ 65 w 73"/>
                <a:gd name="T15" fmla="*/ 59 h 96"/>
                <a:gd name="T16" fmla="*/ 73 w 73"/>
                <a:gd name="T17" fmla="*/ 37 h 96"/>
                <a:gd name="T18" fmla="*/ 37 w 73"/>
                <a:gd name="T19" fmla="*/ 0 h 96"/>
                <a:gd name="T20" fmla="*/ 59 w 73"/>
                <a:gd name="T21" fmla="*/ 56 h 96"/>
                <a:gd name="T22" fmla="*/ 48 w 73"/>
                <a:gd name="T23" fmla="*/ 85 h 96"/>
                <a:gd name="T24" fmla="*/ 29 w 73"/>
                <a:gd name="T25" fmla="*/ 88 h 96"/>
                <a:gd name="T26" fmla="*/ 16 w 73"/>
                <a:gd name="T27" fmla="*/ 59 h 96"/>
                <a:gd name="T28" fmla="*/ 6 w 73"/>
                <a:gd name="T29" fmla="*/ 37 h 96"/>
                <a:gd name="T30" fmla="*/ 37 w 73"/>
                <a:gd name="T31" fmla="*/ 7 h 96"/>
                <a:gd name="T32" fmla="*/ 67 w 73"/>
                <a:gd name="T33" fmla="*/ 37 h 96"/>
                <a:gd name="T34" fmla="*/ 59 w 73"/>
                <a:gd name="T35" fmla="*/ 5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" h="96">
                  <a:moveTo>
                    <a:pt x="37" y="0"/>
                  </a:moveTo>
                  <a:cubicBezTo>
                    <a:pt x="16" y="0"/>
                    <a:pt x="0" y="17"/>
                    <a:pt x="0" y="37"/>
                  </a:cubicBezTo>
                  <a:cubicBezTo>
                    <a:pt x="0" y="49"/>
                    <a:pt x="5" y="56"/>
                    <a:pt x="11" y="63"/>
                  </a:cubicBezTo>
                  <a:cubicBezTo>
                    <a:pt x="16" y="71"/>
                    <a:pt x="22" y="78"/>
                    <a:pt x="23" y="92"/>
                  </a:cubicBezTo>
                  <a:cubicBezTo>
                    <a:pt x="23" y="96"/>
                    <a:pt x="23" y="96"/>
                    <a:pt x="23" y="96"/>
                  </a:cubicBezTo>
                  <a:cubicBezTo>
                    <a:pt x="55" y="91"/>
                    <a:pt x="55" y="91"/>
                    <a:pt x="55" y="91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4" y="76"/>
                    <a:pt x="60" y="67"/>
                    <a:pt x="65" y="59"/>
                  </a:cubicBezTo>
                  <a:cubicBezTo>
                    <a:pt x="69" y="52"/>
                    <a:pt x="73" y="45"/>
                    <a:pt x="73" y="37"/>
                  </a:cubicBezTo>
                  <a:cubicBezTo>
                    <a:pt x="73" y="17"/>
                    <a:pt x="57" y="0"/>
                    <a:pt x="37" y="0"/>
                  </a:cubicBezTo>
                  <a:close/>
                  <a:moveTo>
                    <a:pt x="59" y="56"/>
                  </a:moveTo>
                  <a:cubicBezTo>
                    <a:pt x="54" y="64"/>
                    <a:pt x="49" y="73"/>
                    <a:pt x="48" y="85"/>
                  </a:cubicBezTo>
                  <a:cubicBezTo>
                    <a:pt x="29" y="88"/>
                    <a:pt x="29" y="88"/>
                    <a:pt x="29" y="88"/>
                  </a:cubicBezTo>
                  <a:cubicBezTo>
                    <a:pt x="27" y="75"/>
                    <a:pt x="21" y="66"/>
                    <a:pt x="16" y="59"/>
                  </a:cubicBezTo>
                  <a:cubicBezTo>
                    <a:pt x="11" y="52"/>
                    <a:pt x="6" y="46"/>
                    <a:pt x="6" y="37"/>
                  </a:cubicBezTo>
                  <a:cubicBezTo>
                    <a:pt x="6" y="20"/>
                    <a:pt x="20" y="7"/>
                    <a:pt x="37" y="7"/>
                  </a:cubicBezTo>
                  <a:cubicBezTo>
                    <a:pt x="53" y="7"/>
                    <a:pt x="67" y="20"/>
                    <a:pt x="67" y="37"/>
                  </a:cubicBezTo>
                  <a:cubicBezTo>
                    <a:pt x="67" y="43"/>
                    <a:pt x="63" y="49"/>
                    <a:pt x="59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grpSp>
        <p:nvGrpSpPr>
          <p:cNvPr id="48" name="Group 53">
            <a:extLst>
              <a:ext uri="{FF2B5EF4-FFF2-40B4-BE49-F238E27FC236}">
                <a16:creationId xmlns:a16="http://schemas.microsoft.com/office/drawing/2014/main" id="{C5430281-8C54-4E88-9F04-63F64FC08BEE}"/>
              </a:ext>
            </a:extLst>
          </p:cNvPr>
          <p:cNvGrpSpPr/>
          <p:nvPr/>
        </p:nvGrpSpPr>
        <p:grpSpPr>
          <a:xfrm>
            <a:off x="9945354" y="4834891"/>
            <a:ext cx="415561" cy="415561"/>
            <a:chOff x="1637252" y="4342379"/>
            <a:chExt cx="400024" cy="400024"/>
          </a:xfrm>
          <a:solidFill>
            <a:schemeClr val="accent4"/>
          </a:solidFill>
        </p:grpSpPr>
        <p:sp>
          <p:nvSpPr>
            <p:cNvPr id="49" name="Freeform 57">
              <a:extLst>
                <a:ext uri="{FF2B5EF4-FFF2-40B4-BE49-F238E27FC236}">
                  <a16:creationId xmlns:a16="http://schemas.microsoft.com/office/drawing/2014/main" id="{98DE72BA-08E4-4279-8D6C-DD05966A45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37252" y="4342379"/>
              <a:ext cx="125420" cy="400024"/>
            </a:xfrm>
            <a:custGeom>
              <a:avLst/>
              <a:gdLst>
                <a:gd name="T0" fmla="*/ 32 w 40"/>
                <a:gd name="T1" fmla="*/ 24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24 h 128"/>
                <a:gd name="T10" fmla="*/ 0 w 40"/>
                <a:gd name="T11" fmla="*/ 40 h 128"/>
                <a:gd name="T12" fmla="*/ 8 w 40"/>
                <a:gd name="T13" fmla="*/ 56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56 h 128"/>
                <a:gd name="T22" fmla="*/ 40 w 40"/>
                <a:gd name="T23" fmla="*/ 40 h 128"/>
                <a:gd name="T24" fmla="*/ 32 w 40"/>
                <a:gd name="T25" fmla="*/ 24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20 h 128"/>
                <a:gd name="T34" fmla="*/ 20 w 40"/>
                <a:gd name="T35" fmla="*/ 20 h 128"/>
                <a:gd name="T36" fmla="*/ 16 w 40"/>
                <a:gd name="T37" fmla="*/ 20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60 h 128"/>
                <a:gd name="T48" fmla="*/ 20 w 40"/>
                <a:gd name="T49" fmla="*/ 60 h 128"/>
                <a:gd name="T50" fmla="*/ 24 w 40"/>
                <a:gd name="T51" fmla="*/ 60 h 128"/>
                <a:gd name="T52" fmla="*/ 24 w 40"/>
                <a:gd name="T53" fmla="*/ 116 h 128"/>
                <a:gd name="T54" fmla="*/ 31 w 40"/>
                <a:gd name="T55" fmla="*/ 43 h 128"/>
                <a:gd name="T56" fmla="*/ 31 w 40"/>
                <a:gd name="T57" fmla="*/ 44 h 128"/>
                <a:gd name="T58" fmla="*/ 30 w 40"/>
                <a:gd name="T59" fmla="*/ 47 h 128"/>
                <a:gd name="T60" fmla="*/ 30 w 40"/>
                <a:gd name="T61" fmla="*/ 47 h 128"/>
                <a:gd name="T62" fmla="*/ 27 w 40"/>
                <a:gd name="T63" fmla="*/ 50 h 128"/>
                <a:gd name="T64" fmla="*/ 27 w 40"/>
                <a:gd name="T65" fmla="*/ 50 h 128"/>
                <a:gd name="T66" fmla="*/ 24 w 40"/>
                <a:gd name="T67" fmla="*/ 51 h 128"/>
                <a:gd name="T68" fmla="*/ 20 w 40"/>
                <a:gd name="T69" fmla="*/ 52 h 128"/>
                <a:gd name="T70" fmla="*/ 16 w 40"/>
                <a:gd name="T71" fmla="*/ 51 h 128"/>
                <a:gd name="T72" fmla="*/ 13 w 40"/>
                <a:gd name="T73" fmla="*/ 50 h 128"/>
                <a:gd name="T74" fmla="*/ 13 w 40"/>
                <a:gd name="T75" fmla="*/ 50 h 128"/>
                <a:gd name="T76" fmla="*/ 10 w 40"/>
                <a:gd name="T77" fmla="*/ 47 h 128"/>
                <a:gd name="T78" fmla="*/ 10 w 40"/>
                <a:gd name="T79" fmla="*/ 47 h 128"/>
                <a:gd name="T80" fmla="*/ 9 w 40"/>
                <a:gd name="T81" fmla="*/ 44 h 128"/>
                <a:gd name="T82" fmla="*/ 9 w 40"/>
                <a:gd name="T83" fmla="*/ 43 h 128"/>
                <a:gd name="T84" fmla="*/ 8 w 40"/>
                <a:gd name="T85" fmla="*/ 40 h 128"/>
                <a:gd name="T86" fmla="*/ 9 w 40"/>
                <a:gd name="T87" fmla="*/ 37 h 128"/>
                <a:gd name="T88" fmla="*/ 9 w 40"/>
                <a:gd name="T89" fmla="*/ 36 h 128"/>
                <a:gd name="T90" fmla="*/ 10 w 40"/>
                <a:gd name="T91" fmla="*/ 33 h 128"/>
                <a:gd name="T92" fmla="*/ 10 w 40"/>
                <a:gd name="T93" fmla="*/ 33 h 128"/>
                <a:gd name="T94" fmla="*/ 13 w 40"/>
                <a:gd name="T95" fmla="*/ 30 h 128"/>
                <a:gd name="T96" fmla="*/ 13 w 40"/>
                <a:gd name="T97" fmla="*/ 30 h 128"/>
                <a:gd name="T98" fmla="*/ 16 w 40"/>
                <a:gd name="T99" fmla="*/ 29 h 128"/>
                <a:gd name="T100" fmla="*/ 20 w 40"/>
                <a:gd name="T101" fmla="*/ 28 h 128"/>
                <a:gd name="T102" fmla="*/ 24 w 40"/>
                <a:gd name="T103" fmla="*/ 29 h 128"/>
                <a:gd name="T104" fmla="*/ 27 w 40"/>
                <a:gd name="T105" fmla="*/ 30 h 128"/>
                <a:gd name="T106" fmla="*/ 27 w 40"/>
                <a:gd name="T107" fmla="*/ 30 h 128"/>
                <a:gd name="T108" fmla="*/ 30 w 40"/>
                <a:gd name="T109" fmla="*/ 33 h 128"/>
                <a:gd name="T110" fmla="*/ 30 w 40"/>
                <a:gd name="T111" fmla="*/ 33 h 128"/>
                <a:gd name="T112" fmla="*/ 31 w 40"/>
                <a:gd name="T113" fmla="*/ 36 h 128"/>
                <a:gd name="T114" fmla="*/ 31 w 40"/>
                <a:gd name="T115" fmla="*/ 37 h 128"/>
                <a:gd name="T116" fmla="*/ 32 w 40"/>
                <a:gd name="T117" fmla="*/ 40 h 128"/>
                <a:gd name="T118" fmla="*/ 31 w 40"/>
                <a:gd name="T119" fmla="*/ 4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24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3" y="28"/>
                    <a:pt x="0" y="33"/>
                    <a:pt x="0" y="40"/>
                  </a:cubicBezTo>
                  <a:cubicBezTo>
                    <a:pt x="0" y="47"/>
                    <a:pt x="3" y="52"/>
                    <a:pt x="8" y="5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37" y="52"/>
                    <a:pt x="40" y="47"/>
                    <a:pt x="40" y="40"/>
                  </a:cubicBezTo>
                  <a:cubicBezTo>
                    <a:pt x="40" y="33"/>
                    <a:pt x="37" y="28"/>
                    <a:pt x="32" y="24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1" y="20"/>
                    <a:pt x="20" y="20"/>
                  </a:cubicBezTo>
                  <a:cubicBezTo>
                    <a:pt x="19" y="20"/>
                    <a:pt x="17" y="20"/>
                    <a:pt x="16" y="20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7" y="60"/>
                    <a:pt x="19" y="60"/>
                    <a:pt x="20" y="60"/>
                  </a:cubicBezTo>
                  <a:cubicBezTo>
                    <a:pt x="21" y="60"/>
                    <a:pt x="23" y="60"/>
                    <a:pt x="24" y="60"/>
                  </a:cubicBezTo>
                  <a:lnTo>
                    <a:pt x="24" y="116"/>
                  </a:lnTo>
                  <a:close/>
                  <a:moveTo>
                    <a:pt x="31" y="43"/>
                  </a:move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0" y="46"/>
                    <a:pt x="30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29" y="48"/>
                    <a:pt x="28" y="49"/>
                    <a:pt x="27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6" y="50"/>
                    <a:pt x="25" y="51"/>
                    <a:pt x="24" y="51"/>
                  </a:cubicBezTo>
                  <a:cubicBezTo>
                    <a:pt x="23" y="52"/>
                    <a:pt x="21" y="52"/>
                    <a:pt x="20" y="52"/>
                  </a:cubicBezTo>
                  <a:cubicBezTo>
                    <a:pt x="19" y="52"/>
                    <a:pt x="17" y="52"/>
                    <a:pt x="16" y="51"/>
                  </a:cubicBezTo>
                  <a:cubicBezTo>
                    <a:pt x="15" y="51"/>
                    <a:pt x="14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49"/>
                    <a:pt x="11" y="48"/>
                    <a:pt x="10" y="47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4"/>
                    <a:pt x="9" y="44"/>
                    <a:pt x="9" y="43"/>
                  </a:cubicBezTo>
                  <a:cubicBezTo>
                    <a:pt x="8" y="42"/>
                    <a:pt x="8" y="41"/>
                    <a:pt x="8" y="40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5"/>
                    <a:pt x="10" y="34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1" y="32"/>
                    <a:pt x="12" y="31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5" y="29"/>
                    <a:pt x="16" y="29"/>
                  </a:cubicBezTo>
                  <a:cubicBezTo>
                    <a:pt x="17" y="28"/>
                    <a:pt x="19" y="28"/>
                    <a:pt x="20" y="28"/>
                  </a:cubicBezTo>
                  <a:cubicBezTo>
                    <a:pt x="21" y="28"/>
                    <a:pt x="23" y="28"/>
                    <a:pt x="24" y="29"/>
                  </a:cubicBezTo>
                  <a:cubicBezTo>
                    <a:pt x="25" y="29"/>
                    <a:pt x="26" y="30"/>
                    <a:pt x="27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31"/>
                    <a:pt x="29" y="32"/>
                    <a:pt x="30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4"/>
                    <a:pt x="31" y="35"/>
                    <a:pt x="31" y="36"/>
                  </a:cubicBezTo>
                  <a:cubicBezTo>
                    <a:pt x="31" y="36"/>
                    <a:pt x="31" y="36"/>
                    <a:pt x="31" y="37"/>
                  </a:cubicBezTo>
                  <a:cubicBezTo>
                    <a:pt x="32" y="38"/>
                    <a:pt x="32" y="39"/>
                    <a:pt x="32" y="40"/>
                  </a:cubicBezTo>
                  <a:cubicBezTo>
                    <a:pt x="32" y="41"/>
                    <a:pt x="32" y="42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50" name="Freeform 58">
              <a:extLst>
                <a:ext uri="{FF2B5EF4-FFF2-40B4-BE49-F238E27FC236}">
                  <a16:creationId xmlns:a16="http://schemas.microsoft.com/office/drawing/2014/main" id="{A0AAFD86-8041-4ECA-8186-0D695EFCC5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11856" y="4342379"/>
              <a:ext cx="125420" cy="400024"/>
            </a:xfrm>
            <a:custGeom>
              <a:avLst/>
              <a:gdLst>
                <a:gd name="T0" fmla="*/ 32 w 40"/>
                <a:gd name="T1" fmla="*/ 24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24 h 128"/>
                <a:gd name="T10" fmla="*/ 0 w 40"/>
                <a:gd name="T11" fmla="*/ 40 h 128"/>
                <a:gd name="T12" fmla="*/ 8 w 40"/>
                <a:gd name="T13" fmla="*/ 56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56 h 128"/>
                <a:gd name="T22" fmla="*/ 40 w 40"/>
                <a:gd name="T23" fmla="*/ 40 h 128"/>
                <a:gd name="T24" fmla="*/ 32 w 40"/>
                <a:gd name="T25" fmla="*/ 24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20 h 128"/>
                <a:gd name="T34" fmla="*/ 20 w 40"/>
                <a:gd name="T35" fmla="*/ 20 h 128"/>
                <a:gd name="T36" fmla="*/ 16 w 40"/>
                <a:gd name="T37" fmla="*/ 20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60 h 128"/>
                <a:gd name="T48" fmla="*/ 20 w 40"/>
                <a:gd name="T49" fmla="*/ 60 h 128"/>
                <a:gd name="T50" fmla="*/ 24 w 40"/>
                <a:gd name="T51" fmla="*/ 60 h 128"/>
                <a:gd name="T52" fmla="*/ 24 w 40"/>
                <a:gd name="T53" fmla="*/ 116 h 128"/>
                <a:gd name="T54" fmla="*/ 31 w 40"/>
                <a:gd name="T55" fmla="*/ 43 h 128"/>
                <a:gd name="T56" fmla="*/ 31 w 40"/>
                <a:gd name="T57" fmla="*/ 44 h 128"/>
                <a:gd name="T58" fmla="*/ 30 w 40"/>
                <a:gd name="T59" fmla="*/ 47 h 128"/>
                <a:gd name="T60" fmla="*/ 30 w 40"/>
                <a:gd name="T61" fmla="*/ 47 h 128"/>
                <a:gd name="T62" fmla="*/ 27 w 40"/>
                <a:gd name="T63" fmla="*/ 50 h 128"/>
                <a:gd name="T64" fmla="*/ 27 w 40"/>
                <a:gd name="T65" fmla="*/ 50 h 128"/>
                <a:gd name="T66" fmla="*/ 24 w 40"/>
                <a:gd name="T67" fmla="*/ 51 h 128"/>
                <a:gd name="T68" fmla="*/ 20 w 40"/>
                <a:gd name="T69" fmla="*/ 52 h 128"/>
                <a:gd name="T70" fmla="*/ 16 w 40"/>
                <a:gd name="T71" fmla="*/ 51 h 128"/>
                <a:gd name="T72" fmla="*/ 13 w 40"/>
                <a:gd name="T73" fmla="*/ 50 h 128"/>
                <a:gd name="T74" fmla="*/ 13 w 40"/>
                <a:gd name="T75" fmla="*/ 50 h 128"/>
                <a:gd name="T76" fmla="*/ 10 w 40"/>
                <a:gd name="T77" fmla="*/ 47 h 128"/>
                <a:gd name="T78" fmla="*/ 10 w 40"/>
                <a:gd name="T79" fmla="*/ 47 h 128"/>
                <a:gd name="T80" fmla="*/ 9 w 40"/>
                <a:gd name="T81" fmla="*/ 44 h 128"/>
                <a:gd name="T82" fmla="*/ 9 w 40"/>
                <a:gd name="T83" fmla="*/ 43 h 128"/>
                <a:gd name="T84" fmla="*/ 8 w 40"/>
                <a:gd name="T85" fmla="*/ 40 h 128"/>
                <a:gd name="T86" fmla="*/ 9 w 40"/>
                <a:gd name="T87" fmla="*/ 37 h 128"/>
                <a:gd name="T88" fmla="*/ 9 w 40"/>
                <a:gd name="T89" fmla="*/ 36 h 128"/>
                <a:gd name="T90" fmla="*/ 10 w 40"/>
                <a:gd name="T91" fmla="*/ 33 h 128"/>
                <a:gd name="T92" fmla="*/ 10 w 40"/>
                <a:gd name="T93" fmla="*/ 33 h 128"/>
                <a:gd name="T94" fmla="*/ 13 w 40"/>
                <a:gd name="T95" fmla="*/ 30 h 128"/>
                <a:gd name="T96" fmla="*/ 13 w 40"/>
                <a:gd name="T97" fmla="*/ 30 h 128"/>
                <a:gd name="T98" fmla="*/ 16 w 40"/>
                <a:gd name="T99" fmla="*/ 29 h 128"/>
                <a:gd name="T100" fmla="*/ 20 w 40"/>
                <a:gd name="T101" fmla="*/ 28 h 128"/>
                <a:gd name="T102" fmla="*/ 24 w 40"/>
                <a:gd name="T103" fmla="*/ 29 h 128"/>
                <a:gd name="T104" fmla="*/ 27 w 40"/>
                <a:gd name="T105" fmla="*/ 30 h 128"/>
                <a:gd name="T106" fmla="*/ 27 w 40"/>
                <a:gd name="T107" fmla="*/ 30 h 128"/>
                <a:gd name="T108" fmla="*/ 30 w 40"/>
                <a:gd name="T109" fmla="*/ 33 h 128"/>
                <a:gd name="T110" fmla="*/ 30 w 40"/>
                <a:gd name="T111" fmla="*/ 33 h 128"/>
                <a:gd name="T112" fmla="*/ 31 w 40"/>
                <a:gd name="T113" fmla="*/ 36 h 128"/>
                <a:gd name="T114" fmla="*/ 31 w 40"/>
                <a:gd name="T115" fmla="*/ 37 h 128"/>
                <a:gd name="T116" fmla="*/ 32 w 40"/>
                <a:gd name="T117" fmla="*/ 40 h 128"/>
                <a:gd name="T118" fmla="*/ 31 w 40"/>
                <a:gd name="T119" fmla="*/ 4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24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3" y="28"/>
                    <a:pt x="0" y="33"/>
                    <a:pt x="0" y="40"/>
                  </a:cubicBezTo>
                  <a:cubicBezTo>
                    <a:pt x="0" y="47"/>
                    <a:pt x="3" y="52"/>
                    <a:pt x="8" y="5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37" y="52"/>
                    <a:pt x="40" y="47"/>
                    <a:pt x="40" y="40"/>
                  </a:cubicBezTo>
                  <a:cubicBezTo>
                    <a:pt x="40" y="33"/>
                    <a:pt x="37" y="28"/>
                    <a:pt x="32" y="24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1" y="20"/>
                    <a:pt x="20" y="20"/>
                  </a:cubicBezTo>
                  <a:cubicBezTo>
                    <a:pt x="19" y="20"/>
                    <a:pt x="17" y="20"/>
                    <a:pt x="16" y="20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7" y="60"/>
                    <a:pt x="19" y="60"/>
                    <a:pt x="20" y="60"/>
                  </a:cubicBezTo>
                  <a:cubicBezTo>
                    <a:pt x="21" y="60"/>
                    <a:pt x="23" y="60"/>
                    <a:pt x="24" y="60"/>
                  </a:cubicBezTo>
                  <a:lnTo>
                    <a:pt x="24" y="116"/>
                  </a:lnTo>
                  <a:close/>
                  <a:moveTo>
                    <a:pt x="31" y="43"/>
                  </a:move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0" y="46"/>
                    <a:pt x="30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29" y="48"/>
                    <a:pt x="28" y="49"/>
                    <a:pt x="27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6" y="50"/>
                    <a:pt x="25" y="51"/>
                    <a:pt x="24" y="51"/>
                  </a:cubicBezTo>
                  <a:cubicBezTo>
                    <a:pt x="23" y="52"/>
                    <a:pt x="21" y="52"/>
                    <a:pt x="20" y="52"/>
                  </a:cubicBezTo>
                  <a:cubicBezTo>
                    <a:pt x="19" y="52"/>
                    <a:pt x="17" y="52"/>
                    <a:pt x="16" y="51"/>
                  </a:cubicBezTo>
                  <a:cubicBezTo>
                    <a:pt x="15" y="51"/>
                    <a:pt x="14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49"/>
                    <a:pt x="11" y="48"/>
                    <a:pt x="10" y="47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4"/>
                    <a:pt x="9" y="44"/>
                    <a:pt x="9" y="43"/>
                  </a:cubicBezTo>
                  <a:cubicBezTo>
                    <a:pt x="8" y="42"/>
                    <a:pt x="8" y="41"/>
                    <a:pt x="8" y="40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5"/>
                    <a:pt x="10" y="34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1" y="32"/>
                    <a:pt x="12" y="31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5" y="29"/>
                    <a:pt x="16" y="29"/>
                  </a:cubicBezTo>
                  <a:cubicBezTo>
                    <a:pt x="17" y="28"/>
                    <a:pt x="19" y="28"/>
                    <a:pt x="20" y="28"/>
                  </a:cubicBezTo>
                  <a:cubicBezTo>
                    <a:pt x="21" y="28"/>
                    <a:pt x="23" y="28"/>
                    <a:pt x="24" y="29"/>
                  </a:cubicBezTo>
                  <a:cubicBezTo>
                    <a:pt x="25" y="29"/>
                    <a:pt x="26" y="30"/>
                    <a:pt x="27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31"/>
                    <a:pt x="29" y="32"/>
                    <a:pt x="30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4"/>
                    <a:pt x="31" y="35"/>
                    <a:pt x="31" y="36"/>
                  </a:cubicBezTo>
                  <a:cubicBezTo>
                    <a:pt x="31" y="36"/>
                    <a:pt x="31" y="36"/>
                    <a:pt x="31" y="37"/>
                  </a:cubicBezTo>
                  <a:cubicBezTo>
                    <a:pt x="32" y="38"/>
                    <a:pt x="32" y="39"/>
                    <a:pt x="32" y="40"/>
                  </a:cubicBezTo>
                  <a:cubicBezTo>
                    <a:pt x="32" y="41"/>
                    <a:pt x="32" y="42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51" name="Freeform 59">
              <a:extLst>
                <a:ext uri="{FF2B5EF4-FFF2-40B4-BE49-F238E27FC236}">
                  <a16:creationId xmlns:a16="http://schemas.microsoft.com/office/drawing/2014/main" id="{5ACFAEF7-191D-4605-BDFD-C03D9053D3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4554" y="4342379"/>
              <a:ext cx="125420" cy="400024"/>
            </a:xfrm>
            <a:custGeom>
              <a:avLst/>
              <a:gdLst>
                <a:gd name="T0" fmla="*/ 32 w 40"/>
                <a:gd name="T1" fmla="*/ 72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72 h 128"/>
                <a:gd name="T10" fmla="*/ 0 w 40"/>
                <a:gd name="T11" fmla="*/ 88 h 128"/>
                <a:gd name="T12" fmla="*/ 8 w 40"/>
                <a:gd name="T13" fmla="*/ 104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104 h 128"/>
                <a:gd name="T22" fmla="*/ 40 w 40"/>
                <a:gd name="T23" fmla="*/ 88 h 128"/>
                <a:gd name="T24" fmla="*/ 32 w 40"/>
                <a:gd name="T25" fmla="*/ 72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68 h 128"/>
                <a:gd name="T34" fmla="*/ 20 w 40"/>
                <a:gd name="T35" fmla="*/ 68 h 128"/>
                <a:gd name="T36" fmla="*/ 16 w 40"/>
                <a:gd name="T37" fmla="*/ 68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108 h 128"/>
                <a:gd name="T48" fmla="*/ 20 w 40"/>
                <a:gd name="T49" fmla="*/ 108 h 128"/>
                <a:gd name="T50" fmla="*/ 24 w 40"/>
                <a:gd name="T51" fmla="*/ 108 h 128"/>
                <a:gd name="T52" fmla="*/ 24 w 40"/>
                <a:gd name="T53" fmla="*/ 116 h 128"/>
                <a:gd name="T54" fmla="*/ 31 w 40"/>
                <a:gd name="T55" fmla="*/ 91 h 128"/>
                <a:gd name="T56" fmla="*/ 31 w 40"/>
                <a:gd name="T57" fmla="*/ 92 h 128"/>
                <a:gd name="T58" fmla="*/ 30 w 40"/>
                <a:gd name="T59" fmla="*/ 95 h 128"/>
                <a:gd name="T60" fmla="*/ 30 w 40"/>
                <a:gd name="T61" fmla="*/ 95 h 128"/>
                <a:gd name="T62" fmla="*/ 27 w 40"/>
                <a:gd name="T63" fmla="*/ 98 h 128"/>
                <a:gd name="T64" fmla="*/ 27 w 40"/>
                <a:gd name="T65" fmla="*/ 98 h 128"/>
                <a:gd name="T66" fmla="*/ 24 w 40"/>
                <a:gd name="T67" fmla="*/ 99 h 128"/>
                <a:gd name="T68" fmla="*/ 20 w 40"/>
                <a:gd name="T69" fmla="*/ 100 h 128"/>
                <a:gd name="T70" fmla="*/ 16 w 40"/>
                <a:gd name="T71" fmla="*/ 99 h 128"/>
                <a:gd name="T72" fmla="*/ 13 w 40"/>
                <a:gd name="T73" fmla="*/ 98 h 128"/>
                <a:gd name="T74" fmla="*/ 13 w 40"/>
                <a:gd name="T75" fmla="*/ 98 h 128"/>
                <a:gd name="T76" fmla="*/ 10 w 40"/>
                <a:gd name="T77" fmla="*/ 95 h 128"/>
                <a:gd name="T78" fmla="*/ 10 w 40"/>
                <a:gd name="T79" fmla="*/ 95 h 128"/>
                <a:gd name="T80" fmla="*/ 9 w 40"/>
                <a:gd name="T81" fmla="*/ 92 h 128"/>
                <a:gd name="T82" fmla="*/ 9 w 40"/>
                <a:gd name="T83" fmla="*/ 91 h 128"/>
                <a:gd name="T84" fmla="*/ 8 w 40"/>
                <a:gd name="T85" fmla="*/ 88 h 128"/>
                <a:gd name="T86" fmla="*/ 9 w 40"/>
                <a:gd name="T87" fmla="*/ 85 h 128"/>
                <a:gd name="T88" fmla="*/ 9 w 40"/>
                <a:gd name="T89" fmla="*/ 84 h 128"/>
                <a:gd name="T90" fmla="*/ 10 w 40"/>
                <a:gd name="T91" fmla="*/ 81 h 128"/>
                <a:gd name="T92" fmla="*/ 10 w 40"/>
                <a:gd name="T93" fmla="*/ 81 h 128"/>
                <a:gd name="T94" fmla="*/ 13 w 40"/>
                <a:gd name="T95" fmla="*/ 78 h 128"/>
                <a:gd name="T96" fmla="*/ 13 w 40"/>
                <a:gd name="T97" fmla="*/ 78 h 128"/>
                <a:gd name="T98" fmla="*/ 16 w 40"/>
                <a:gd name="T99" fmla="*/ 77 h 128"/>
                <a:gd name="T100" fmla="*/ 20 w 40"/>
                <a:gd name="T101" fmla="*/ 76 h 128"/>
                <a:gd name="T102" fmla="*/ 24 w 40"/>
                <a:gd name="T103" fmla="*/ 77 h 128"/>
                <a:gd name="T104" fmla="*/ 27 w 40"/>
                <a:gd name="T105" fmla="*/ 78 h 128"/>
                <a:gd name="T106" fmla="*/ 27 w 40"/>
                <a:gd name="T107" fmla="*/ 78 h 128"/>
                <a:gd name="T108" fmla="*/ 30 w 40"/>
                <a:gd name="T109" fmla="*/ 81 h 128"/>
                <a:gd name="T110" fmla="*/ 30 w 40"/>
                <a:gd name="T111" fmla="*/ 81 h 128"/>
                <a:gd name="T112" fmla="*/ 31 w 40"/>
                <a:gd name="T113" fmla="*/ 84 h 128"/>
                <a:gd name="T114" fmla="*/ 31 w 40"/>
                <a:gd name="T115" fmla="*/ 85 h 128"/>
                <a:gd name="T116" fmla="*/ 32 w 40"/>
                <a:gd name="T117" fmla="*/ 88 h 128"/>
                <a:gd name="T118" fmla="*/ 31 w 40"/>
                <a:gd name="T119" fmla="*/ 9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72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3" y="76"/>
                    <a:pt x="0" y="81"/>
                    <a:pt x="0" y="88"/>
                  </a:cubicBezTo>
                  <a:cubicBezTo>
                    <a:pt x="0" y="95"/>
                    <a:pt x="3" y="100"/>
                    <a:pt x="8" y="104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37" y="100"/>
                    <a:pt x="40" y="95"/>
                    <a:pt x="40" y="88"/>
                  </a:cubicBezTo>
                  <a:cubicBezTo>
                    <a:pt x="40" y="81"/>
                    <a:pt x="37" y="76"/>
                    <a:pt x="32" y="72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3" y="68"/>
                    <a:pt x="21" y="68"/>
                    <a:pt x="20" y="68"/>
                  </a:cubicBezTo>
                  <a:cubicBezTo>
                    <a:pt x="19" y="68"/>
                    <a:pt x="17" y="68"/>
                    <a:pt x="16" y="68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17" y="108"/>
                    <a:pt x="19" y="108"/>
                    <a:pt x="20" y="108"/>
                  </a:cubicBezTo>
                  <a:cubicBezTo>
                    <a:pt x="21" y="108"/>
                    <a:pt x="23" y="108"/>
                    <a:pt x="24" y="108"/>
                  </a:cubicBezTo>
                  <a:lnTo>
                    <a:pt x="24" y="116"/>
                  </a:lnTo>
                  <a:close/>
                  <a:moveTo>
                    <a:pt x="31" y="91"/>
                  </a:moveTo>
                  <a:cubicBezTo>
                    <a:pt x="31" y="92"/>
                    <a:pt x="31" y="92"/>
                    <a:pt x="31" y="92"/>
                  </a:cubicBezTo>
                  <a:cubicBezTo>
                    <a:pt x="31" y="93"/>
                    <a:pt x="30" y="94"/>
                    <a:pt x="30" y="95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29" y="96"/>
                    <a:pt x="28" y="97"/>
                    <a:pt x="27" y="98"/>
                  </a:cubicBezTo>
                  <a:cubicBezTo>
                    <a:pt x="27" y="98"/>
                    <a:pt x="27" y="98"/>
                    <a:pt x="27" y="98"/>
                  </a:cubicBezTo>
                  <a:cubicBezTo>
                    <a:pt x="26" y="98"/>
                    <a:pt x="25" y="99"/>
                    <a:pt x="24" y="99"/>
                  </a:cubicBezTo>
                  <a:cubicBezTo>
                    <a:pt x="23" y="100"/>
                    <a:pt x="21" y="100"/>
                    <a:pt x="20" y="100"/>
                  </a:cubicBezTo>
                  <a:cubicBezTo>
                    <a:pt x="19" y="100"/>
                    <a:pt x="17" y="100"/>
                    <a:pt x="16" y="99"/>
                  </a:cubicBezTo>
                  <a:cubicBezTo>
                    <a:pt x="15" y="99"/>
                    <a:pt x="14" y="98"/>
                    <a:pt x="13" y="98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2" y="97"/>
                    <a:pt x="11" y="96"/>
                    <a:pt x="10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10" y="94"/>
                    <a:pt x="9" y="93"/>
                    <a:pt x="9" y="92"/>
                  </a:cubicBezTo>
                  <a:cubicBezTo>
                    <a:pt x="9" y="92"/>
                    <a:pt x="9" y="92"/>
                    <a:pt x="9" y="91"/>
                  </a:cubicBezTo>
                  <a:cubicBezTo>
                    <a:pt x="8" y="90"/>
                    <a:pt x="8" y="89"/>
                    <a:pt x="8" y="88"/>
                  </a:cubicBezTo>
                  <a:cubicBezTo>
                    <a:pt x="8" y="87"/>
                    <a:pt x="8" y="86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10" y="82"/>
                    <a:pt x="10" y="81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0"/>
                    <a:pt x="12" y="79"/>
                    <a:pt x="13" y="78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14" y="78"/>
                    <a:pt x="15" y="77"/>
                    <a:pt x="16" y="77"/>
                  </a:cubicBezTo>
                  <a:cubicBezTo>
                    <a:pt x="17" y="76"/>
                    <a:pt x="19" y="76"/>
                    <a:pt x="20" y="76"/>
                  </a:cubicBezTo>
                  <a:cubicBezTo>
                    <a:pt x="21" y="76"/>
                    <a:pt x="23" y="76"/>
                    <a:pt x="24" y="77"/>
                  </a:cubicBezTo>
                  <a:cubicBezTo>
                    <a:pt x="25" y="77"/>
                    <a:pt x="26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8" y="79"/>
                    <a:pt x="29" y="80"/>
                    <a:pt x="3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82"/>
                    <a:pt x="31" y="83"/>
                    <a:pt x="31" y="84"/>
                  </a:cubicBezTo>
                  <a:cubicBezTo>
                    <a:pt x="31" y="84"/>
                    <a:pt x="31" y="84"/>
                    <a:pt x="31" y="85"/>
                  </a:cubicBezTo>
                  <a:cubicBezTo>
                    <a:pt x="32" y="86"/>
                    <a:pt x="32" y="87"/>
                    <a:pt x="32" y="88"/>
                  </a:cubicBezTo>
                  <a:cubicBezTo>
                    <a:pt x="32" y="89"/>
                    <a:pt x="32" y="90"/>
                    <a:pt x="31" y="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516F9755-51CB-4A05-9C8B-CD9BC7E6A51B}"/>
              </a:ext>
            </a:extLst>
          </p:cNvPr>
          <p:cNvGrpSpPr/>
          <p:nvPr/>
        </p:nvGrpSpPr>
        <p:grpSpPr>
          <a:xfrm>
            <a:off x="7263835" y="4839959"/>
            <a:ext cx="515390" cy="465628"/>
            <a:chOff x="7430648" y="4147755"/>
            <a:chExt cx="783002" cy="707401"/>
          </a:xfrm>
          <a:solidFill>
            <a:schemeClr val="accent3"/>
          </a:solidFill>
        </p:grpSpPr>
        <p:sp>
          <p:nvSpPr>
            <p:cNvPr id="56" name="Freeform 2480">
              <a:extLst>
                <a:ext uri="{FF2B5EF4-FFF2-40B4-BE49-F238E27FC236}">
                  <a16:creationId xmlns:a16="http://schemas.microsoft.com/office/drawing/2014/main" id="{32492F7E-F51E-4C36-ABE3-7C1732658D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30648" y="4147755"/>
              <a:ext cx="783002" cy="707401"/>
            </a:xfrm>
            <a:custGeom>
              <a:avLst/>
              <a:gdLst>
                <a:gd name="T0" fmla="*/ 115 w 133"/>
                <a:gd name="T1" fmla="*/ 36 h 120"/>
                <a:gd name="T2" fmla="*/ 67 w 133"/>
                <a:gd name="T3" fmla="*/ 1 h 120"/>
                <a:gd name="T4" fmla="*/ 47 w 133"/>
                <a:gd name="T5" fmla="*/ 2 h 120"/>
                <a:gd name="T6" fmla="*/ 4 w 133"/>
                <a:gd name="T7" fmla="*/ 39 h 120"/>
                <a:gd name="T8" fmla="*/ 24 w 133"/>
                <a:gd name="T9" fmla="*/ 108 h 120"/>
                <a:gd name="T10" fmla="*/ 60 w 133"/>
                <a:gd name="T11" fmla="*/ 120 h 120"/>
                <a:gd name="T12" fmla="*/ 93 w 133"/>
                <a:gd name="T13" fmla="*/ 110 h 120"/>
                <a:gd name="T14" fmla="*/ 42 w 133"/>
                <a:gd name="T15" fmla="*/ 9 h 120"/>
                <a:gd name="T16" fmla="*/ 38 w 133"/>
                <a:gd name="T17" fmla="*/ 14 h 120"/>
                <a:gd name="T18" fmla="*/ 33 w 133"/>
                <a:gd name="T19" fmla="*/ 16 h 120"/>
                <a:gd name="T20" fmla="*/ 33 w 133"/>
                <a:gd name="T21" fmla="*/ 24 h 120"/>
                <a:gd name="T22" fmla="*/ 9 w 133"/>
                <a:gd name="T23" fmla="*/ 36 h 120"/>
                <a:gd name="T24" fmla="*/ 25 w 133"/>
                <a:gd name="T25" fmla="*/ 48 h 120"/>
                <a:gd name="T26" fmla="*/ 4 w 133"/>
                <a:gd name="T27" fmla="*/ 63 h 120"/>
                <a:gd name="T28" fmla="*/ 25 w 133"/>
                <a:gd name="T29" fmla="*/ 76 h 120"/>
                <a:gd name="T30" fmla="*/ 28 w 133"/>
                <a:gd name="T31" fmla="*/ 106 h 120"/>
                <a:gd name="T32" fmla="*/ 32 w 133"/>
                <a:gd name="T33" fmla="*/ 96 h 120"/>
                <a:gd name="T34" fmla="*/ 35 w 133"/>
                <a:gd name="T35" fmla="*/ 104 h 120"/>
                <a:gd name="T36" fmla="*/ 38 w 133"/>
                <a:gd name="T37" fmla="*/ 107 h 120"/>
                <a:gd name="T38" fmla="*/ 42 w 133"/>
                <a:gd name="T39" fmla="*/ 112 h 120"/>
                <a:gd name="T40" fmla="*/ 48 w 133"/>
                <a:gd name="T41" fmla="*/ 114 h 120"/>
                <a:gd name="T42" fmla="*/ 42 w 133"/>
                <a:gd name="T43" fmla="*/ 107 h 120"/>
                <a:gd name="T44" fmla="*/ 51 w 133"/>
                <a:gd name="T45" fmla="*/ 100 h 120"/>
                <a:gd name="T46" fmla="*/ 38 w 133"/>
                <a:gd name="T47" fmla="*/ 101 h 120"/>
                <a:gd name="T48" fmla="*/ 32 w 133"/>
                <a:gd name="T49" fmla="*/ 87 h 120"/>
                <a:gd name="T50" fmla="*/ 29 w 133"/>
                <a:gd name="T51" fmla="*/ 76 h 120"/>
                <a:gd name="T52" fmla="*/ 58 w 133"/>
                <a:gd name="T53" fmla="*/ 63 h 120"/>
                <a:gd name="T54" fmla="*/ 28 w 133"/>
                <a:gd name="T55" fmla="*/ 49 h 120"/>
                <a:gd name="T56" fmla="*/ 58 w 133"/>
                <a:gd name="T57" fmla="*/ 36 h 120"/>
                <a:gd name="T58" fmla="*/ 36 w 133"/>
                <a:gd name="T59" fmla="*/ 25 h 120"/>
                <a:gd name="T60" fmla="*/ 47 w 133"/>
                <a:gd name="T61" fmla="*/ 21 h 120"/>
                <a:gd name="T62" fmla="*/ 58 w 133"/>
                <a:gd name="T63" fmla="*/ 19 h 120"/>
                <a:gd name="T64" fmla="*/ 44 w 133"/>
                <a:gd name="T65" fmla="*/ 17 h 120"/>
                <a:gd name="T66" fmla="*/ 44 w 133"/>
                <a:gd name="T67" fmla="*/ 11 h 120"/>
                <a:gd name="T68" fmla="*/ 48 w 133"/>
                <a:gd name="T69" fmla="*/ 7 h 120"/>
                <a:gd name="T70" fmla="*/ 92 w 133"/>
                <a:gd name="T71" fmla="*/ 36 h 120"/>
                <a:gd name="T72" fmla="*/ 86 w 133"/>
                <a:gd name="T73" fmla="*/ 23 h 120"/>
                <a:gd name="T74" fmla="*/ 87 w 133"/>
                <a:gd name="T75" fmla="*/ 16 h 120"/>
                <a:gd name="T76" fmla="*/ 80 w 133"/>
                <a:gd name="T77" fmla="*/ 12 h 120"/>
                <a:gd name="T78" fmla="*/ 76 w 133"/>
                <a:gd name="T79" fmla="*/ 6 h 120"/>
                <a:gd name="T80" fmla="*/ 76 w 133"/>
                <a:gd name="T81" fmla="*/ 13 h 120"/>
                <a:gd name="T82" fmla="*/ 73 w 133"/>
                <a:gd name="T83" fmla="*/ 17 h 120"/>
                <a:gd name="T84" fmla="*/ 62 w 133"/>
                <a:gd name="T85" fmla="*/ 4 h 120"/>
                <a:gd name="T86" fmla="*/ 73 w 133"/>
                <a:gd name="T87" fmla="*/ 21 h 120"/>
                <a:gd name="T88" fmla="*/ 84 w 133"/>
                <a:gd name="T89" fmla="*/ 25 h 120"/>
                <a:gd name="T90" fmla="*/ 62 w 133"/>
                <a:gd name="T91" fmla="*/ 36 h 120"/>
                <a:gd name="T92" fmla="*/ 62 w 133"/>
                <a:gd name="T93" fmla="*/ 39 h 120"/>
                <a:gd name="T94" fmla="*/ 84 w 133"/>
                <a:gd name="T95" fmla="*/ 94 h 120"/>
                <a:gd name="T96" fmla="*/ 75 w 133"/>
                <a:gd name="T97" fmla="*/ 101 h 120"/>
                <a:gd name="T98" fmla="*/ 62 w 133"/>
                <a:gd name="T99" fmla="*/ 100 h 120"/>
                <a:gd name="T100" fmla="*/ 71 w 133"/>
                <a:gd name="T101" fmla="*/ 113 h 120"/>
                <a:gd name="T102" fmla="*/ 70 w 133"/>
                <a:gd name="T103" fmla="*/ 104 h 120"/>
                <a:gd name="T104" fmla="*/ 76 w 133"/>
                <a:gd name="T105" fmla="*/ 108 h 120"/>
                <a:gd name="T106" fmla="*/ 80 w 133"/>
                <a:gd name="T107" fmla="*/ 108 h 120"/>
                <a:gd name="T108" fmla="*/ 90 w 133"/>
                <a:gd name="T109" fmla="*/ 106 h 120"/>
                <a:gd name="T110" fmla="*/ 85 w 133"/>
                <a:gd name="T111" fmla="*/ 100 h 120"/>
                <a:gd name="T112" fmla="*/ 109 w 133"/>
                <a:gd name="T113" fmla="*/ 83 h 120"/>
                <a:gd name="T114" fmla="*/ 77 w 133"/>
                <a:gd name="T115" fmla="*/ 83 h 120"/>
                <a:gd name="T116" fmla="*/ 113 w 133"/>
                <a:gd name="T117" fmla="*/ 62 h 120"/>
                <a:gd name="T118" fmla="*/ 93 w 133"/>
                <a:gd name="T119" fmla="*/ 3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20">
                  <a:moveTo>
                    <a:pt x="117" y="83"/>
                  </a:moveTo>
                  <a:cubicBezTo>
                    <a:pt x="116" y="82"/>
                    <a:pt x="116" y="82"/>
                    <a:pt x="116" y="82"/>
                  </a:cubicBezTo>
                  <a:cubicBezTo>
                    <a:pt x="118" y="76"/>
                    <a:pt x="120" y="70"/>
                    <a:pt x="120" y="63"/>
                  </a:cubicBezTo>
                  <a:cubicBezTo>
                    <a:pt x="120" y="63"/>
                    <a:pt x="120" y="63"/>
                    <a:pt x="120" y="63"/>
                  </a:cubicBezTo>
                  <a:cubicBezTo>
                    <a:pt x="120" y="61"/>
                    <a:pt x="120" y="61"/>
                    <a:pt x="120" y="61"/>
                  </a:cubicBezTo>
                  <a:cubicBezTo>
                    <a:pt x="120" y="61"/>
                    <a:pt x="120" y="60"/>
                    <a:pt x="120" y="60"/>
                  </a:cubicBezTo>
                  <a:cubicBezTo>
                    <a:pt x="120" y="53"/>
                    <a:pt x="119" y="46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7"/>
                    <a:pt x="115" y="37"/>
                    <a:pt x="115" y="37"/>
                  </a:cubicBezTo>
                  <a:cubicBezTo>
                    <a:pt x="115" y="36"/>
                    <a:pt x="115" y="36"/>
                    <a:pt x="115" y="36"/>
                  </a:cubicBezTo>
                  <a:cubicBezTo>
                    <a:pt x="115" y="36"/>
                    <a:pt x="115" y="36"/>
                    <a:pt x="115" y="36"/>
                  </a:cubicBezTo>
                  <a:cubicBezTo>
                    <a:pt x="111" y="26"/>
                    <a:pt x="104" y="18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86" y="6"/>
                    <a:pt x="79" y="3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65" y="0"/>
                    <a:pt x="64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7" y="0"/>
                    <a:pt x="55" y="0"/>
                    <a:pt x="53" y="1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0" y="3"/>
                    <a:pt x="34" y="6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6" y="18"/>
                    <a:pt x="10" y="2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2" y="46"/>
                    <a:pt x="0" y="53"/>
                    <a:pt x="0" y="60"/>
                  </a:cubicBezTo>
                  <a:cubicBezTo>
                    <a:pt x="0" y="60"/>
                    <a:pt x="0" y="61"/>
                    <a:pt x="0" y="61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1" y="70"/>
                    <a:pt x="2" y="77"/>
                    <a:pt x="5" y="83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6" y="86"/>
                    <a:pt x="6" y="86"/>
                    <a:pt x="6" y="86"/>
                  </a:cubicBezTo>
                  <a:cubicBezTo>
                    <a:pt x="6" y="86"/>
                    <a:pt x="6" y="86"/>
                    <a:pt x="6" y="86"/>
                  </a:cubicBezTo>
                  <a:cubicBezTo>
                    <a:pt x="11" y="95"/>
                    <a:pt x="17" y="102"/>
                    <a:pt x="24" y="108"/>
                  </a:cubicBezTo>
                  <a:cubicBezTo>
                    <a:pt x="24" y="108"/>
                    <a:pt x="24" y="108"/>
                    <a:pt x="24" y="108"/>
                  </a:cubicBezTo>
                  <a:cubicBezTo>
                    <a:pt x="27" y="110"/>
                    <a:pt x="27" y="110"/>
                    <a:pt x="27" y="110"/>
                  </a:cubicBezTo>
                  <a:cubicBezTo>
                    <a:pt x="27" y="110"/>
                    <a:pt x="27" y="110"/>
                    <a:pt x="27" y="110"/>
                  </a:cubicBezTo>
                  <a:cubicBezTo>
                    <a:pt x="27" y="110"/>
                    <a:pt x="27" y="110"/>
                    <a:pt x="27" y="110"/>
                  </a:cubicBezTo>
                  <a:cubicBezTo>
                    <a:pt x="33" y="114"/>
                    <a:pt x="40" y="117"/>
                    <a:pt x="47" y="119"/>
                  </a:cubicBezTo>
                  <a:cubicBezTo>
                    <a:pt x="47" y="119"/>
                    <a:pt x="47" y="119"/>
                    <a:pt x="47" y="119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53" y="120"/>
                    <a:pt x="53" y="120"/>
                    <a:pt x="53" y="120"/>
                  </a:cubicBezTo>
                  <a:cubicBezTo>
                    <a:pt x="53" y="120"/>
                    <a:pt x="53" y="120"/>
                    <a:pt x="53" y="120"/>
                  </a:cubicBezTo>
                  <a:cubicBezTo>
                    <a:pt x="55" y="120"/>
                    <a:pt x="57" y="120"/>
                    <a:pt x="58" y="120"/>
                  </a:cubicBezTo>
                  <a:cubicBezTo>
                    <a:pt x="58" y="120"/>
                    <a:pt x="58" y="120"/>
                    <a:pt x="58" y="12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62" y="120"/>
                    <a:pt x="62" y="120"/>
                    <a:pt x="62" y="120"/>
                  </a:cubicBezTo>
                  <a:cubicBezTo>
                    <a:pt x="62" y="120"/>
                    <a:pt x="62" y="120"/>
                    <a:pt x="62" y="120"/>
                  </a:cubicBezTo>
                  <a:cubicBezTo>
                    <a:pt x="63" y="120"/>
                    <a:pt x="65" y="120"/>
                    <a:pt x="66" y="120"/>
                  </a:cubicBezTo>
                  <a:cubicBezTo>
                    <a:pt x="66" y="120"/>
                    <a:pt x="66" y="120"/>
                    <a:pt x="66" y="120"/>
                  </a:cubicBezTo>
                  <a:cubicBezTo>
                    <a:pt x="71" y="119"/>
                    <a:pt x="71" y="119"/>
                    <a:pt x="71" y="119"/>
                  </a:cubicBezTo>
                  <a:cubicBezTo>
                    <a:pt x="71" y="119"/>
                    <a:pt x="71" y="119"/>
                    <a:pt x="71" y="119"/>
                  </a:cubicBezTo>
                  <a:cubicBezTo>
                    <a:pt x="71" y="119"/>
                    <a:pt x="71" y="119"/>
                    <a:pt x="71" y="119"/>
                  </a:cubicBezTo>
                  <a:cubicBezTo>
                    <a:pt x="79" y="117"/>
                    <a:pt x="86" y="115"/>
                    <a:pt x="92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3" y="110"/>
                    <a:pt x="93" y="110"/>
                    <a:pt x="93" y="110"/>
                  </a:cubicBezTo>
                  <a:cubicBezTo>
                    <a:pt x="93" y="110"/>
                    <a:pt x="93" y="110"/>
                    <a:pt x="93" y="110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101" y="104"/>
                    <a:pt x="106" y="99"/>
                    <a:pt x="110" y="94"/>
                  </a:cubicBezTo>
                  <a:cubicBezTo>
                    <a:pt x="122" y="107"/>
                    <a:pt x="122" y="107"/>
                    <a:pt x="122" y="107"/>
                  </a:cubicBezTo>
                  <a:cubicBezTo>
                    <a:pt x="124" y="109"/>
                    <a:pt x="128" y="109"/>
                    <a:pt x="131" y="106"/>
                  </a:cubicBezTo>
                  <a:cubicBezTo>
                    <a:pt x="133" y="104"/>
                    <a:pt x="133" y="100"/>
                    <a:pt x="131" y="98"/>
                  </a:cubicBezTo>
                  <a:lnTo>
                    <a:pt x="117" y="83"/>
                  </a:lnTo>
                  <a:close/>
                  <a:moveTo>
                    <a:pt x="44" y="6"/>
                  </a:moveTo>
                  <a:cubicBezTo>
                    <a:pt x="43" y="7"/>
                    <a:pt x="43" y="7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8" y="13"/>
                    <a:pt x="38" y="14"/>
                    <a:pt x="38" y="14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35" y="13"/>
                    <a:pt x="34" y="13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33" y="12"/>
                    <a:pt x="32" y="12"/>
                    <a:pt x="31" y="12"/>
                  </a:cubicBezTo>
                  <a:cubicBezTo>
                    <a:pt x="35" y="9"/>
                    <a:pt x="39" y="7"/>
                    <a:pt x="44" y="6"/>
                  </a:cubicBezTo>
                  <a:close/>
                  <a:moveTo>
                    <a:pt x="28" y="14"/>
                  </a:moveTo>
                  <a:cubicBezTo>
                    <a:pt x="28" y="14"/>
                    <a:pt x="29" y="14"/>
                    <a:pt x="29" y="15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1" y="15"/>
                    <a:pt x="31" y="16"/>
                    <a:pt x="32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4" y="16"/>
                    <a:pt x="34" y="17"/>
                    <a:pt x="35" y="17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20"/>
                    <a:pt x="34" y="20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4" y="22"/>
                    <a:pt x="33" y="22"/>
                    <a:pt x="33" y="23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2" y="24"/>
                    <a:pt x="32" y="25"/>
                    <a:pt x="32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1" y="27"/>
                    <a:pt x="31" y="28"/>
                    <a:pt x="30" y="29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30"/>
                    <a:pt x="30" y="30"/>
                    <a:pt x="29" y="31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3"/>
                    <a:pt x="29" y="33"/>
                    <a:pt x="28" y="34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13" y="27"/>
                    <a:pt x="20" y="19"/>
                    <a:pt x="28" y="14"/>
                  </a:cubicBezTo>
                  <a:close/>
                  <a:moveTo>
                    <a:pt x="8" y="39"/>
                  </a:move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4"/>
                    <a:pt x="25" y="45"/>
                    <a:pt x="25" y="45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7"/>
                    <a:pt x="25" y="48"/>
                    <a:pt x="25" y="48"/>
                  </a:cubicBezTo>
                  <a:cubicBezTo>
                    <a:pt x="25" y="48"/>
                    <a:pt x="25" y="49"/>
                    <a:pt x="24" y="49"/>
                  </a:cubicBezTo>
                  <a:cubicBezTo>
                    <a:pt x="24" y="50"/>
                    <a:pt x="24" y="50"/>
                    <a:pt x="24" y="5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4" y="53"/>
                    <a:pt x="24" y="54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7"/>
                    <a:pt x="24" y="58"/>
                  </a:cubicBezTo>
                  <a:cubicBezTo>
                    <a:pt x="24" y="58"/>
                    <a:pt x="24" y="58"/>
                    <a:pt x="24" y="59"/>
                  </a:cubicBezTo>
                  <a:cubicBezTo>
                    <a:pt x="24" y="59"/>
                    <a:pt x="24" y="60"/>
                    <a:pt x="24" y="60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53"/>
                    <a:pt x="5" y="46"/>
                    <a:pt x="8" y="39"/>
                  </a:cubicBezTo>
                  <a:close/>
                  <a:moveTo>
                    <a:pt x="4" y="63"/>
                  </a:moveTo>
                  <a:cubicBezTo>
                    <a:pt x="24" y="63"/>
                    <a:pt x="24" y="63"/>
                    <a:pt x="24" y="63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4" y="66"/>
                    <a:pt x="24" y="66"/>
                    <a:pt x="24" y="67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4" y="69"/>
                    <a:pt x="24" y="69"/>
                    <a:pt x="24" y="70"/>
                  </a:cubicBezTo>
                  <a:cubicBezTo>
                    <a:pt x="24" y="71"/>
                    <a:pt x="24" y="71"/>
                    <a:pt x="24" y="71"/>
                  </a:cubicBezTo>
                  <a:cubicBezTo>
                    <a:pt x="24" y="72"/>
                    <a:pt x="24" y="73"/>
                    <a:pt x="25" y="73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5"/>
                    <a:pt x="25" y="75"/>
                    <a:pt x="25" y="76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5" y="78"/>
                    <a:pt x="26" y="78"/>
                    <a:pt x="26" y="79"/>
                  </a:cubicBezTo>
                  <a:cubicBezTo>
                    <a:pt x="26" y="80"/>
                    <a:pt x="26" y="80"/>
                    <a:pt x="26" y="80"/>
                  </a:cubicBezTo>
                  <a:cubicBezTo>
                    <a:pt x="26" y="80"/>
                    <a:pt x="26" y="81"/>
                    <a:pt x="26" y="81"/>
                  </a:cubicBezTo>
                  <a:cubicBezTo>
                    <a:pt x="27" y="83"/>
                    <a:pt x="27" y="83"/>
                    <a:pt x="27" y="83"/>
                  </a:cubicBezTo>
                  <a:cubicBezTo>
                    <a:pt x="27" y="83"/>
                    <a:pt x="27" y="83"/>
                    <a:pt x="27" y="83"/>
                  </a:cubicBezTo>
                  <a:cubicBezTo>
                    <a:pt x="27" y="83"/>
                    <a:pt x="27" y="83"/>
                    <a:pt x="27" y="83"/>
                  </a:cubicBezTo>
                  <a:cubicBezTo>
                    <a:pt x="9" y="83"/>
                    <a:pt x="9" y="83"/>
                    <a:pt x="9" y="83"/>
                  </a:cubicBezTo>
                  <a:cubicBezTo>
                    <a:pt x="6" y="77"/>
                    <a:pt x="4" y="70"/>
                    <a:pt x="4" y="63"/>
                  </a:cubicBezTo>
                  <a:close/>
                  <a:moveTo>
                    <a:pt x="29" y="106"/>
                  </a:moveTo>
                  <a:cubicBezTo>
                    <a:pt x="29" y="106"/>
                    <a:pt x="28" y="106"/>
                    <a:pt x="28" y="106"/>
                  </a:cubicBezTo>
                  <a:cubicBezTo>
                    <a:pt x="20" y="101"/>
                    <a:pt x="14" y="94"/>
                    <a:pt x="10" y="86"/>
                  </a:cubicBezTo>
                  <a:cubicBezTo>
                    <a:pt x="28" y="86"/>
                    <a:pt x="28" y="86"/>
                    <a:pt x="28" y="86"/>
                  </a:cubicBezTo>
                  <a:cubicBezTo>
                    <a:pt x="28" y="86"/>
                    <a:pt x="28" y="86"/>
                    <a:pt x="28" y="86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9" y="89"/>
                    <a:pt x="29" y="89"/>
                    <a:pt x="29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30" y="91"/>
                    <a:pt x="30" y="92"/>
                    <a:pt x="30" y="93"/>
                  </a:cubicBezTo>
                  <a:cubicBezTo>
                    <a:pt x="30" y="93"/>
                    <a:pt x="30" y="93"/>
                    <a:pt x="30" y="93"/>
                  </a:cubicBezTo>
                  <a:cubicBezTo>
                    <a:pt x="31" y="94"/>
                    <a:pt x="31" y="94"/>
                    <a:pt x="31" y="95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2" y="96"/>
                    <a:pt x="32" y="97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9"/>
                    <a:pt x="34" y="99"/>
                    <a:pt x="34" y="10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35" y="101"/>
                    <a:pt x="35" y="102"/>
                    <a:pt x="35" y="102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35" y="103"/>
                    <a:pt x="35" y="103"/>
                    <a:pt x="35" y="103"/>
                  </a:cubicBezTo>
                  <a:cubicBezTo>
                    <a:pt x="35" y="104"/>
                    <a:pt x="35" y="104"/>
                    <a:pt x="35" y="104"/>
                  </a:cubicBezTo>
                  <a:cubicBezTo>
                    <a:pt x="34" y="104"/>
                    <a:pt x="33" y="104"/>
                    <a:pt x="33" y="104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31" y="105"/>
                    <a:pt x="30" y="105"/>
                    <a:pt x="30" y="106"/>
                  </a:cubicBezTo>
                  <a:lnTo>
                    <a:pt x="29" y="106"/>
                  </a:lnTo>
                  <a:close/>
                  <a:moveTo>
                    <a:pt x="31" y="109"/>
                  </a:moveTo>
                  <a:cubicBezTo>
                    <a:pt x="32" y="108"/>
                    <a:pt x="32" y="108"/>
                    <a:pt x="32" y="108"/>
                  </a:cubicBezTo>
                  <a:cubicBezTo>
                    <a:pt x="33" y="108"/>
                    <a:pt x="33" y="108"/>
                    <a:pt x="34" y="108"/>
                  </a:cubicBezTo>
                  <a:cubicBezTo>
                    <a:pt x="34" y="107"/>
                    <a:pt x="35" y="107"/>
                    <a:pt x="35" y="107"/>
                  </a:cubicBezTo>
                  <a:cubicBezTo>
                    <a:pt x="36" y="107"/>
                    <a:pt x="36" y="107"/>
                    <a:pt x="37" y="107"/>
                  </a:cubicBezTo>
                  <a:cubicBezTo>
                    <a:pt x="38" y="106"/>
                    <a:pt x="38" y="106"/>
                    <a:pt x="38" y="106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9" y="108"/>
                    <a:pt x="39" y="108"/>
                    <a:pt x="39" y="108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40" y="109"/>
                    <a:pt x="40" y="109"/>
                    <a:pt x="40" y="109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1" y="111"/>
                    <a:pt x="41" y="111"/>
                    <a:pt x="41" y="111"/>
                  </a:cubicBezTo>
                  <a:cubicBezTo>
                    <a:pt x="41" y="111"/>
                    <a:pt x="41" y="111"/>
                    <a:pt x="41" y="111"/>
                  </a:cubicBezTo>
                  <a:cubicBezTo>
                    <a:pt x="41" y="112"/>
                    <a:pt x="41" y="112"/>
                    <a:pt x="41" y="112"/>
                  </a:cubicBezTo>
                  <a:cubicBezTo>
                    <a:pt x="42" y="112"/>
                    <a:pt x="42" y="112"/>
                    <a:pt x="42" y="112"/>
                  </a:cubicBezTo>
                  <a:cubicBezTo>
                    <a:pt x="42" y="112"/>
                    <a:pt x="42" y="112"/>
                    <a:pt x="42" y="112"/>
                  </a:cubicBezTo>
                  <a:cubicBezTo>
                    <a:pt x="42" y="113"/>
                    <a:pt x="42" y="113"/>
                    <a:pt x="42" y="113"/>
                  </a:cubicBezTo>
                  <a:cubicBezTo>
                    <a:pt x="43" y="113"/>
                    <a:pt x="43" y="113"/>
                    <a:pt x="43" y="113"/>
                  </a:cubicBezTo>
                  <a:cubicBezTo>
                    <a:pt x="43" y="114"/>
                    <a:pt x="43" y="114"/>
                    <a:pt x="43" y="114"/>
                  </a:cubicBezTo>
                  <a:cubicBezTo>
                    <a:pt x="43" y="114"/>
                    <a:pt x="43" y="114"/>
                    <a:pt x="43" y="114"/>
                  </a:cubicBezTo>
                  <a:cubicBezTo>
                    <a:pt x="39" y="113"/>
                    <a:pt x="35" y="111"/>
                    <a:pt x="31" y="109"/>
                  </a:cubicBezTo>
                  <a:close/>
                  <a:moveTo>
                    <a:pt x="58" y="116"/>
                  </a:moveTo>
                  <a:cubicBezTo>
                    <a:pt x="55" y="116"/>
                    <a:pt x="52" y="116"/>
                    <a:pt x="49" y="115"/>
                  </a:cubicBezTo>
                  <a:cubicBezTo>
                    <a:pt x="49" y="115"/>
                    <a:pt x="49" y="115"/>
                    <a:pt x="49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5"/>
                    <a:pt x="48" y="115"/>
                    <a:pt x="48" y="115"/>
                  </a:cubicBezTo>
                  <a:cubicBezTo>
                    <a:pt x="48" y="114"/>
                    <a:pt x="48" y="114"/>
                    <a:pt x="48" y="114"/>
                  </a:cubicBezTo>
                  <a:cubicBezTo>
                    <a:pt x="47" y="114"/>
                    <a:pt x="47" y="114"/>
                    <a:pt x="47" y="114"/>
                  </a:cubicBezTo>
                  <a:cubicBezTo>
                    <a:pt x="47" y="113"/>
                    <a:pt x="47" y="113"/>
                    <a:pt x="47" y="113"/>
                  </a:cubicBezTo>
                  <a:cubicBezTo>
                    <a:pt x="47" y="113"/>
                    <a:pt x="47" y="113"/>
                    <a:pt x="47" y="113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46" y="111"/>
                    <a:pt x="46" y="111"/>
                    <a:pt x="46" y="111"/>
                  </a:cubicBezTo>
                  <a:cubicBezTo>
                    <a:pt x="45" y="111"/>
                    <a:pt x="45" y="111"/>
                    <a:pt x="45" y="110"/>
                  </a:cubicBezTo>
                  <a:cubicBezTo>
                    <a:pt x="44" y="110"/>
                    <a:pt x="44" y="110"/>
                    <a:pt x="44" y="110"/>
                  </a:cubicBezTo>
                  <a:cubicBezTo>
                    <a:pt x="44" y="110"/>
                    <a:pt x="44" y="109"/>
                    <a:pt x="44" y="109"/>
                  </a:cubicBezTo>
                  <a:cubicBezTo>
                    <a:pt x="43" y="109"/>
                    <a:pt x="43" y="109"/>
                    <a:pt x="43" y="109"/>
                  </a:cubicBezTo>
                  <a:cubicBezTo>
                    <a:pt x="43" y="108"/>
                    <a:pt x="43" y="108"/>
                    <a:pt x="43" y="107"/>
                  </a:cubicBezTo>
                  <a:cubicBezTo>
                    <a:pt x="42" y="107"/>
                    <a:pt x="42" y="107"/>
                    <a:pt x="42" y="107"/>
                  </a:cubicBezTo>
                  <a:cubicBezTo>
                    <a:pt x="42" y="106"/>
                    <a:pt x="42" y="106"/>
                    <a:pt x="41" y="106"/>
                  </a:cubicBezTo>
                  <a:cubicBezTo>
                    <a:pt x="41" y="105"/>
                    <a:pt x="41" y="105"/>
                    <a:pt x="41" y="105"/>
                  </a:cubicBezTo>
                  <a:cubicBezTo>
                    <a:pt x="47" y="104"/>
                    <a:pt x="53" y="103"/>
                    <a:pt x="58" y="103"/>
                  </a:cubicBezTo>
                  <a:lnTo>
                    <a:pt x="58" y="116"/>
                  </a:lnTo>
                  <a:close/>
                  <a:moveTo>
                    <a:pt x="58" y="100"/>
                  </a:moveTo>
                  <a:cubicBezTo>
                    <a:pt x="57" y="100"/>
                    <a:pt x="57" y="100"/>
                    <a:pt x="57" y="100"/>
                  </a:cubicBezTo>
                  <a:cubicBezTo>
                    <a:pt x="56" y="100"/>
                    <a:pt x="56" y="100"/>
                    <a:pt x="56" y="100"/>
                  </a:cubicBezTo>
                  <a:cubicBezTo>
                    <a:pt x="56" y="100"/>
                    <a:pt x="55" y="100"/>
                    <a:pt x="55" y="100"/>
                  </a:cubicBezTo>
                  <a:cubicBezTo>
                    <a:pt x="54" y="100"/>
                    <a:pt x="54" y="100"/>
                    <a:pt x="54" y="100"/>
                  </a:cubicBezTo>
                  <a:cubicBezTo>
                    <a:pt x="53" y="100"/>
                    <a:pt x="53" y="100"/>
                    <a:pt x="52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0" y="100"/>
                    <a:pt x="50" y="100"/>
                    <a:pt x="49" y="100"/>
                  </a:cubicBezTo>
                  <a:cubicBezTo>
                    <a:pt x="48" y="100"/>
                    <a:pt x="48" y="100"/>
                    <a:pt x="48" y="100"/>
                  </a:cubicBezTo>
                  <a:cubicBezTo>
                    <a:pt x="48" y="101"/>
                    <a:pt x="47" y="101"/>
                    <a:pt x="46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45" y="101"/>
                    <a:pt x="44" y="101"/>
                    <a:pt x="44" y="101"/>
                  </a:cubicBezTo>
                  <a:cubicBezTo>
                    <a:pt x="43" y="101"/>
                    <a:pt x="43" y="101"/>
                    <a:pt x="43" y="102"/>
                  </a:cubicBezTo>
                  <a:cubicBezTo>
                    <a:pt x="42" y="102"/>
                    <a:pt x="42" y="102"/>
                    <a:pt x="41" y="102"/>
                  </a:cubicBezTo>
                  <a:cubicBezTo>
                    <a:pt x="41" y="102"/>
                    <a:pt x="40" y="102"/>
                    <a:pt x="40" y="102"/>
                  </a:cubicBezTo>
                  <a:cubicBezTo>
                    <a:pt x="39" y="102"/>
                    <a:pt x="39" y="102"/>
                    <a:pt x="39" y="102"/>
                  </a:cubicBezTo>
                  <a:cubicBezTo>
                    <a:pt x="39" y="101"/>
                    <a:pt x="39" y="101"/>
                    <a:pt x="39" y="101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38" y="100"/>
                    <a:pt x="38" y="100"/>
                    <a:pt x="37" y="99"/>
                  </a:cubicBezTo>
                  <a:cubicBezTo>
                    <a:pt x="37" y="99"/>
                    <a:pt x="37" y="99"/>
                    <a:pt x="37" y="99"/>
                  </a:cubicBezTo>
                  <a:cubicBezTo>
                    <a:pt x="37" y="98"/>
                    <a:pt x="36" y="97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5"/>
                    <a:pt x="35" y="95"/>
                    <a:pt x="35" y="94"/>
                  </a:cubicBezTo>
                  <a:cubicBezTo>
                    <a:pt x="34" y="93"/>
                    <a:pt x="34" y="93"/>
                    <a:pt x="34" y="93"/>
                  </a:cubicBezTo>
                  <a:cubicBezTo>
                    <a:pt x="34" y="93"/>
                    <a:pt x="34" y="92"/>
                    <a:pt x="34" y="92"/>
                  </a:cubicBezTo>
                  <a:cubicBezTo>
                    <a:pt x="33" y="91"/>
                    <a:pt x="33" y="91"/>
                    <a:pt x="33" y="91"/>
                  </a:cubicBezTo>
                  <a:cubicBezTo>
                    <a:pt x="33" y="91"/>
                    <a:pt x="33" y="90"/>
                    <a:pt x="33" y="90"/>
                  </a:cubicBezTo>
                  <a:cubicBezTo>
                    <a:pt x="32" y="89"/>
                    <a:pt x="32" y="89"/>
                    <a:pt x="32" y="89"/>
                  </a:cubicBezTo>
                  <a:cubicBezTo>
                    <a:pt x="32" y="88"/>
                    <a:pt x="32" y="88"/>
                    <a:pt x="32" y="87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58" y="86"/>
                    <a:pt x="58" y="86"/>
                    <a:pt x="58" y="86"/>
                  </a:cubicBezTo>
                  <a:lnTo>
                    <a:pt x="58" y="100"/>
                  </a:lnTo>
                  <a:close/>
                  <a:moveTo>
                    <a:pt x="58" y="83"/>
                  </a:moveTo>
                  <a:cubicBezTo>
                    <a:pt x="30" y="83"/>
                    <a:pt x="30" y="83"/>
                    <a:pt x="30" y="83"/>
                  </a:cubicBezTo>
                  <a:cubicBezTo>
                    <a:pt x="30" y="82"/>
                    <a:pt x="30" y="82"/>
                    <a:pt x="30" y="82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80"/>
                    <a:pt x="29" y="80"/>
                    <a:pt x="29" y="79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8"/>
                    <a:pt x="29" y="77"/>
                    <a:pt x="29" y="76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28" y="75"/>
                    <a:pt x="28" y="74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1"/>
                    <a:pt x="28" y="70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69"/>
                    <a:pt x="27" y="68"/>
                    <a:pt x="27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6"/>
                    <a:pt x="27" y="66"/>
                    <a:pt x="27" y="65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58" y="63"/>
                    <a:pt x="58" y="63"/>
                    <a:pt x="58" y="63"/>
                  </a:cubicBezTo>
                  <a:lnTo>
                    <a:pt x="58" y="83"/>
                  </a:lnTo>
                  <a:close/>
                  <a:moveTo>
                    <a:pt x="58" y="60"/>
                  </a:moveTo>
                  <a:cubicBezTo>
                    <a:pt x="27" y="60"/>
                    <a:pt x="27" y="60"/>
                    <a:pt x="27" y="60"/>
                  </a:cubicBezTo>
                  <a:cubicBezTo>
                    <a:pt x="27" y="60"/>
                    <a:pt x="27" y="59"/>
                    <a:pt x="27" y="59"/>
                  </a:cubicBezTo>
                  <a:cubicBezTo>
                    <a:pt x="27" y="59"/>
                    <a:pt x="27" y="58"/>
                    <a:pt x="27" y="58"/>
                  </a:cubicBezTo>
                  <a:cubicBezTo>
                    <a:pt x="27" y="57"/>
                    <a:pt x="27" y="57"/>
                    <a:pt x="27" y="56"/>
                  </a:cubicBezTo>
                  <a:cubicBezTo>
                    <a:pt x="27" y="56"/>
                    <a:pt x="27" y="55"/>
                    <a:pt x="27" y="55"/>
                  </a:cubicBezTo>
                  <a:cubicBezTo>
                    <a:pt x="27" y="54"/>
                    <a:pt x="27" y="54"/>
                    <a:pt x="27" y="53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51"/>
                    <a:pt x="28" y="50"/>
                    <a:pt x="28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48"/>
                    <a:pt x="28" y="47"/>
                    <a:pt x="28" y="47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9" y="45"/>
                    <a:pt x="29" y="45"/>
                    <a:pt x="29" y="44"/>
                  </a:cubicBezTo>
                  <a:cubicBezTo>
                    <a:pt x="29" y="44"/>
                    <a:pt x="29" y="43"/>
                    <a:pt x="29" y="43"/>
                  </a:cubicBezTo>
                  <a:cubicBezTo>
                    <a:pt x="29" y="42"/>
                    <a:pt x="30" y="42"/>
                    <a:pt x="30" y="41"/>
                  </a:cubicBezTo>
                  <a:cubicBezTo>
                    <a:pt x="30" y="41"/>
                    <a:pt x="30" y="40"/>
                    <a:pt x="30" y="40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58" y="39"/>
                    <a:pt x="58" y="39"/>
                    <a:pt x="58" y="39"/>
                  </a:cubicBezTo>
                  <a:lnTo>
                    <a:pt x="58" y="60"/>
                  </a:lnTo>
                  <a:close/>
                  <a:moveTo>
                    <a:pt x="58" y="22"/>
                  </a:moveTo>
                  <a:cubicBezTo>
                    <a:pt x="58" y="36"/>
                    <a:pt x="58" y="36"/>
                    <a:pt x="58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4"/>
                    <a:pt x="32" y="34"/>
                    <a:pt x="32" y="33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1"/>
                    <a:pt x="33" y="31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4" y="28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5" y="27"/>
                    <a:pt x="35" y="26"/>
                    <a:pt x="36" y="25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4"/>
                    <a:pt x="37" y="23"/>
                    <a:pt x="37" y="23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38" y="21"/>
                    <a:pt x="38" y="21"/>
                    <a:pt x="38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19"/>
                    <a:pt x="41" y="19"/>
                    <a:pt x="41" y="19"/>
                  </a:cubicBezTo>
                  <a:cubicBezTo>
                    <a:pt x="42" y="19"/>
                    <a:pt x="42" y="20"/>
                    <a:pt x="43" y="20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45" y="20"/>
                    <a:pt x="45" y="20"/>
                    <a:pt x="46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8" y="21"/>
                    <a:pt x="49" y="21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0" y="21"/>
                    <a:pt x="51" y="22"/>
                    <a:pt x="52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3" y="22"/>
                    <a:pt x="54" y="22"/>
                    <a:pt x="54" y="22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6" y="22"/>
                    <a:pt x="56" y="22"/>
                    <a:pt x="57" y="22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8" y="22"/>
                    <a:pt x="58" y="22"/>
                    <a:pt x="58" y="22"/>
                  </a:cubicBezTo>
                  <a:close/>
                  <a:moveTo>
                    <a:pt x="58" y="19"/>
                  </a:moveTo>
                  <a:cubicBezTo>
                    <a:pt x="58" y="19"/>
                    <a:pt x="58" y="19"/>
                    <a:pt x="58" y="19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6" y="19"/>
                    <a:pt x="56" y="19"/>
                    <a:pt x="55" y="19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54" y="19"/>
                    <a:pt x="53" y="18"/>
                    <a:pt x="53" y="18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8"/>
                    <a:pt x="51" y="18"/>
                    <a:pt x="50" y="18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49" y="18"/>
                    <a:pt x="48" y="18"/>
                    <a:pt x="47" y="17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6" y="17"/>
                    <a:pt x="46" y="17"/>
                    <a:pt x="45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6"/>
                    <a:pt x="43" y="16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52" y="4"/>
                    <a:pt x="55" y="4"/>
                    <a:pt x="58" y="4"/>
                  </a:cubicBezTo>
                  <a:lnTo>
                    <a:pt x="58" y="19"/>
                  </a:lnTo>
                  <a:close/>
                  <a:moveTo>
                    <a:pt x="90" y="15"/>
                  </a:moveTo>
                  <a:cubicBezTo>
                    <a:pt x="91" y="14"/>
                    <a:pt x="91" y="14"/>
                    <a:pt x="92" y="14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100" y="19"/>
                    <a:pt x="107" y="27"/>
                    <a:pt x="111" y="36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2" y="35"/>
                    <a:pt x="92" y="35"/>
                    <a:pt x="92" y="35"/>
                  </a:cubicBezTo>
                  <a:cubicBezTo>
                    <a:pt x="91" y="34"/>
                    <a:pt x="91" y="34"/>
                    <a:pt x="91" y="34"/>
                  </a:cubicBezTo>
                  <a:cubicBezTo>
                    <a:pt x="91" y="33"/>
                    <a:pt x="91" y="33"/>
                    <a:pt x="91" y="32"/>
                  </a:cubicBezTo>
                  <a:cubicBezTo>
                    <a:pt x="90" y="31"/>
                    <a:pt x="90" y="31"/>
                    <a:pt x="90" y="31"/>
                  </a:cubicBezTo>
                  <a:cubicBezTo>
                    <a:pt x="90" y="31"/>
                    <a:pt x="90" y="30"/>
                    <a:pt x="90" y="30"/>
                  </a:cubicBezTo>
                  <a:cubicBezTo>
                    <a:pt x="89" y="29"/>
                    <a:pt x="89" y="29"/>
                    <a:pt x="89" y="28"/>
                  </a:cubicBezTo>
                  <a:cubicBezTo>
                    <a:pt x="89" y="28"/>
                    <a:pt x="88" y="27"/>
                    <a:pt x="88" y="27"/>
                  </a:cubicBezTo>
                  <a:cubicBezTo>
                    <a:pt x="88" y="25"/>
                    <a:pt x="88" y="25"/>
                    <a:pt x="88" y="25"/>
                  </a:cubicBezTo>
                  <a:cubicBezTo>
                    <a:pt x="87" y="25"/>
                    <a:pt x="87" y="25"/>
                    <a:pt x="87" y="24"/>
                  </a:cubicBezTo>
                  <a:cubicBezTo>
                    <a:pt x="87" y="24"/>
                    <a:pt x="86" y="23"/>
                    <a:pt x="86" y="23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20"/>
                    <a:pt x="85" y="20"/>
                    <a:pt x="85" y="20"/>
                  </a:cubicBezTo>
                  <a:cubicBezTo>
                    <a:pt x="85" y="20"/>
                    <a:pt x="84" y="20"/>
                    <a:pt x="84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5" y="17"/>
                    <a:pt x="85" y="17"/>
                    <a:pt x="85" y="17"/>
                  </a:cubicBezTo>
                  <a:cubicBezTo>
                    <a:pt x="85" y="17"/>
                    <a:pt x="86" y="17"/>
                    <a:pt x="87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9" y="15"/>
                    <a:pt x="90" y="15"/>
                  </a:cubicBezTo>
                  <a:close/>
                  <a:moveTo>
                    <a:pt x="89" y="11"/>
                  </a:moveTo>
                  <a:cubicBezTo>
                    <a:pt x="89" y="12"/>
                    <a:pt x="89" y="12"/>
                    <a:pt x="89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7" y="12"/>
                    <a:pt x="86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4" y="14"/>
                    <a:pt x="83" y="14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2" y="14"/>
                    <a:pt x="82" y="14"/>
                    <a:pt x="81" y="15"/>
                  </a:cubicBezTo>
                  <a:cubicBezTo>
                    <a:pt x="81" y="14"/>
                    <a:pt x="80" y="13"/>
                    <a:pt x="80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77" y="8"/>
                    <a:pt x="77" y="8"/>
                    <a:pt x="77" y="8"/>
                  </a:cubicBezTo>
                  <a:cubicBezTo>
                    <a:pt x="77" y="8"/>
                    <a:pt x="77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80" y="7"/>
                    <a:pt x="85" y="9"/>
                    <a:pt x="89" y="11"/>
                  </a:cubicBezTo>
                  <a:close/>
                  <a:moveTo>
                    <a:pt x="62" y="4"/>
                  </a:moveTo>
                  <a:cubicBezTo>
                    <a:pt x="65" y="4"/>
                    <a:pt x="67" y="4"/>
                    <a:pt x="70" y="5"/>
                  </a:cubicBezTo>
                  <a:cubicBezTo>
                    <a:pt x="71" y="6"/>
                    <a:pt x="72" y="7"/>
                    <a:pt x="74" y="10"/>
                  </a:cubicBezTo>
                  <a:cubicBezTo>
                    <a:pt x="74" y="10"/>
                    <a:pt x="74" y="10"/>
                    <a:pt x="74" y="10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5"/>
                    <a:pt x="77" y="15"/>
                    <a:pt x="77" y="15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7" y="16"/>
                    <a:pt x="77" y="16"/>
                    <a:pt x="77" y="16"/>
                  </a:cubicBezTo>
                  <a:cubicBezTo>
                    <a:pt x="76" y="16"/>
                    <a:pt x="76" y="16"/>
                    <a:pt x="75" y="17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4" y="17"/>
                    <a:pt x="73" y="17"/>
                    <a:pt x="73" y="17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71" y="18"/>
                    <a:pt x="71" y="18"/>
                    <a:pt x="70" y="18"/>
                  </a:cubicBezTo>
                  <a:cubicBezTo>
                    <a:pt x="70" y="18"/>
                    <a:pt x="70" y="18"/>
                    <a:pt x="70" y="18"/>
                  </a:cubicBezTo>
                  <a:cubicBezTo>
                    <a:pt x="69" y="18"/>
                    <a:pt x="68" y="18"/>
                    <a:pt x="67" y="18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5" y="19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4" y="19"/>
                    <a:pt x="63" y="19"/>
                    <a:pt x="63" y="19"/>
                  </a:cubicBezTo>
                  <a:cubicBezTo>
                    <a:pt x="62" y="19"/>
                    <a:pt x="62" y="19"/>
                    <a:pt x="62" y="19"/>
                  </a:cubicBezTo>
                  <a:cubicBezTo>
                    <a:pt x="62" y="19"/>
                    <a:pt x="62" y="19"/>
                    <a:pt x="62" y="19"/>
                  </a:cubicBezTo>
                  <a:lnTo>
                    <a:pt x="62" y="4"/>
                  </a:lnTo>
                  <a:close/>
                  <a:moveTo>
                    <a:pt x="62" y="22"/>
                  </a:moveTo>
                  <a:cubicBezTo>
                    <a:pt x="62" y="22"/>
                    <a:pt x="62" y="22"/>
                    <a:pt x="62" y="22"/>
                  </a:cubicBezTo>
                  <a:cubicBezTo>
                    <a:pt x="62" y="22"/>
                    <a:pt x="62" y="22"/>
                    <a:pt x="62" y="22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2"/>
                    <a:pt x="64" y="22"/>
                    <a:pt x="65" y="22"/>
                  </a:cubicBezTo>
                  <a:cubicBezTo>
                    <a:pt x="66" y="22"/>
                    <a:pt x="66" y="22"/>
                    <a:pt x="66" y="22"/>
                  </a:cubicBezTo>
                  <a:cubicBezTo>
                    <a:pt x="66" y="22"/>
                    <a:pt x="67" y="22"/>
                    <a:pt x="67" y="22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69" y="22"/>
                    <a:pt x="69" y="21"/>
                    <a:pt x="70" y="21"/>
                  </a:cubicBezTo>
                  <a:cubicBezTo>
                    <a:pt x="71" y="21"/>
                    <a:pt x="71" y="21"/>
                    <a:pt x="71" y="21"/>
                  </a:cubicBezTo>
                  <a:cubicBezTo>
                    <a:pt x="71" y="21"/>
                    <a:pt x="72" y="21"/>
                    <a:pt x="73" y="21"/>
                  </a:cubicBezTo>
                  <a:cubicBezTo>
                    <a:pt x="73" y="21"/>
                    <a:pt x="73" y="21"/>
                    <a:pt x="73" y="21"/>
                  </a:cubicBezTo>
                  <a:cubicBezTo>
                    <a:pt x="74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8" y="20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1"/>
                    <a:pt x="82" y="21"/>
                    <a:pt x="82" y="22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83" y="24"/>
                    <a:pt x="83" y="24"/>
                    <a:pt x="84" y="25"/>
                  </a:cubicBezTo>
                  <a:cubicBezTo>
                    <a:pt x="84" y="26"/>
                    <a:pt x="84" y="26"/>
                    <a:pt x="84" y="26"/>
                  </a:cubicBezTo>
                  <a:cubicBezTo>
                    <a:pt x="84" y="26"/>
                    <a:pt x="84" y="27"/>
                    <a:pt x="85" y="28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6" y="29"/>
                    <a:pt x="86" y="30"/>
                  </a:cubicBezTo>
                  <a:cubicBezTo>
                    <a:pt x="86" y="31"/>
                    <a:pt x="86" y="31"/>
                    <a:pt x="86" y="31"/>
                  </a:cubicBezTo>
                  <a:cubicBezTo>
                    <a:pt x="87" y="31"/>
                    <a:pt x="87" y="32"/>
                    <a:pt x="87" y="32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8" y="34"/>
                    <a:pt x="88" y="34"/>
                    <a:pt x="88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62" y="36"/>
                    <a:pt x="62" y="36"/>
                    <a:pt x="62" y="36"/>
                  </a:cubicBezTo>
                  <a:lnTo>
                    <a:pt x="62" y="22"/>
                  </a:lnTo>
                  <a:close/>
                  <a:moveTo>
                    <a:pt x="62" y="39"/>
                  </a:moveTo>
                  <a:cubicBezTo>
                    <a:pt x="90" y="39"/>
                    <a:pt x="90" y="39"/>
                    <a:pt x="90" y="39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1"/>
                    <a:pt x="90" y="41"/>
                    <a:pt x="91" y="41"/>
                  </a:cubicBezTo>
                  <a:cubicBezTo>
                    <a:pt x="91" y="42"/>
                    <a:pt x="91" y="42"/>
                    <a:pt x="91" y="43"/>
                  </a:cubicBezTo>
                  <a:cubicBezTo>
                    <a:pt x="91" y="43"/>
                    <a:pt x="91" y="44"/>
                    <a:pt x="91" y="44"/>
                  </a:cubicBezTo>
                  <a:cubicBezTo>
                    <a:pt x="91" y="45"/>
                    <a:pt x="92" y="45"/>
                    <a:pt x="92" y="45"/>
                  </a:cubicBezTo>
                  <a:cubicBezTo>
                    <a:pt x="82" y="46"/>
                    <a:pt x="74" y="52"/>
                    <a:pt x="71" y="60"/>
                  </a:cubicBezTo>
                  <a:cubicBezTo>
                    <a:pt x="62" y="60"/>
                    <a:pt x="62" y="60"/>
                    <a:pt x="62" y="60"/>
                  </a:cubicBezTo>
                  <a:lnTo>
                    <a:pt x="62" y="39"/>
                  </a:lnTo>
                  <a:close/>
                  <a:moveTo>
                    <a:pt x="62" y="63"/>
                  </a:moveTo>
                  <a:cubicBezTo>
                    <a:pt x="70" y="63"/>
                    <a:pt x="70" y="63"/>
                    <a:pt x="70" y="63"/>
                  </a:cubicBezTo>
                  <a:cubicBezTo>
                    <a:pt x="69" y="65"/>
                    <a:pt x="69" y="68"/>
                    <a:pt x="69" y="70"/>
                  </a:cubicBezTo>
                  <a:cubicBezTo>
                    <a:pt x="69" y="75"/>
                    <a:pt x="70" y="79"/>
                    <a:pt x="73" y="83"/>
                  </a:cubicBezTo>
                  <a:cubicBezTo>
                    <a:pt x="62" y="83"/>
                    <a:pt x="62" y="83"/>
                    <a:pt x="62" y="83"/>
                  </a:cubicBezTo>
                  <a:lnTo>
                    <a:pt x="62" y="63"/>
                  </a:lnTo>
                  <a:close/>
                  <a:moveTo>
                    <a:pt x="62" y="86"/>
                  </a:moveTo>
                  <a:cubicBezTo>
                    <a:pt x="75" y="86"/>
                    <a:pt x="75" y="86"/>
                    <a:pt x="75" y="86"/>
                  </a:cubicBezTo>
                  <a:cubicBezTo>
                    <a:pt x="78" y="89"/>
                    <a:pt x="81" y="91"/>
                    <a:pt x="85" y="93"/>
                  </a:cubicBezTo>
                  <a:cubicBezTo>
                    <a:pt x="84" y="93"/>
                    <a:pt x="84" y="93"/>
                    <a:pt x="84" y="93"/>
                  </a:cubicBezTo>
                  <a:cubicBezTo>
                    <a:pt x="84" y="94"/>
                    <a:pt x="84" y="94"/>
                    <a:pt x="84" y="94"/>
                  </a:cubicBezTo>
                  <a:cubicBezTo>
                    <a:pt x="84" y="94"/>
                    <a:pt x="83" y="95"/>
                    <a:pt x="83" y="96"/>
                  </a:cubicBezTo>
                  <a:cubicBezTo>
                    <a:pt x="83" y="96"/>
                    <a:pt x="83" y="96"/>
                    <a:pt x="83" y="96"/>
                  </a:cubicBezTo>
                  <a:cubicBezTo>
                    <a:pt x="82" y="97"/>
                    <a:pt x="82" y="98"/>
                    <a:pt x="82" y="98"/>
                  </a:cubicBezTo>
                  <a:cubicBezTo>
                    <a:pt x="81" y="99"/>
                    <a:pt x="81" y="99"/>
                    <a:pt x="81" y="99"/>
                  </a:cubicBezTo>
                  <a:cubicBezTo>
                    <a:pt x="81" y="99"/>
                    <a:pt x="81" y="100"/>
                    <a:pt x="80" y="101"/>
                  </a:cubicBezTo>
                  <a:cubicBezTo>
                    <a:pt x="80" y="101"/>
                    <a:pt x="80" y="101"/>
                    <a:pt x="80" y="101"/>
                  </a:cubicBezTo>
                  <a:cubicBezTo>
                    <a:pt x="79" y="102"/>
                    <a:pt x="79" y="102"/>
                    <a:pt x="79" y="102"/>
                  </a:cubicBezTo>
                  <a:cubicBezTo>
                    <a:pt x="79" y="102"/>
                    <a:pt x="79" y="102"/>
                    <a:pt x="79" y="102"/>
                  </a:cubicBezTo>
                  <a:cubicBezTo>
                    <a:pt x="78" y="102"/>
                    <a:pt x="78" y="102"/>
                    <a:pt x="77" y="102"/>
                  </a:cubicBezTo>
                  <a:cubicBezTo>
                    <a:pt x="77" y="102"/>
                    <a:pt x="77" y="102"/>
                    <a:pt x="76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75" y="101"/>
                    <a:pt x="74" y="101"/>
                    <a:pt x="73" y="101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1" y="101"/>
                    <a:pt x="70" y="100"/>
                  </a:cubicBezTo>
                  <a:cubicBezTo>
                    <a:pt x="70" y="100"/>
                    <a:pt x="70" y="100"/>
                    <a:pt x="70" y="100"/>
                  </a:cubicBezTo>
                  <a:cubicBezTo>
                    <a:pt x="69" y="100"/>
                    <a:pt x="69" y="100"/>
                    <a:pt x="68" y="100"/>
                  </a:cubicBezTo>
                  <a:cubicBezTo>
                    <a:pt x="67" y="100"/>
                    <a:pt x="67" y="100"/>
                    <a:pt x="67" y="100"/>
                  </a:cubicBezTo>
                  <a:cubicBezTo>
                    <a:pt x="67" y="100"/>
                    <a:pt x="66" y="100"/>
                    <a:pt x="66" y="100"/>
                  </a:cubicBezTo>
                  <a:cubicBezTo>
                    <a:pt x="65" y="100"/>
                    <a:pt x="65" y="100"/>
                    <a:pt x="65" y="100"/>
                  </a:cubicBezTo>
                  <a:cubicBezTo>
                    <a:pt x="64" y="100"/>
                    <a:pt x="64" y="100"/>
                    <a:pt x="63" y="100"/>
                  </a:cubicBezTo>
                  <a:cubicBezTo>
                    <a:pt x="62" y="100"/>
                    <a:pt x="62" y="100"/>
                    <a:pt x="62" y="100"/>
                  </a:cubicBezTo>
                  <a:cubicBezTo>
                    <a:pt x="62" y="100"/>
                    <a:pt x="62" y="100"/>
                    <a:pt x="62" y="100"/>
                  </a:cubicBezTo>
                  <a:lnTo>
                    <a:pt x="62" y="86"/>
                  </a:lnTo>
                  <a:close/>
                  <a:moveTo>
                    <a:pt x="74" y="109"/>
                  </a:moveTo>
                  <a:cubicBezTo>
                    <a:pt x="74" y="110"/>
                    <a:pt x="74" y="110"/>
                    <a:pt x="74" y="110"/>
                  </a:cubicBezTo>
                  <a:cubicBezTo>
                    <a:pt x="74" y="110"/>
                    <a:pt x="74" y="110"/>
                    <a:pt x="74" y="110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73" y="111"/>
                    <a:pt x="73" y="111"/>
                    <a:pt x="73" y="111"/>
                  </a:cubicBezTo>
                  <a:cubicBezTo>
                    <a:pt x="73" y="112"/>
                    <a:pt x="73" y="112"/>
                    <a:pt x="73" y="112"/>
                  </a:cubicBezTo>
                  <a:cubicBezTo>
                    <a:pt x="72" y="112"/>
                    <a:pt x="72" y="112"/>
                    <a:pt x="72" y="112"/>
                  </a:cubicBezTo>
                  <a:cubicBezTo>
                    <a:pt x="72" y="113"/>
                    <a:pt x="72" y="113"/>
                    <a:pt x="72" y="113"/>
                  </a:cubicBezTo>
                  <a:cubicBezTo>
                    <a:pt x="72" y="113"/>
                    <a:pt x="72" y="113"/>
                    <a:pt x="72" y="113"/>
                  </a:cubicBezTo>
                  <a:cubicBezTo>
                    <a:pt x="71" y="113"/>
                    <a:pt x="71" y="113"/>
                    <a:pt x="71" y="113"/>
                  </a:cubicBezTo>
                  <a:cubicBezTo>
                    <a:pt x="71" y="114"/>
                    <a:pt x="70" y="115"/>
                    <a:pt x="69" y="116"/>
                  </a:cubicBezTo>
                  <a:cubicBezTo>
                    <a:pt x="67" y="116"/>
                    <a:pt x="64" y="116"/>
                    <a:pt x="62" y="116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3"/>
                    <a:pt x="64" y="103"/>
                    <a:pt x="65" y="103"/>
                  </a:cubicBezTo>
                  <a:cubicBezTo>
                    <a:pt x="65" y="103"/>
                    <a:pt x="65" y="103"/>
                    <a:pt x="65" y="103"/>
                  </a:cubicBezTo>
                  <a:cubicBezTo>
                    <a:pt x="66" y="103"/>
                    <a:pt x="66" y="103"/>
                    <a:pt x="67" y="104"/>
                  </a:cubicBezTo>
                  <a:cubicBezTo>
                    <a:pt x="67" y="104"/>
                    <a:pt x="67" y="104"/>
                    <a:pt x="67" y="104"/>
                  </a:cubicBezTo>
                  <a:cubicBezTo>
                    <a:pt x="68" y="104"/>
                    <a:pt x="69" y="104"/>
                    <a:pt x="70" y="104"/>
                  </a:cubicBezTo>
                  <a:cubicBezTo>
                    <a:pt x="70" y="104"/>
                    <a:pt x="70" y="104"/>
                    <a:pt x="70" y="104"/>
                  </a:cubicBezTo>
                  <a:cubicBezTo>
                    <a:pt x="71" y="104"/>
                    <a:pt x="71" y="104"/>
                    <a:pt x="72" y="104"/>
                  </a:cubicBezTo>
                  <a:cubicBezTo>
                    <a:pt x="73" y="104"/>
                    <a:pt x="73" y="104"/>
                    <a:pt x="73" y="104"/>
                  </a:cubicBezTo>
                  <a:cubicBezTo>
                    <a:pt x="73" y="104"/>
                    <a:pt x="74" y="104"/>
                    <a:pt x="74" y="105"/>
                  </a:cubicBezTo>
                  <a:cubicBezTo>
                    <a:pt x="75" y="105"/>
                    <a:pt x="75" y="105"/>
                    <a:pt x="75" y="105"/>
                  </a:cubicBezTo>
                  <a:cubicBezTo>
                    <a:pt x="76" y="105"/>
                    <a:pt x="76" y="105"/>
                    <a:pt x="77" y="105"/>
                  </a:cubicBezTo>
                  <a:cubicBezTo>
                    <a:pt x="77" y="105"/>
                    <a:pt x="77" y="105"/>
                    <a:pt x="77" y="105"/>
                  </a:cubicBezTo>
                  <a:cubicBezTo>
                    <a:pt x="77" y="105"/>
                    <a:pt x="77" y="105"/>
                    <a:pt x="77" y="105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76" y="107"/>
                    <a:pt x="76" y="107"/>
                    <a:pt x="76" y="107"/>
                  </a:cubicBezTo>
                  <a:cubicBezTo>
                    <a:pt x="76" y="108"/>
                    <a:pt x="76" y="108"/>
                    <a:pt x="76" y="108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5" y="109"/>
                    <a:pt x="75" y="109"/>
                    <a:pt x="75" y="109"/>
                  </a:cubicBezTo>
                  <a:lnTo>
                    <a:pt x="74" y="109"/>
                  </a:lnTo>
                  <a:close/>
                  <a:moveTo>
                    <a:pt x="75" y="115"/>
                  </a:moveTo>
                  <a:cubicBezTo>
                    <a:pt x="75" y="114"/>
                    <a:pt x="76" y="113"/>
                    <a:pt x="77" y="112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78" y="110"/>
                    <a:pt x="78" y="110"/>
                    <a:pt x="79" y="109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79" y="109"/>
                    <a:pt x="79" y="108"/>
                    <a:pt x="80" y="108"/>
                  </a:cubicBezTo>
                  <a:cubicBezTo>
                    <a:pt x="80" y="108"/>
                    <a:pt x="80" y="108"/>
                    <a:pt x="80" y="108"/>
                  </a:cubicBezTo>
                  <a:cubicBezTo>
                    <a:pt x="80" y="107"/>
                    <a:pt x="80" y="107"/>
                    <a:pt x="81" y="106"/>
                  </a:cubicBezTo>
                  <a:cubicBezTo>
                    <a:pt x="81" y="106"/>
                    <a:pt x="82" y="107"/>
                    <a:pt x="82" y="107"/>
                  </a:cubicBezTo>
                  <a:cubicBezTo>
                    <a:pt x="83" y="107"/>
                    <a:pt x="83" y="107"/>
                    <a:pt x="83" y="107"/>
                  </a:cubicBezTo>
                  <a:cubicBezTo>
                    <a:pt x="84" y="107"/>
                    <a:pt x="84" y="107"/>
                    <a:pt x="85" y="108"/>
                  </a:cubicBezTo>
                  <a:cubicBezTo>
                    <a:pt x="86" y="108"/>
                    <a:pt x="86" y="108"/>
                    <a:pt x="86" y="108"/>
                  </a:cubicBezTo>
                  <a:cubicBezTo>
                    <a:pt x="87" y="108"/>
                    <a:pt x="88" y="109"/>
                    <a:pt x="89" y="109"/>
                  </a:cubicBezTo>
                  <a:cubicBezTo>
                    <a:pt x="84" y="111"/>
                    <a:pt x="80" y="113"/>
                    <a:pt x="75" y="115"/>
                  </a:cubicBezTo>
                  <a:close/>
                  <a:moveTo>
                    <a:pt x="92" y="107"/>
                  </a:moveTo>
                  <a:cubicBezTo>
                    <a:pt x="91" y="106"/>
                    <a:pt x="91" y="106"/>
                    <a:pt x="90" y="106"/>
                  </a:cubicBezTo>
                  <a:cubicBezTo>
                    <a:pt x="90" y="106"/>
                    <a:pt x="90" y="106"/>
                    <a:pt x="90" y="106"/>
                  </a:cubicBezTo>
                  <a:cubicBezTo>
                    <a:pt x="89" y="105"/>
                    <a:pt x="88" y="105"/>
                    <a:pt x="87" y="105"/>
                  </a:cubicBezTo>
                  <a:cubicBezTo>
                    <a:pt x="86" y="104"/>
                    <a:pt x="86" y="104"/>
                    <a:pt x="86" y="104"/>
                  </a:cubicBezTo>
                  <a:cubicBezTo>
                    <a:pt x="86" y="104"/>
                    <a:pt x="85" y="104"/>
                    <a:pt x="84" y="104"/>
                  </a:cubicBezTo>
                  <a:cubicBezTo>
                    <a:pt x="83" y="103"/>
                    <a:pt x="83" y="103"/>
                    <a:pt x="83" y="103"/>
                  </a:cubicBezTo>
                  <a:cubicBezTo>
                    <a:pt x="83" y="103"/>
                    <a:pt x="83" y="103"/>
                    <a:pt x="83" y="103"/>
                  </a:cubicBezTo>
                  <a:cubicBezTo>
                    <a:pt x="83" y="103"/>
                    <a:pt x="83" y="103"/>
                    <a:pt x="83" y="103"/>
                  </a:cubicBezTo>
                  <a:cubicBezTo>
                    <a:pt x="83" y="103"/>
                    <a:pt x="83" y="103"/>
                    <a:pt x="83" y="103"/>
                  </a:cubicBezTo>
                  <a:cubicBezTo>
                    <a:pt x="83" y="103"/>
                    <a:pt x="83" y="103"/>
                    <a:pt x="83" y="103"/>
                  </a:cubicBezTo>
                  <a:cubicBezTo>
                    <a:pt x="83" y="102"/>
                    <a:pt x="83" y="102"/>
                    <a:pt x="83" y="102"/>
                  </a:cubicBezTo>
                  <a:cubicBezTo>
                    <a:pt x="84" y="102"/>
                    <a:pt x="84" y="101"/>
                    <a:pt x="84" y="100"/>
                  </a:cubicBezTo>
                  <a:cubicBezTo>
                    <a:pt x="85" y="100"/>
                    <a:pt x="85" y="100"/>
                    <a:pt x="85" y="100"/>
                  </a:cubicBezTo>
                  <a:cubicBezTo>
                    <a:pt x="85" y="99"/>
                    <a:pt x="85" y="99"/>
                    <a:pt x="86" y="98"/>
                  </a:cubicBezTo>
                  <a:cubicBezTo>
                    <a:pt x="86" y="97"/>
                    <a:pt x="86" y="97"/>
                    <a:pt x="86" y="97"/>
                  </a:cubicBezTo>
                  <a:cubicBezTo>
                    <a:pt x="86" y="97"/>
                    <a:pt x="87" y="96"/>
                    <a:pt x="87" y="96"/>
                  </a:cubicBezTo>
                  <a:cubicBezTo>
                    <a:pt x="87" y="95"/>
                    <a:pt x="87" y="95"/>
                    <a:pt x="87" y="95"/>
                  </a:cubicBezTo>
                  <a:cubicBezTo>
                    <a:pt x="88" y="94"/>
                    <a:pt x="88" y="94"/>
                    <a:pt x="88" y="94"/>
                  </a:cubicBezTo>
                  <a:cubicBezTo>
                    <a:pt x="90" y="94"/>
                    <a:pt x="91" y="94"/>
                    <a:pt x="93" y="94"/>
                  </a:cubicBezTo>
                  <a:cubicBezTo>
                    <a:pt x="98" y="94"/>
                    <a:pt x="103" y="93"/>
                    <a:pt x="106" y="90"/>
                  </a:cubicBezTo>
                  <a:cubicBezTo>
                    <a:pt x="107" y="91"/>
                    <a:pt x="107" y="91"/>
                    <a:pt x="107" y="91"/>
                  </a:cubicBezTo>
                  <a:cubicBezTo>
                    <a:pt x="103" y="97"/>
                    <a:pt x="98" y="103"/>
                    <a:pt x="92" y="107"/>
                  </a:cubicBezTo>
                  <a:close/>
                  <a:moveTo>
                    <a:pt x="110" y="82"/>
                  </a:moveTo>
                  <a:cubicBezTo>
                    <a:pt x="109" y="83"/>
                    <a:pt x="109" y="83"/>
                    <a:pt x="109" y="83"/>
                  </a:cubicBezTo>
                  <a:cubicBezTo>
                    <a:pt x="108" y="84"/>
                    <a:pt x="108" y="84"/>
                    <a:pt x="108" y="84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107" y="85"/>
                    <a:pt x="107" y="85"/>
                    <a:pt x="107" y="86"/>
                  </a:cubicBezTo>
                  <a:cubicBezTo>
                    <a:pt x="106" y="86"/>
                    <a:pt x="106" y="86"/>
                    <a:pt x="106" y="86"/>
                  </a:cubicBezTo>
                  <a:cubicBezTo>
                    <a:pt x="102" y="89"/>
                    <a:pt x="98" y="91"/>
                    <a:pt x="93" y="91"/>
                  </a:cubicBezTo>
                  <a:cubicBezTo>
                    <a:pt x="92" y="91"/>
                    <a:pt x="91" y="91"/>
                    <a:pt x="90" y="90"/>
                  </a:cubicBezTo>
                  <a:cubicBezTo>
                    <a:pt x="89" y="90"/>
                    <a:pt x="88" y="90"/>
                    <a:pt x="88" y="90"/>
                  </a:cubicBezTo>
                  <a:cubicBezTo>
                    <a:pt x="87" y="90"/>
                    <a:pt x="87" y="90"/>
                    <a:pt x="86" y="89"/>
                  </a:cubicBezTo>
                  <a:cubicBezTo>
                    <a:pt x="84" y="89"/>
                    <a:pt x="82" y="88"/>
                    <a:pt x="80" y="86"/>
                  </a:cubicBezTo>
                  <a:cubicBezTo>
                    <a:pt x="80" y="86"/>
                    <a:pt x="79" y="85"/>
                    <a:pt x="79" y="85"/>
                  </a:cubicBezTo>
                  <a:cubicBezTo>
                    <a:pt x="78" y="84"/>
                    <a:pt x="77" y="83"/>
                    <a:pt x="77" y="83"/>
                  </a:cubicBezTo>
                  <a:cubicBezTo>
                    <a:pt x="74" y="79"/>
                    <a:pt x="72" y="75"/>
                    <a:pt x="72" y="70"/>
                  </a:cubicBezTo>
                  <a:cubicBezTo>
                    <a:pt x="72" y="68"/>
                    <a:pt x="73" y="65"/>
                    <a:pt x="73" y="63"/>
                  </a:cubicBezTo>
                  <a:cubicBezTo>
                    <a:pt x="73" y="63"/>
                    <a:pt x="74" y="62"/>
                    <a:pt x="74" y="62"/>
                  </a:cubicBezTo>
                  <a:cubicBezTo>
                    <a:pt x="74" y="61"/>
                    <a:pt x="74" y="61"/>
                    <a:pt x="75" y="60"/>
                  </a:cubicBezTo>
                  <a:cubicBezTo>
                    <a:pt x="78" y="54"/>
                    <a:pt x="85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5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103" y="50"/>
                    <a:pt x="109" y="54"/>
                    <a:pt x="112" y="60"/>
                  </a:cubicBezTo>
                  <a:cubicBezTo>
                    <a:pt x="112" y="61"/>
                    <a:pt x="112" y="61"/>
                    <a:pt x="113" y="62"/>
                  </a:cubicBezTo>
                  <a:cubicBezTo>
                    <a:pt x="113" y="62"/>
                    <a:pt x="113" y="63"/>
                    <a:pt x="113" y="63"/>
                  </a:cubicBezTo>
                  <a:cubicBezTo>
                    <a:pt x="114" y="65"/>
                    <a:pt x="114" y="68"/>
                    <a:pt x="114" y="70"/>
                  </a:cubicBezTo>
                  <a:cubicBezTo>
                    <a:pt x="114" y="74"/>
                    <a:pt x="113" y="79"/>
                    <a:pt x="110" y="82"/>
                  </a:cubicBezTo>
                  <a:close/>
                  <a:moveTo>
                    <a:pt x="95" y="45"/>
                  </a:moveTo>
                  <a:cubicBezTo>
                    <a:pt x="95" y="45"/>
                    <a:pt x="95" y="45"/>
                    <a:pt x="95" y="45"/>
                  </a:cubicBezTo>
                  <a:cubicBezTo>
                    <a:pt x="95" y="45"/>
                    <a:pt x="95" y="44"/>
                    <a:pt x="95" y="44"/>
                  </a:cubicBezTo>
                  <a:cubicBezTo>
                    <a:pt x="95" y="43"/>
                    <a:pt x="95" y="43"/>
                    <a:pt x="94" y="42"/>
                  </a:cubicBezTo>
                  <a:cubicBezTo>
                    <a:pt x="94" y="42"/>
                    <a:pt x="94" y="41"/>
                    <a:pt x="94" y="41"/>
                  </a:cubicBezTo>
                  <a:cubicBezTo>
                    <a:pt x="94" y="40"/>
                    <a:pt x="94" y="40"/>
                    <a:pt x="94" y="39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5" y="46"/>
                    <a:pt x="117" y="53"/>
                    <a:pt x="117" y="60"/>
                  </a:cubicBezTo>
                  <a:cubicBezTo>
                    <a:pt x="116" y="60"/>
                    <a:pt x="116" y="60"/>
                    <a:pt x="116" y="60"/>
                  </a:cubicBezTo>
                  <a:cubicBezTo>
                    <a:pt x="112" y="52"/>
                    <a:pt x="104" y="46"/>
                    <a:pt x="95" y="45"/>
                  </a:cubicBezTo>
                  <a:close/>
                </a:path>
              </a:pathLst>
            </a:custGeom>
            <a:grpFill/>
            <a:ln w="9525">
              <a:solidFill>
                <a:schemeClr val="accent3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57" name="Freeform 2481">
              <a:extLst>
                <a:ext uri="{FF2B5EF4-FFF2-40B4-BE49-F238E27FC236}">
                  <a16:creationId xmlns:a16="http://schemas.microsoft.com/office/drawing/2014/main" id="{43FEA99E-9A15-45CB-BFCA-C49774E7B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9647" y="4471757"/>
              <a:ext cx="178202" cy="178202"/>
            </a:xfrm>
            <a:custGeom>
              <a:avLst/>
              <a:gdLst>
                <a:gd name="T0" fmla="*/ 27 w 30"/>
                <a:gd name="T1" fmla="*/ 7 h 30"/>
                <a:gd name="T2" fmla="*/ 26 w 30"/>
                <a:gd name="T3" fmla="*/ 5 h 30"/>
                <a:gd name="T4" fmla="*/ 19 w 30"/>
                <a:gd name="T5" fmla="*/ 1 h 30"/>
                <a:gd name="T6" fmla="*/ 19 w 30"/>
                <a:gd name="T7" fmla="*/ 1 h 30"/>
                <a:gd name="T8" fmla="*/ 17 w 30"/>
                <a:gd name="T9" fmla="*/ 0 h 30"/>
                <a:gd name="T10" fmla="*/ 16 w 30"/>
                <a:gd name="T11" fmla="*/ 0 h 30"/>
                <a:gd name="T12" fmla="*/ 16 w 30"/>
                <a:gd name="T13" fmla="*/ 0 h 30"/>
                <a:gd name="T14" fmla="*/ 16 w 30"/>
                <a:gd name="T15" fmla="*/ 0 h 30"/>
                <a:gd name="T16" fmla="*/ 15 w 30"/>
                <a:gd name="T17" fmla="*/ 0 h 30"/>
                <a:gd name="T18" fmla="*/ 4 w 30"/>
                <a:gd name="T19" fmla="*/ 5 h 30"/>
                <a:gd name="T20" fmla="*/ 3 w 30"/>
                <a:gd name="T21" fmla="*/ 7 h 30"/>
                <a:gd name="T22" fmla="*/ 2 w 30"/>
                <a:gd name="T23" fmla="*/ 8 h 30"/>
                <a:gd name="T24" fmla="*/ 0 w 30"/>
                <a:gd name="T25" fmla="*/ 15 h 30"/>
                <a:gd name="T26" fmla="*/ 8 w 30"/>
                <a:gd name="T27" fmla="*/ 28 h 30"/>
                <a:gd name="T28" fmla="*/ 11 w 30"/>
                <a:gd name="T29" fmla="*/ 29 h 30"/>
                <a:gd name="T30" fmla="*/ 12 w 30"/>
                <a:gd name="T31" fmla="*/ 30 h 30"/>
                <a:gd name="T32" fmla="*/ 14 w 30"/>
                <a:gd name="T33" fmla="*/ 30 h 30"/>
                <a:gd name="T34" fmla="*/ 14 w 30"/>
                <a:gd name="T35" fmla="*/ 30 h 30"/>
                <a:gd name="T36" fmla="*/ 15 w 30"/>
                <a:gd name="T37" fmla="*/ 30 h 30"/>
                <a:gd name="T38" fmla="*/ 15 w 30"/>
                <a:gd name="T39" fmla="*/ 30 h 30"/>
                <a:gd name="T40" fmla="*/ 15 w 30"/>
                <a:gd name="T41" fmla="*/ 30 h 30"/>
                <a:gd name="T42" fmla="*/ 22 w 30"/>
                <a:gd name="T43" fmla="*/ 28 h 30"/>
                <a:gd name="T44" fmla="*/ 30 w 30"/>
                <a:gd name="T45" fmla="*/ 15 h 30"/>
                <a:gd name="T46" fmla="*/ 28 w 30"/>
                <a:gd name="T47" fmla="*/ 8 h 30"/>
                <a:gd name="T48" fmla="*/ 27 w 30"/>
                <a:gd name="T49" fmla="*/ 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0" h="30">
                  <a:moveTo>
                    <a:pt x="27" y="7"/>
                  </a:moveTo>
                  <a:cubicBezTo>
                    <a:pt x="27" y="6"/>
                    <a:pt x="26" y="6"/>
                    <a:pt x="26" y="5"/>
                  </a:cubicBezTo>
                  <a:cubicBezTo>
                    <a:pt x="24" y="3"/>
                    <a:pt x="22" y="2"/>
                    <a:pt x="19" y="1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1"/>
                    <a:pt x="18" y="1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1" y="0"/>
                    <a:pt x="7" y="2"/>
                    <a:pt x="4" y="5"/>
                  </a:cubicBezTo>
                  <a:cubicBezTo>
                    <a:pt x="4" y="6"/>
                    <a:pt x="3" y="6"/>
                    <a:pt x="3" y="7"/>
                  </a:cubicBezTo>
                  <a:cubicBezTo>
                    <a:pt x="2" y="7"/>
                    <a:pt x="2" y="8"/>
                    <a:pt x="2" y="8"/>
                  </a:cubicBezTo>
                  <a:cubicBezTo>
                    <a:pt x="1" y="10"/>
                    <a:pt x="0" y="13"/>
                    <a:pt x="0" y="15"/>
                  </a:cubicBezTo>
                  <a:cubicBezTo>
                    <a:pt x="0" y="20"/>
                    <a:pt x="3" y="25"/>
                    <a:pt x="8" y="28"/>
                  </a:cubicBezTo>
                  <a:cubicBezTo>
                    <a:pt x="9" y="28"/>
                    <a:pt x="10" y="29"/>
                    <a:pt x="11" y="29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8" y="30"/>
                    <a:pt x="20" y="29"/>
                    <a:pt x="22" y="28"/>
                  </a:cubicBezTo>
                  <a:cubicBezTo>
                    <a:pt x="27" y="25"/>
                    <a:pt x="30" y="20"/>
                    <a:pt x="30" y="15"/>
                  </a:cubicBezTo>
                  <a:cubicBezTo>
                    <a:pt x="30" y="13"/>
                    <a:pt x="29" y="10"/>
                    <a:pt x="28" y="8"/>
                  </a:cubicBezTo>
                  <a:cubicBezTo>
                    <a:pt x="28" y="8"/>
                    <a:pt x="28" y="7"/>
                    <a:pt x="27" y="7"/>
                  </a:cubicBezTo>
                  <a:close/>
                </a:path>
              </a:pathLst>
            </a:custGeom>
            <a:grpFill/>
            <a:ln w="9525">
              <a:solidFill>
                <a:schemeClr val="accent3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2EE6248-F143-4C98-AF1B-5C327E97D785}"/>
              </a:ext>
            </a:extLst>
          </p:cNvPr>
          <p:cNvGrpSpPr/>
          <p:nvPr/>
        </p:nvGrpSpPr>
        <p:grpSpPr>
          <a:xfrm>
            <a:off x="1767558" y="4781916"/>
            <a:ext cx="542616" cy="542617"/>
            <a:chOff x="4446032" y="4426318"/>
            <a:chExt cx="819291" cy="819292"/>
          </a:xfrm>
          <a:solidFill>
            <a:schemeClr val="accent1"/>
          </a:solidFill>
        </p:grpSpPr>
        <p:sp>
          <p:nvSpPr>
            <p:cNvPr id="61" name="Freeform 5">
              <a:extLst>
                <a:ext uri="{FF2B5EF4-FFF2-40B4-BE49-F238E27FC236}">
                  <a16:creationId xmlns:a16="http://schemas.microsoft.com/office/drawing/2014/main" id="{7931E080-B1A9-4F04-B076-3E1F28D5E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032" y="4999648"/>
              <a:ext cx="219214" cy="99432"/>
            </a:xfrm>
            <a:custGeom>
              <a:avLst/>
              <a:gdLst>
                <a:gd name="T0" fmla="*/ 708 w 713"/>
                <a:gd name="T1" fmla="*/ 45 h 323"/>
                <a:gd name="T2" fmla="*/ 711 w 713"/>
                <a:gd name="T3" fmla="*/ 12 h 323"/>
                <a:gd name="T4" fmla="*/ 697 w 713"/>
                <a:gd name="T5" fmla="*/ 1 h 323"/>
                <a:gd name="T6" fmla="*/ 11 w 713"/>
                <a:gd name="T7" fmla="*/ 270 h 323"/>
                <a:gd name="T8" fmla="*/ 11 w 713"/>
                <a:gd name="T9" fmla="*/ 312 h 323"/>
                <a:gd name="T10" fmla="*/ 53 w 713"/>
                <a:gd name="T11" fmla="*/ 312 h 323"/>
                <a:gd name="T12" fmla="*/ 693 w 713"/>
                <a:gd name="T13" fmla="*/ 61 h 323"/>
                <a:gd name="T14" fmla="*/ 708 w 713"/>
                <a:gd name="T15" fmla="*/ 45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3" h="323">
                  <a:moveTo>
                    <a:pt x="708" y="45"/>
                  </a:moveTo>
                  <a:cubicBezTo>
                    <a:pt x="709" y="34"/>
                    <a:pt x="710" y="23"/>
                    <a:pt x="711" y="12"/>
                  </a:cubicBezTo>
                  <a:cubicBezTo>
                    <a:pt x="713" y="0"/>
                    <a:pt x="703" y="0"/>
                    <a:pt x="697" y="1"/>
                  </a:cubicBezTo>
                  <a:cubicBezTo>
                    <a:pt x="448" y="29"/>
                    <a:pt x="202" y="80"/>
                    <a:pt x="11" y="270"/>
                  </a:cubicBezTo>
                  <a:cubicBezTo>
                    <a:pt x="0" y="281"/>
                    <a:pt x="0" y="300"/>
                    <a:pt x="11" y="312"/>
                  </a:cubicBezTo>
                  <a:cubicBezTo>
                    <a:pt x="23" y="323"/>
                    <a:pt x="42" y="323"/>
                    <a:pt x="53" y="312"/>
                  </a:cubicBezTo>
                  <a:cubicBezTo>
                    <a:pt x="216" y="148"/>
                    <a:pt x="438" y="92"/>
                    <a:pt x="693" y="61"/>
                  </a:cubicBezTo>
                  <a:cubicBezTo>
                    <a:pt x="704" y="60"/>
                    <a:pt x="707" y="53"/>
                    <a:pt x="708" y="45"/>
                  </a:cubicBezTo>
                  <a:close/>
                </a:path>
              </a:pathLst>
            </a:custGeom>
            <a:grp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2" name="Freeform 6">
              <a:extLst>
                <a:ext uri="{FF2B5EF4-FFF2-40B4-BE49-F238E27FC236}">
                  <a16:creationId xmlns:a16="http://schemas.microsoft.com/office/drawing/2014/main" id="{0C36A7AE-C297-4223-BCD0-254F54E5A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997" y="4426318"/>
              <a:ext cx="401796" cy="586122"/>
            </a:xfrm>
            <a:custGeom>
              <a:avLst/>
              <a:gdLst>
                <a:gd name="T0" fmla="*/ 1294 w 1306"/>
                <a:gd name="T1" fmla="*/ 11 h 1904"/>
                <a:gd name="T2" fmla="*/ 1252 w 1306"/>
                <a:gd name="T3" fmla="*/ 11 h 1904"/>
                <a:gd name="T4" fmla="*/ 968 w 1306"/>
                <a:gd name="T5" fmla="*/ 841 h 1904"/>
                <a:gd name="T6" fmla="*/ 728 w 1306"/>
                <a:gd name="T7" fmla="*/ 1607 h 1904"/>
                <a:gd name="T8" fmla="*/ 6 w 1306"/>
                <a:gd name="T9" fmla="*/ 1843 h 1904"/>
                <a:gd name="T10" fmla="*/ 0 w 1306"/>
                <a:gd name="T11" fmla="*/ 1904 h 1904"/>
                <a:gd name="T12" fmla="*/ 10 w 1306"/>
                <a:gd name="T13" fmla="*/ 1903 h 1904"/>
                <a:gd name="T14" fmla="*/ 770 w 1306"/>
                <a:gd name="T15" fmla="*/ 1650 h 1904"/>
                <a:gd name="T16" fmla="*/ 1023 w 1306"/>
                <a:gd name="T17" fmla="*/ 890 h 1904"/>
                <a:gd name="T18" fmla="*/ 1027 w 1306"/>
                <a:gd name="T19" fmla="*/ 847 h 1904"/>
                <a:gd name="T20" fmla="*/ 1294 w 1306"/>
                <a:gd name="T21" fmla="*/ 53 h 1904"/>
                <a:gd name="T22" fmla="*/ 1294 w 1306"/>
                <a:gd name="T23" fmla="*/ 11 h 1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06" h="1904">
                  <a:moveTo>
                    <a:pt x="1294" y="11"/>
                  </a:moveTo>
                  <a:cubicBezTo>
                    <a:pt x="1282" y="0"/>
                    <a:pt x="1264" y="0"/>
                    <a:pt x="1252" y="11"/>
                  </a:cubicBezTo>
                  <a:cubicBezTo>
                    <a:pt x="1027" y="238"/>
                    <a:pt x="997" y="543"/>
                    <a:pt x="968" y="841"/>
                  </a:cubicBezTo>
                  <a:cubicBezTo>
                    <a:pt x="942" y="1127"/>
                    <a:pt x="914" y="1424"/>
                    <a:pt x="728" y="1607"/>
                  </a:cubicBezTo>
                  <a:cubicBezTo>
                    <a:pt x="554" y="1784"/>
                    <a:pt x="279" y="1818"/>
                    <a:pt x="6" y="1843"/>
                  </a:cubicBezTo>
                  <a:cubicBezTo>
                    <a:pt x="4" y="1863"/>
                    <a:pt x="2" y="1883"/>
                    <a:pt x="0" y="1904"/>
                  </a:cubicBezTo>
                  <a:cubicBezTo>
                    <a:pt x="10" y="1903"/>
                    <a:pt x="10" y="1903"/>
                    <a:pt x="10" y="1903"/>
                  </a:cubicBezTo>
                  <a:cubicBezTo>
                    <a:pt x="285" y="1876"/>
                    <a:pt x="569" y="1848"/>
                    <a:pt x="770" y="1650"/>
                  </a:cubicBezTo>
                  <a:cubicBezTo>
                    <a:pt x="968" y="1449"/>
                    <a:pt x="996" y="1165"/>
                    <a:pt x="1023" y="890"/>
                  </a:cubicBezTo>
                  <a:cubicBezTo>
                    <a:pt x="1027" y="847"/>
                    <a:pt x="1027" y="847"/>
                    <a:pt x="1027" y="847"/>
                  </a:cubicBezTo>
                  <a:cubicBezTo>
                    <a:pt x="1057" y="528"/>
                    <a:pt x="1097" y="248"/>
                    <a:pt x="1294" y="53"/>
                  </a:cubicBezTo>
                  <a:cubicBezTo>
                    <a:pt x="1306" y="42"/>
                    <a:pt x="1306" y="23"/>
                    <a:pt x="1294" y="11"/>
                  </a:cubicBezTo>
                  <a:close/>
                </a:path>
              </a:pathLst>
            </a:custGeom>
            <a:grp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3" name="Freeform 7">
              <a:extLst>
                <a:ext uri="{FF2B5EF4-FFF2-40B4-BE49-F238E27FC236}">
                  <a16:creationId xmlns:a16="http://schemas.microsoft.com/office/drawing/2014/main" id="{D1802C63-7D40-41E6-B2AE-7AC4DE2D1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2562" y="4658325"/>
              <a:ext cx="412844" cy="587285"/>
            </a:xfrm>
            <a:custGeom>
              <a:avLst/>
              <a:gdLst>
                <a:gd name="T0" fmla="*/ 257 w 1342"/>
                <a:gd name="T1" fmla="*/ 1260 h 1909"/>
                <a:gd name="T2" fmla="*/ 12 w 1342"/>
                <a:gd name="T3" fmla="*/ 1855 h 1909"/>
                <a:gd name="T4" fmla="*/ 12 w 1342"/>
                <a:gd name="T5" fmla="*/ 1897 h 1909"/>
                <a:gd name="T6" fmla="*/ 54 w 1342"/>
                <a:gd name="T7" fmla="*/ 1897 h 1909"/>
                <a:gd name="T8" fmla="*/ 318 w 1342"/>
                <a:gd name="T9" fmla="*/ 1253 h 1909"/>
                <a:gd name="T10" fmla="*/ 339 w 1342"/>
                <a:gd name="T11" fmla="*/ 1059 h 1909"/>
                <a:gd name="T12" fmla="*/ 578 w 1342"/>
                <a:gd name="T13" fmla="*/ 301 h 1909"/>
                <a:gd name="T14" fmla="*/ 1327 w 1342"/>
                <a:gd name="T15" fmla="*/ 62 h 1909"/>
                <a:gd name="T16" fmla="*/ 1338 w 1342"/>
                <a:gd name="T17" fmla="*/ 50 h 1909"/>
                <a:gd name="T18" fmla="*/ 1342 w 1342"/>
                <a:gd name="T19" fmla="*/ 12 h 1909"/>
                <a:gd name="T20" fmla="*/ 1333 w 1342"/>
                <a:gd name="T21" fmla="*/ 2 h 1909"/>
                <a:gd name="T22" fmla="*/ 1295 w 1342"/>
                <a:gd name="T23" fmla="*/ 6 h 1909"/>
                <a:gd name="T24" fmla="*/ 536 w 1342"/>
                <a:gd name="T25" fmla="*/ 259 h 1909"/>
                <a:gd name="T26" fmla="*/ 283 w 1342"/>
                <a:gd name="T27" fmla="*/ 1018 h 1909"/>
                <a:gd name="T28" fmla="*/ 257 w 1342"/>
                <a:gd name="T29" fmla="*/ 1260 h 1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42" h="1909">
                  <a:moveTo>
                    <a:pt x="257" y="1260"/>
                  </a:moveTo>
                  <a:cubicBezTo>
                    <a:pt x="224" y="1496"/>
                    <a:pt x="166" y="1702"/>
                    <a:pt x="12" y="1855"/>
                  </a:cubicBezTo>
                  <a:cubicBezTo>
                    <a:pt x="0" y="1867"/>
                    <a:pt x="0" y="1886"/>
                    <a:pt x="12" y="1897"/>
                  </a:cubicBezTo>
                  <a:cubicBezTo>
                    <a:pt x="24" y="1909"/>
                    <a:pt x="42" y="1909"/>
                    <a:pt x="54" y="1897"/>
                  </a:cubicBezTo>
                  <a:cubicBezTo>
                    <a:pt x="232" y="1718"/>
                    <a:pt x="288" y="1489"/>
                    <a:pt x="318" y="1253"/>
                  </a:cubicBezTo>
                  <a:cubicBezTo>
                    <a:pt x="339" y="1059"/>
                    <a:pt x="339" y="1059"/>
                    <a:pt x="339" y="1059"/>
                  </a:cubicBezTo>
                  <a:cubicBezTo>
                    <a:pt x="365" y="775"/>
                    <a:pt x="394" y="483"/>
                    <a:pt x="578" y="301"/>
                  </a:cubicBezTo>
                  <a:cubicBezTo>
                    <a:pt x="758" y="119"/>
                    <a:pt x="1045" y="88"/>
                    <a:pt x="1327" y="62"/>
                  </a:cubicBezTo>
                  <a:cubicBezTo>
                    <a:pt x="1330" y="62"/>
                    <a:pt x="1337" y="54"/>
                    <a:pt x="1338" y="50"/>
                  </a:cubicBezTo>
                  <a:cubicBezTo>
                    <a:pt x="1339" y="38"/>
                    <a:pt x="1340" y="25"/>
                    <a:pt x="1342" y="12"/>
                  </a:cubicBezTo>
                  <a:cubicBezTo>
                    <a:pt x="1342" y="4"/>
                    <a:pt x="1338" y="0"/>
                    <a:pt x="1333" y="2"/>
                  </a:cubicBezTo>
                  <a:cubicBezTo>
                    <a:pt x="1295" y="6"/>
                    <a:pt x="1295" y="6"/>
                    <a:pt x="1295" y="6"/>
                  </a:cubicBezTo>
                  <a:cubicBezTo>
                    <a:pt x="1021" y="33"/>
                    <a:pt x="737" y="60"/>
                    <a:pt x="536" y="259"/>
                  </a:cubicBezTo>
                  <a:cubicBezTo>
                    <a:pt x="338" y="460"/>
                    <a:pt x="310" y="743"/>
                    <a:pt x="283" y="1018"/>
                  </a:cubicBezTo>
                  <a:lnTo>
                    <a:pt x="257" y="1260"/>
                  </a:lnTo>
                  <a:close/>
                </a:path>
              </a:pathLst>
            </a:custGeom>
            <a:grp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4" name="Freeform 8">
              <a:extLst>
                <a:ext uri="{FF2B5EF4-FFF2-40B4-BE49-F238E27FC236}">
                  <a16:creationId xmlns:a16="http://schemas.microsoft.com/office/drawing/2014/main" id="{7F4AE052-DE82-4B94-8477-B606F59D9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1783" y="4717635"/>
              <a:ext cx="115712" cy="113968"/>
            </a:xfrm>
            <a:custGeom>
              <a:avLst/>
              <a:gdLst>
                <a:gd name="T0" fmla="*/ 365 w 376"/>
                <a:gd name="T1" fmla="*/ 356 h 371"/>
                <a:gd name="T2" fmla="*/ 372 w 376"/>
                <a:gd name="T3" fmla="*/ 331 h 371"/>
                <a:gd name="T4" fmla="*/ 360 w 376"/>
                <a:gd name="T5" fmla="*/ 294 h 371"/>
                <a:gd name="T6" fmla="*/ 80 w 376"/>
                <a:gd name="T7" fmla="*/ 14 h 371"/>
                <a:gd name="T8" fmla="*/ 44 w 376"/>
                <a:gd name="T9" fmla="*/ 3 h 371"/>
                <a:gd name="T10" fmla="*/ 18 w 376"/>
                <a:gd name="T11" fmla="*/ 11 h 371"/>
                <a:gd name="T12" fmla="*/ 14 w 376"/>
                <a:gd name="T13" fmla="*/ 36 h 371"/>
                <a:gd name="T14" fmla="*/ 336 w 376"/>
                <a:gd name="T15" fmla="*/ 358 h 371"/>
                <a:gd name="T16" fmla="*/ 365 w 376"/>
                <a:gd name="T17" fmla="*/ 356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6" h="371">
                  <a:moveTo>
                    <a:pt x="365" y="356"/>
                  </a:moveTo>
                  <a:cubicBezTo>
                    <a:pt x="367" y="348"/>
                    <a:pt x="370" y="339"/>
                    <a:pt x="372" y="331"/>
                  </a:cubicBezTo>
                  <a:cubicBezTo>
                    <a:pt x="376" y="318"/>
                    <a:pt x="375" y="309"/>
                    <a:pt x="360" y="294"/>
                  </a:cubicBezTo>
                  <a:cubicBezTo>
                    <a:pt x="298" y="232"/>
                    <a:pt x="93" y="27"/>
                    <a:pt x="80" y="14"/>
                  </a:cubicBezTo>
                  <a:cubicBezTo>
                    <a:pt x="65" y="0"/>
                    <a:pt x="51" y="1"/>
                    <a:pt x="44" y="3"/>
                  </a:cubicBezTo>
                  <a:cubicBezTo>
                    <a:pt x="35" y="6"/>
                    <a:pt x="26" y="8"/>
                    <a:pt x="18" y="11"/>
                  </a:cubicBezTo>
                  <a:cubicBezTo>
                    <a:pt x="11" y="14"/>
                    <a:pt x="0" y="23"/>
                    <a:pt x="14" y="36"/>
                  </a:cubicBezTo>
                  <a:cubicBezTo>
                    <a:pt x="26" y="48"/>
                    <a:pt x="263" y="285"/>
                    <a:pt x="336" y="358"/>
                  </a:cubicBezTo>
                  <a:cubicBezTo>
                    <a:pt x="349" y="371"/>
                    <a:pt x="362" y="364"/>
                    <a:pt x="365" y="356"/>
                  </a:cubicBezTo>
                  <a:close/>
                </a:path>
              </a:pathLst>
            </a:custGeom>
            <a:grp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5" name="Freeform 10">
              <a:extLst>
                <a:ext uri="{FF2B5EF4-FFF2-40B4-BE49-F238E27FC236}">
                  <a16:creationId xmlns:a16="http://schemas.microsoft.com/office/drawing/2014/main" id="{337B7C64-8A51-41BB-94B6-E8B12A28C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6192" y="4758338"/>
              <a:ext cx="154089" cy="151764"/>
            </a:xfrm>
            <a:custGeom>
              <a:avLst/>
              <a:gdLst>
                <a:gd name="T0" fmla="*/ 475 w 499"/>
                <a:gd name="T1" fmla="*/ 479 h 493"/>
                <a:gd name="T2" fmla="*/ 484 w 499"/>
                <a:gd name="T3" fmla="*/ 469 h 493"/>
                <a:gd name="T4" fmla="*/ 480 w 499"/>
                <a:gd name="T5" fmla="*/ 435 h 493"/>
                <a:gd name="T6" fmla="*/ 58 w 499"/>
                <a:gd name="T7" fmla="*/ 12 h 493"/>
                <a:gd name="T8" fmla="*/ 33 w 499"/>
                <a:gd name="T9" fmla="*/ 5 h 493"/>
                <a:gd name="T10" fmla="*/ 9 w 499"/>
                <a:gd name="T11" fmla="*/ 28 h 493"/>
                <a:gd name="T12" fmla="*/ 13 w 499"/>
                <a:gd name="T13" fmla="*/ 55 h 493"/>
                <a:gd name="T14" fmla="*/ 438 w 499"/>
                <a:gd name="T15" fmla="*/ 480 h 493"/>
                <a:gd name="T16" fmla="*/ 475 w 499"/>
                <a:gd name="T17" fmla="*/ 479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9" h="493">
                  <a:moveTo>
                    <a:pt x="475" y="479"/>
                  </a:moveTo>
                  <a:cubicBezTo>
                    <a:pt x="478" y="476"/>
                    <a:pt x="481" y="472"/>
                    <a:pt x="484" y="469"/>
                  </a:cubicBezTo>
                  <a:cubicBezTo>
                    <a:pt x="499" y="452"/>
                    <a:pt x="490" y="445"/>
                    <a:pt x="480" y="435"/>
                  </a:cubicBezTo>
                  <a:cubicBezTo>
                    <a:pt x="480" y="435"/>
                    <a:pt x="71" y="24"/>
                    <a:pt x="58" y="12"/>
                  </a:cubicBezTo>
                  <a:cubicBezTo>
                    <a:pt x="45" y="0"/>
                    <a:pt x="36" y="2"/>
                    <a:pt x="33" y="5"/>
                  </a:cubicBezTo>
                  <a:cubicBezTo>
                    <a:pt x="25" y="13"/>
                    <a:pt x="17" y="20"/>
                    <a:pt x="9" y="28"/>
                  </a:cubicBezTo>
                  <a:cubicBezTo>
                    <a:pt x="5" y="32"/>
                    <a:pt x="0" y="41"/>
                    <a:pt x="13" y="55"/>
                  </a:cubicBezTo>
                  <a:cubicBezTo>
                    <a:pt x="26" y="69"/>
                    <a:pt x="438" y="480"/>
                    <a:pt x="438" y="480"/>
                  </a:cubicBezTo>
                  <a:cubicBezTo>
                    <a:pt x="446" y="488"/>
                    <a:pt x="462" y="493"/>
                    <a:pt x="475" y="479"/>
                  </a:cubicBezTo>
                  <a:close/>
                </a:path>
              </a:pathLst>
            </a:custGeom>
            <a:grp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BAEA295C-74D6-4124-8B8A-573FF775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163" y="4831021"/>
              <a:ext cx="123272" cy="121528"/>
            </a:xfrm>
            <a:custGeom>
              <a:avLst/>
              <a:gdLst>
                <a:gd name="T0" fmla="*/ 355 w 401"/>
                <a:gd name="T1" fmla="*/ 393 h 395"/>
                <a:gd name="T2" fmla="*/ 383 w 401"/>
                <a:gd name="T3" fmla="*/ 383 h 395"/>
                <a:gd name="T4" fmla="*/ 384 w 401"/>
                <a:gd name="T5" fmla="*/ 356 h 395"/>
                <a:gd name="T6" fmla="*/ 40 w 401"/>
                <a:gd name="T7" fmla="*/ 12 h 395"/>
                <a:gd name="T8" fmla="*/ 13 w 401"/>
                <a:gd name="T9" fmla="*/ 12 h 395"/>
                <a:gd name="T10" fmla="*/ 2 w 401"/>
                <a:gd name="T11" fmla="*/ 40 h 395"/>
                <a:gd name="T12" fmla="*/ 11 w 401"/>
                <a:gd name="T13" fmla="*/ 71 h 395"/>
                <a:gd name="T14" fmla="*/ 318 w 401"/>
                <a:gd name="T15" fmla="*/ 378 h 395"/>
                <a:gd name="T16" fmla="*/ 355 w 401"/>
                <a:gd name="T17" fmla="*/ 393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1" h="395">
                  <a:moveTo>
                    <a:pt x="355" y="393"/>
                  </a:moveTo>
                  <a:cubicBezTo>
                    <a:pt x="365" y="390"/>
                    <a:pt x="374" y="387"/>
                    <a:pt x="383" y="383"/>
                  </a:cubicBezTo>
                  <a:cubicBezTo>
                    <a:pt x="390" y="381"/>
                    <a:pt x="401" y="373"/>
                    <a:pt x="384" y="356"/>
                  </a:cubicBezTo>
                  <a:cubicBezTo>
                    <a:pt x="367" y="339"/>
                    <a:pt x="40" y="12"/>
                    <a:pt x="40" y="12"/>
                  </a:cubicBezTo>
                  <a:cubicBezTo>
                    <a:pt x="31" y="3"/>
                    <a:pt x="17" y="0"/>
                    <a:pt x="13" y="12"/>
                  </a:cubicBezTo>
                  <a:cubicBezTo>
                    <a:pt x="9" y="21"/>
                    <a:pt x="6" y="31"/>
                    <a:pt x="2" y="40"/>
                  </a:cubicBezTo>
                  <a:cubicBezTo>
                    <a:pt x="1" y="46"/>
                    <a:pt x="0" y="59"/>
                    <a:pt x="11" y="71"/>
                  </a:cubicBezTo>
                  <a:cubicBezTo>
                    <a:pt x="20" y="82"/>
                    <a:pt x="248" y="309"/>
                    <a:pt x="318" y="378"/>
                  </a:cubicBezTo>
                  <a:cubicBezTo>
                    <a:pt x="331" y="391"/>
                    <a:pt x="349" y="395"/>
                    <a:pt x="355" y="393"/>
                  </a:cubicBezTo>
                  <a:close/>
                </a:path>
              </a:pathLst>
            </a:custGeom>
            <a:grp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7" name="Freeform 13">
              <a:extLst>
                <a:ext uri="{FF2B5EF4-FFF2-40B4-BE49-F238E27FC236}">
                  <a16:creationId xmlns:a16="http://schemas.microsoft.com/office/drawing/2014/main" id="{B83725FD-A8BA-49F5-938A-FE035FD15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0071" y="4475743"/>
              <a:ext cx="109898" cy="109316"/>
            </a:xfrm>
            <a:custGeom>
              <a:avLst/>
              <a:gdLst>
                <a:gd name="T0" fmla="*/ 356 w 356"/>
                <a:gd name="T1" fmla="*/ 318 h 356"/>
                <a:gd name="T2" fmla="*/ 38 w 356"/>
                <a:gd name="T3" fmla="*/ 0 h 356"/>
                <a:gd name="T4" fmla="*/ 0 w 356"/>
                <a:gd name="T5" fmla="*/ 50 h 356"/>
                <a:gd name="T6" fmla="*/ 306 w 356"/>
                <a:gd name="T7" fmla="*/ 356 h 356"/>
                <a:gd name="T8" fmla="*/ 356 w 356"/>
                <a:gd name="T9" fmla="*/ 31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6" h="356">
                  <a:moveTo>
                    <a:pt x="356" y="31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24" y="16"/>
                    <a:pt x="12" y="33"/>
                    <a:pt x="0" y="50"/>
                  </a:cubicBezTo>
                  <a:cubicBezTo>
                    <a:pt x="306" y="356"/>
                    <a:pt x="306" y="356"/>
                    <a:pt x="306" y="356"/>
                  </a:cubicBezTo>
                  <a:cubicBezTo>
                    <a:pt x="323" y="345"/>
                    <a:pt x="340" y="332"/>
                    <a:pt x="356" y="318"/>
                  </a:cubicBezTo>
                  <a:close/>
                </a:path>
              </a:pathLst>
            </a:custGeom>
            <a:grp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91FF9227-A281-4950-9EDB-A4113728B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2857" y="4554823"/>
              <a:ext cx="68032" cy="68032"/>
            </a:xfrm>
            <a:custGeom>
              <a:avLst/>
              <a:gdLst>
                <a:gd name="T0" fmla="*/ 221 w 221"/>
                <a:gd name="T1" fmla="*/ 201 h 221"/>
                <a:gd name="T2" fmla="*/ 20 w 221"/>
                <a:gd name="T3" fmla="*/ 0 h 221"/>
                <a:gd name="T4" fmla="*/ 0 w 221"/>
                <a:gd name="T5" fmla="*/ 68 h 221"/>
                <a:gd name="T6" fmla="*/ 152 w 221"/>
                <a:gd name="T7" fmla="*/ 221 h 221"/>
                <a:gd name="T8" fmla="*/ 221 w 221"/>
                <a:gd name="T9" fmla="*/ 20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1" h="221">
                  <a:moveTo>
                    <a:pt x="221" y="201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3" y="22"/>
                    <a:pt x="6" y="45"/>
                    <a:pt x="0" y="68"/>
                  </a:cubicBezTo>
                  <a:cubicBezTo>
                    <a:pt x="152" y="221"/>
                    <a:pt x="152" y="221"/>
                    <a:pt x="152" y="221"/>
                  </a:cubicBezTo>
                  <a:cubicBezTo>
                    <a:pt x="176" y="214"/>
                    <a:pt x="199" y="208"/>
                    <a:pt x="221" y="201"/>
                  </a:cubicBezTo>
                  <a:close/>
                </a:path>
              </a:pathLst>
            </a:custGeom>
            <a:grp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9" name="Freeform 15">
              <a:extLst>
                <a:ext uri="{FF2B5EF4-FFF2-40B4-BE49-F238E27FC236}">
                  <a16:creationId xmlns:a16="http://schemas.microsoft.com/office/drawing/2014/main" id="{2CE39AC9-2C30-4BDD-ACE2-E8E16A10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910" y="5051399"/>
              <a:ext cx="59891" cy="59892"/>
            </a:xfrm>
            <a:custGeom>
              <a:avLst/>
              <a:gdLst>
                <a:gd name="T0" fmla="*/ 181 w 195"/>
                <a:gd name="T1" fmla="*/ 175 h 195"/>
                <a:gd name="T2" fmla="*/ 189 w 195"/>
                <a:gd name="T3" fmla="*/ 145 h 195"/>
                <a:gd name="T4" fmla="*/ 180 w 195"/>
                <a:gd name="T5" fmla="*/ 113 h 195"/>
                <a:gd name="T6" fmla="*/ 82 w 195"/>
                <a:gd name="T7" fmla="*/ 15 h 195"/>
                <a:gd name="T8" fmla="*/ 50 w 195"/>
                <a:gd name="T9" fmla="*/ 2 h 195"/>
                <a:gd name="T10" fmla="*/ 12 w 195"/>
                <a:gd name="T11" fmla="*/ 12 h 195"/>
                <a:gd name="T12" fmla="*/ 10 w 195"/>
                <a:gd name="T13" fmla="*/ 31 h 195"/>
                <a:gd name="T14" fmla="*/ 159 w 195"/>
                <a:gd name="T15" fmla="*/ 180 h 195"/>
                <a:gd name="T16" fmla="*/ 181 w 195"/>
                <a:gd name="T17" fmla="*/ 17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" h="195">
                  <a:moveTo>
                    <a:pt x="181" y="175"/>
                  </a:moveTo>
                  <a:cubicBezTo>
                    <a:pt x="184" y="165"/>
                    <a:pt x="187" y="155"/>
                    <a:pt x="189" y="145"/>
                  </a:cubicBezTo>
                  <a:cubicBezTo>
                    <a:pt x="191" y="139"/>
                    <a:pt x="195" y="129"/>
                    <a:pt x="180" y="113"/>
                  </a:cubicBezTo>
                  <a:cubicBezTo>
                    <a:pt x="170" y="102"/>
                    <a:pt x="111" y="44"/>
                    <a:pt x="82" y="15"/>
                  </a:cubicBezTo>
                  <a:cubicBezTo>
                    <a:pt x="70" y="3"/>
                    <a:pt x="61" y="0"/>
                    <a:pt x="50" y="2"/>
                  </a:cubicBezTo>
                  <a:cubicBezTo>
                    <a:pt x="37" y="5"/>
                    <a:pt x="24" y="9"/>
                    <a:pt x="12" y="12"/>
                  </a:cubicBezTo>
                  <a:cubicBezTo>
                    <a:pt x="0" y="16"/>
                    <a:pt x="2" y="23"/>
                    <a:pt x="10" y="31"/>
                  </a:cubicBezTo>
                  <a:cubicBezTo>
                    <a:pt x="48" y="68"/>
                    <a:pt x="148" y="167"/>
                    <a:pt x="159" y="180"/>
                  </a:cubicBezTo>
                  <a:cubicBezTo>
                    <a:pt x="172" y="195"/>
                    <a:pt x="179" y="182"/>
                    <a:pt x="181" y="175"/>
                  </a:cubicBezTo>
                  <a:close/>
                </a:path>
              </a:pathLst>
            </a:custGeom>
            <a:grp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0" name="Freeform 16">
              <a:extLst>
                <a:ext uri="{FF2B5EF4-FFF2-40B4-BE49-F238E27FC236}">
                  <a16:creationId xmlns:a16="http://schemas.microsoft.com/office/drawing/2014/main" id="{F992070F-8B52-4F23-BDFF-6194AA27C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923" y="5086868"/>
              <a:ext cx="105828" cy="105828"/>
            </a:xfrm>
            <a:custGeom>
              <a:avLst/>
              <a:gdLst>
                <a:gd name="T0" fmla="*/ 324 w 344"/>
                <a:gd name="T1" fmla="*/ 335 h 344"/>
                <a:gd name="T2" fmla="*/ 339 w 344"/>
                <a:gd name="T3" fmla="*/ 313 h 344"/>
                <a:gd name="T4" fmla="*/ 335 w 344"/>
                <a:gd name="T5" fmla="*/ 282 h 344"/>
                <a:gd name="T6" fmla="*/ 65 w 344"/>
                <a:gd name="T7" fmla="*/ 12 h 344"/>
                <a:gd name="T8" fmla="*/ 36 w 344"/>
                <a:gd name="T9" fmla="*/ 4 h 344"/>
                <a:gd name="T10" fmla="*/ 12 w 344"/>
                <a:gd name="T11" fmla="*/ 21 h 344"/>
                <a:gd name="T12" fmla="*/ 11 w 344"/>
                <a:gd name="T13" fmla="*/ 46 h 344"/>
                <a:gd name="T14" fmla="*/ 300 w 344"/>
                <a:gd name="T15" fmla="*/ 335 h 344"/>
                <a:gd name="T16" fmla="*/ 324 w 344"/>
                <a:gd name="T17" fmla="*/ 335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4" h="344">
                  <a:moveTo>
                    <a:pt x="324" y="335"/>
                  </a:moveTo>
                  <a:cubicBezTo>
                    <a:pt x="329" y="327"/>
                    <a:pt x="334" y="320"/>
                    <a:pt x="339" y="313"/>
                  </a:cubicBezTo>
                  <a:cubicBezTo>
                    <a:pt x="342" y="307"/>
                    <a:pt x="344" y="291"/>
                    <a:pt x="335" y="282"/>
                  </a:cubicBezTo>
                  <a:cubicBezTo>
                    <a:pt x="279" y="226"/>
                    <a:pt x="77" y="23"/>
                    <a:pt x="65" y="12"/>
                  </a:cubicBezTo>
                  <a:cubicBezTo>
                    <a:pt x="52" y="0"/>
                    <a:pt x="40" y="1"/>
                    <a:pt x="36" y="4"/>
                  </a:cubicBezTo>
                  <a:cubicBezTo>
                    <a:pt x="28" y="10"/>
                    <a:pt x="20" y="15"/>
                    <a:pt x="12" y="21"/>
                  </a:cubicBezTo>
                  <a:cubicBezTo>
                    <a:pt x="7" y="25"/>
                    <a:pt x="0" y="34"/>
                    <a:pt x="11" y="46"/>
                  </a:cubicBezTo>
                  <a:cubicBezTo>
                    <a:pt x="21" y="57"/>
                    <a:pt x="242" y="277"/>
                    <a:pt x="300" y="335"/>
                  </a:cubicBezTo>
                  <a:cubicBezTo>
                    <a:pt x="309" y="344"/>
                    <a:pt x="321" y="339"/>
                    <a:pt x="324" y="335"/>
                  </a:cubicBezTo>
                  <a:close/>
                </a:path>
              </a:pathLst>
            </a:custGeom>
            <a:grp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1" name="Freeform 17">
              <a:extLst>
                <a:ext uri="{FF2B5EF4-FFF2-40B4-BE49-F238E27FC236}">
                  <a16:creationId xmlns:a16="http://schemas.microsoft.com/office/drawing/2014/main" id="{7497C284-827E-4791-AF5D-DD372D9AA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3553" y="4572849"/>
              <a:ext cx="201770" cy="97687"/>
            </a:xfrm>
            <a:custGeom>
              <a:avLst/>
              <a:gdLst>
                <a:gd name="T0" fmla="*/ 644 w 655"/>
                <a:gd name="T1" fmla="*/ 12 h 317"/>
                <a:gd name="T2" fmla="*/ 602 w 655"/>
                <a:gd name="T3" fmla="*/ 12 h 317"/>
                <a:gd name="T4" fmla="*/ 34 w 655"/>
                <a:gd name="T5" fmla="*/ 253 h 317"/>
                <a:gd name="T6" fmla="*/ 4 w 655"/>
                <a:gd name="T7" fmla="*/ 276 h 317"/>
                <a:gd name="T8" fmla="*/ 2 w 655"/>
                <a:gd name="T9" fmla="*/ 293 h 317"/>
                <a:gd name="T10" fmla="*/ 27 w 655"/>
                <a:gd name="T11" fmla="*/ 314 h 317"/>
                <a:gd name="T12" fmla="*/ 644 w 655"/>
                <a:gd name="T13" fmla="*/ 54 h 317"/>
                <a:gd name="T14" fmla="*/ 644 w 655"/>
                <a:gd name="T15" fmla="*/ 12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5" h="317">
                  <a:moveTo>
                    <a:pt x="644" y="12"/>
                  </a:moveTo>
                  <a:cubicBezTo>
                    <a:pt x="632" y="0"/>
                    <a:pt x="613" y="0"/>
                    <a:pt x="602" y="12"/>
                  </a:cubicBezTo>
                  <a:cubicBezTo>
                    <a:pt x="454" y="160"/>
                    <a:pt x="258" y="220"/>
                    <a:pt x="34" y="253"/>
                  </a:cubicBezTo>
                  <a:cubicBezTo>
                    <a:pt x="11" y="256"/>
                    <a:pt x="6" y="260"/>
                    <a:pt x="4" y="276"/>
                  </a:cubicBezTo>
                  <a:cubicBezTo>
                    <a:pt x="4" y="282"/>
                    <a:pt x="3" y="288"/>
                    <a:pt x="2" y="293"/>
                  </a:cubicBezTo>
                  <a:cubicBezTo>
                    <a:pt x="0" y="310"/>
                    <a:pt x="8" y="317"/>
                    <a:pt x="27" y="314"/>
                  </a:cubicBezTo>
                  <a:cubicBezTo>
                    <a:pt x="252" y="283"/>
                    <a:pt x="471" y="225"/>
                    <a:pt x="644" y="54"/>
                  </a:cubicBezTo>
                  <a:cubicBezTo>
                    <a:pt x="655" y="42"/>
                    <a:pt x="655" y="23"/>
                    <a:pt x="644" y="12"/>
                  </a:cubicBezTo>
                  <a:close/>
                </a:path>
              </a:pathLst>
            </a:custGeom>
            <a:grp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72" name="矩形 71">
            <a:extLst>
              <a:ext uri="{FF2B5EF4-FFF2-40B4-BE49-F238E27FC236}">
                <a16:creationId xmlns:a16="http://schemas.microsoft.com/office/drawing/2014/main" id="{871243A5-E0DF-4D87-95BE-0CF8A977F93B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933E0B44-0302-4B98-8657-4B1E787D2324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0F1354C-5544-4C44-B1A3-A5C5247CDA8A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EA6EB1E-FB0F-47A4-ACB9-6FA09598DBAB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2952858-B608-4FB7-BC5C-04C6E55838B4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152B4FEC-3C20-47BA-B4AD-302549CF2A65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CBF9C8DA-2024-4B8D-A34C-263A4EB96782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987AD60-9B9E-4F42-8667-69F8E66C6555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9008FE71-045D-42D3-B0F0-517A052A2852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2895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BB4950B-F75D-47E0-9FF1-FE21853BD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图文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B402F0F-3308-4670-8FDD-12F4F7E760A9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541A7A2-D30C-4654-A44D-48FF927F8BD9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7CC0C26-DC6A-4624-A424-DD4C60831D87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BC7F884-2026-46CA-8FEB-1CFD78E0603D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E0DDE23-C8D4-4F62-8B2B-B3E2C004FB72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6D487EA-3B09-4379-8413-37F2D9F801BF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01B7688-024A-4B51-BE6A-CA01D5854572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ECB7ACD-55BE-47AF-9D02-6D77B4707E56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9936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DA233A9-F6E7-4092-9104-37DAD440909A}"/>
              </a:ext>
            </a:extLst>
          </p:cNvPr>
          <p:cNvSpPr/>
          <p:nvPr/>
        </p:nvSpPr>
        <p:spPr>
          <a:xfrm>
            <a:off x="7278754" y="1114180"/>
            <a:ext cx="4289359" cy="51596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EE2A3965-9C5E-4970-9D6F-8D000C5AA4DA}"/>
              </a:ext>
            </a:extLst>
          </p:cNvPr>
          <p:cNvSpPr txBox="1"/>
          <p:nvPr/>
        </p:nvSpPr>
        <p:spPr>
          <a:xfrm>
            <a:off x="7739413" y="1726591"/>
            <a:ext cx="3368040" cy="202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b="1" dirty="0">
                <a:solidFill>
                  <a:schemeClr val="bg1"/>
                </a:solidFill>
                <a:cs typeface="+mn-ea"/>
                <a:sym typeface="+mn-lt"/>
              </a:rPr>
              <a:t>请在此处添加详细描述文本，在这里输入文本，更改文字文本。请在此处添加详细描述文本，在这里输入文本，更改文字文本。请在此处添加详细描述文本，在这里输入文本，更改文字文本。请在此处添加详细描述文本，在这里输入文本，更改文字文本。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339AF058-7AB8-458C-B1EE-E3AE9F862719}"/>
              </a:ext>
            </a:extLst>
          </p:cNvPr>
          <p:cNvSpPr txBox="1"/>
          <p:nvPr/>
        </p:nvSpPr>
        <p:spPr>
          <a:xfrm>
            <a:off x="7739413" y="4149725"/>
            <a:ext cx="3368040" cy="1465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b="1" dirty="0">
                <a:solidFill>
                  <a:schemeClr val="bg1"/>
                </a:solidFill>
                <a:cs typeface="+mn-ea"/>
                <a:sym typeface="+mn-lt"/>
              </a:rPr>
              <a:t>请在此处添加详细描述文本，在这里输入文本，更改文字文本。请在此处添加详细描述文本，在这里输入文本，更改文字文本。请在此处添加详细描述文本，在这里输入文本，更改文字文本。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E3CA2F89-2E00-40F9-865D-BB000DC4F864}"/>
              </a:ext>
            </a:extLst>
          </p:cNvPr>
          <p:cNvSpPr txBox="1"/>
          <p:nvPr/>
        </p:nvSpPr>
        <p:spPr>
          <a:xfrm>
            <a:off x="623887" y="1072026"/>
            <a:ext cx="498983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次级标题：图片主题、图片标题</a:t>
            </a:r>
            <a:endParaRPr lang="id-ID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pic>
        <p:nvPicPr>
          <p:cNvPr id="13" name="内容占位符 5">
            <a:extLst>
              <a:ext uri="{FF2B5EF4-FFF2-40B4-BE49-F238E27FC236}">
                <a16:creationId xmlns:a16="http://schemas.microsoft.com/office/drawing/2014/main" id="{46AF56CC-2FF2-4681-8F95-2AB9AB0AC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" y="1686866"/>
            <a:ext cx="6366834" cy="45869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3AC709C9-0DE4-4D99-8900-5D1B68AFE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6E7016-1553-4B47-A2D7-00AE93A765EB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40C2789-419C-491F-843F-DA408A40E1CE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EED1C0E-91C7-4F85-81A2-DA809F121F5B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B5348F3-37CF-487C-BEC7-7A398F25F193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B19CE4D-1C17-4860-BB00-5B0E977DDB95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18D3E56-E375-4123-BB5E-1838E7637A66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F8C88B6-0881-4998-813A-42E3F5D08706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33D444A-8E46-4849-BB98-8601AC6BEDB5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A17CAEB-E5CA-4396-A058-905674A5C01D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7432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>
            <a:extLst>
              <a:ext uri="{FF2B5EF4-FFF2-40B4-BE49-F238E27FC236}">
                <a16:creationId xmlns:a16="http://schemas.microsoft.com/office/drawing/2014/main" id="{E3CA2F89-2E00-40F9-865D-BB000DC4F864}"/>
              </a:ext>
            </a:extLst>
          </p:cNvPr>
          <p:cNvSpPr txBox="1"/>
          <p:nvPr/>
        </p:nvSpPr>
        <p:spPr>
          <a:xfrm>
            <a:off x="623887" y="1072026"/>
            <a:ext cx="498983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rPr>
              <a:t>次级标题：图片主题、图片标题</a:t>
            </a:r>
            <a:endParaRPr lang="id-ID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8332EAA-85E8-4438-A338-F498E45880B6}"/>
              </a:ext>
            </a:extLst>
          </p:cNvPr>
          <p:cNvSpPr txBox="1"/>
          <p:nvPr/>
        </p:nvSpPr>
        <p:spPr>
          <a:xfrm>
            <a:off x="7402113" y="1686866"/>
            <a:ext cx="3908350" cy="625171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285750" marR="0" lvl="0" indent="-285750" algn="just" defTabSz="1219170" rtl="0" eaLnBrk="1" fontAlgn="auto" latinLnBrk="0" hangingPunct="1">
              <a:lnSpc>
                <a:spcPct val="130000"/>
              </a:lnSpc>
              <a:buClrTx/>
              <a:buSzTx/>
              <a:buBlip>
                <a:blip r:embed="rId3"/>
              </a:buBlip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请在此处添加详细描述文本，在这里输入文本，更改文字文本。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9D09A5D-D8FF-42A9-BF61-409B57517BBB}"/>
              </a:ext>
            </a:extLst>
          </p:cNvPr>
          <p:cNvSpPr txBox="1"/>
          <p:nvPr/>
        </p:nvSpPr>
        <p:spPr>
          <a:xfrm>
            <a:off x="7402113" y="2489215"/>
            <a:ext cx="3908350" cy="625171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285750" marR="0" lvl="0" indent="-285750" algn="just" defTabSz="1219170" rtl="0" eaLnBrk="1" fontAlgn="auto" latinLnBrk="0" hangingPunct="1">
              <a:lnSpc>
                <a:spcPct val="130000"/>
              </a:lnSpc>
              <a:buClrTx/>
              <a:buSzTx/>
              <a:buBlip>
                <a:blip r:embed="rId4"/>
              </a:buBlip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请在此处添加详细描述文本，在这里输入文本，更改文字文本。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937064-1BEB-4BB2-BB21-FB365A6EFC18}"/>
              </a:ext>
            </a:extLst>
          </p:cNvPr>
          <p:cNvSpPr txBox="1"/>
          <p:nvPr/>
        </p:nvSpPr>
        <p:spPr>
          <a:xfrm>
            <a:off x="7402113" y="3291564"/>
            <a:ext cx="3908350" cy="625171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285750" marR="0" lvl="0" indent="-285750" algn="just" defTabSz="1219170" rtl="0" eaLnBrk="1" fontAlgn="auto" latinLnBrk="0" hangingPunct="1">
              <a:lnSpc>
                <a:spcPct val="130000"/>
              </a:lnSpc>
              <a:buClrTx/>
              <a:buSzTx/>
              <a:buBlip>
                <a:blip r:embed="rId5"/>
              </a:buBlip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请在此处添加详细描述文本，在这里输入文本，更改文字文本。</a:t>
            </a:r>
          </a:p>
        </p:txBody>
      </p:sp>
      <p:pic>
        <p:nvPicPr>
          <p:cNvPr id="22" name="内容占位符 5">
            <a:extLst>
              <a:ext uri="{FF2B5EF4-FFF2-40B4-BE49-F238E27FC236}">
                <a16:creationId xmlns:a16="http://schemas.microsoft.com/office/drawing/2014/main" id="{0D3648B9-9C16-4607-8D08-60081C3492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" y="1686866"/>
            <a:ext cx="6366834" cy="45869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E823338E-38D8-462B-8156-1612A0C5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3AF06C9-D7FB-47D2-9CB5-1C5AA8CC5068}"/>
              </a:ext>
            </a:extLst>
          </p:cNvPr>
          <p:cNvSpPr txBox="1"/>
          <p:nvPr/>
        </p:nvSpPr>
        <p:spPr>
          <a:xfrm>
            <a:off x="7402113" y="4093913"/>
            <a:ext cx="3908350" cy="625171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285750" marR="0" lvl="0" indent="-285750" algn="just" defTabSz="1219170" rtl="0" eaLnBrk="1" fontAlgn="auto" latinLnBrk="0" hangingPunct="1">
              <a:lnSpc>
                <a:spcPct val="130000"/>
              </a:lnSpc>
              <a:buClrTx/>
              <a:buSzTx/>
              <a:buBlip>
                <a:blip r:embed="rId7"/>
              </a:buBlip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请在此处添加详细描述文本，在这里输入文本，更改文字文本。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7F42734-6472-48DF-88CE-4D83D82501AB}"/>
              </a:ext>
            </a:extLst>
          </p:cNvPr>
          <p:cNvSpPr txBox="1"/>
          <p:nvPr/>
        </p:nvSpPr>
        <p:spPr>
          <a:xfrm>
            <a:off x="7402113" y="4896262"/>
            <a:ext cx="3908350" cy="625171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285750" marR="0" lvl="0" indent="-285750" algn="just" defTabSz="1219170" rtl="0" eaLnBrk="1" fontAlgn="auto" latinLnBrk="0" hangingPunct="1">
              <a:lnSpc>
                <a:spcPct val="130000"/>
              </a:lnSpc>
              <a:buClrTx/>
              <a:buSzTx/>
              <a:buBlip>
                <a:blip r:embed="rId8"/>
              </a:buBlip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请在此处添加详细描述文本，在这里输入文本，更改文字文本。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72F55B8-E601-4F49-93C2-F9F80556FEF5}"/>
              </a:ext>
            </a:extLst>
          </p:cNvPr>
          <p:cNvSpPr txBox="1"/>
          <p:nvPr/>
        </p:nvSpPr>
        <p:spPr>
          <a:xfrm>
            <a:off x="7402113" y="5698609"/>
            <a:ext cx="3908350" cy="625171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285750" marR="0" lvl="0" indent="-285750" algn="just" defTabSz="1219170" rtl="0" eaLnBrk="1" fontAlgn="auto" latinLnBrk="0" hangingPunct="1">
              <a:lnSpc>
                <a:spcPct val="130000"/>
              </a:lnSpc>
              <a:buClrTx/>
              <a:buSzTx/>
              <a:buBlip>
                <a:blip r:embed="rId9"/>
              </a:buBlip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请在此处添加详细描述文本，在这里输入文本，更改文字文本。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1EEBD62-60C5-4208-A2D0-B2AEEE582970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55A6DF0-5EE8-48C5-AF25-68E609A74997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C4F8A53-A4F3-417D-897C-A391B35FEA0B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B747E5E-41B8-400D-892E-3512872E364E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09F81FF-FACC-4E7A-8D54-46480BF0E6AD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9694C29-EB4C-4A91-9895-941BDF2612D6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9BD24B0-785C-4D25-AD2D-227D18A85F6B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A89DA2F-D1F8-4E02-BF3B-12B1B7A3B97C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11DC60A-FBD4-480A-9034-B14BAE6D9606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5027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E193653-E3EC-4F2D-AC6F-33BE6F26E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Inhaltsplatzhalter 4">
            <a:extLst>
              <a:ext uri="{FF2B5EF4-FFF2-40B4-BE49-F238E27FC236}">
                <a16:creationId xmlns:a16="http://schemas.microsoft.com/office/drawing/2014/main" id="{F9481F37-5D4A-4472-98F6-F52D36AC491F}"/>
              </a:ext>
            </a:extLst>
          </p:cNvPr>
          <p:cNvSpPr txBox="1"/>
          <p:nvPr/>
        </p:nvSpPr>
        <p:spPr>
          <a:xfrm>
            <a:off x="2646527" y="4393334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1"/>
                </a:solidFill>
                <a:latin typeface="+mj-lt"/>
              </a:rPr>
              <a:t>小标题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8" name="Inhaltsplatzhalter 4">
            <a:extLst>
              <a:ext uri="{FF2B5EF4-FFF2-40B4-BE49-F238E27FC236}">
                <a16:creationId xmlns:a16="http://schemas.microsoft.com/office/drawing/2014/main" id="{A41502BA-3C24-49F8-ACFE-AF6F8EE205D2}"/>
              </a:ext>
            </a:extLst>
          </p:cNvPr>
          <p:cNvSpPr txBox="1"/>
          <p:nvPr/>
        </p:nvSpPr>
        <p:spPr>
          <a:xfrm>
            <a:off x="1520339" y="4795776"/>
            <a:ext cx="3937749" cy="75482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D0F8EEF-8366-49D4-A984-E79DF5784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974" y="1455808"/>
            <a:ext cx="4058480" cy="27056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4E7CA40-6AD9-4628-81F1-0D17D936E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548" y="1455807"/>
            <a:ext cx="4058480" cy="27056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6" name="Inhaltsplatzhalter 4">
            <a:extLst>
              <a:ext uri="{FF2B5EF4-FFF2-40B4-BE49-F238E27FC236}">
                <a16:creationId xmlns:a16="http://schemas.microsoft.com/office/drawing/2014/main" id="{A75B9B1A-0DF5-49F7-9B3B-B777EB072F83}"/>
              </a:ext>
            </a:extLst>
          </p:cNvPr>
          <p:cNvSpPr txBox="1"/>
          <p:nvPr/>
        </p:nvSpPr>
        <p:spPr>
          <a:xfrm>
            <a:off x="7860102" y="4393334"/>
            <a:ext cx="1685374" cy="2769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+mj-lt"/>
              </a:rPr>
              <a:t>小标题</a:t>
            </a:r>
            <a:endParaRPr lang="en-US" sz="12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27" name="Inhaltsplatzhalter 4">
            <a:extLst>
              <a:ext uri="{FF2B5EF4-FFF2-40B4-BE49-F238E27FC236}">
                <a16:creationId xmlns:a16="http://schemas.microsoft.com/office/drawing/2014/main" id="{E60E0DB9-C9A1-4BF7-BA47-DA66AC31D964}"/>
              </a:ext>
            </a:extLst>
          </p:cNvPr>
          <p:cNvSpPr txBox="1"/>
          <p:nvPr/>
        </p:nvSpPr>
        <p:spPr>
          <a:xfrm>
            <a:off x="6733914" y="4795776"/>
            <a:ext cx="3937749" cy="75482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请在此处添加详细描述文本，在这里输入文本，更改文字文本。请在此处添加详细描述文本，在这里输入文本，更改文字文本。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646875B-297F-4295-A0B7-10A0A4F26D9B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72BC425-A46D-40E7-9578-FE7112996D78}"/>
              </a:ext>
            </a:extLst>
          </p:cNvPr>
          <p:cNvCxnSpPr>
            <a:cxnSpLocks/>
          </p:cNvCxnSpPr>
          <p:nvPr/>
        </p:nvCxnSpPr>
        <p:spPr>
          <a:xfrm>
            <a:off x="6068663" y="1531472"/>
            <a:ext cx="0" cy="4019128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087CEB2-8003-4C88-9055-E0C665FA9AEA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5929B33-B7D6-46D8-9B29-65B873369C8E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FED0B9E-8903-4388-BEA2-6634C5F06ECE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5237A9F-5AD0-4B77-A216-144D6ED4A904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BC28074-84F9-4F38-B31B-E19E81D45C02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FEA4F05-7D75-4314-89B4-487F477A20CE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355912F-541E-4AAF-B4A7-106A1FF4E003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FE7EC51-CE10-41D3-8CA3-5D858AF62FA4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0727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>
            <a:extLst>
              <a:ext uri="{FF2B5EF4-FFF2-40B4-BE49-F238E27FC236}">
                <a16:creationId xmlns:a16="http://schemas.microsoft.com/office/drawing/2014/main" id="{C0EDBEFC-2749-435C-AC90-921D37CC9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3CB0D36-B886-4A7F-AE54-1057AED0C67F}"/>
              </a:ext>
            </a:extLst>
          </p:cNvPr>
          <p:cNvGrpSpPr/>
          <p:nvPr/>
        </p:nvGrpSpPr>
        <p:grpSpPr>
          <a:xfrm>
            <a:off x="919547" y="1334541"/>
            <a:ext cx="5865233" cy="947182"/>
            <a:chOff x="919547" y="1334541"/>
            <a:chExt cx="5865233" cy="947182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5CA5BC91-61C0-4309-A421-AFE3956ED721}"/>
                </a:ext>
              </a:extLst>
            </p:cNvPr>
            <p:cNvGrpSpPr/>
            <p:nvPr/>
          </p:nvGrpSpPr>
          <p:grpSpPr>
            <a:xfrm>
              <a:off x="919547" y="1460498"/>
              <a:ext cx="751379" cy="703255"/>
              <a:chOff x="919547" y="1460498"/>
              <a:chExt cx="751379" cy="703255"/>
            </a:xfrm>
            <a:effectLst/>
          </p:grpSpPr>
          <p:sp>
            <p:nvSpPr>
              <p:cNvPr id="4" name="原创设计师QQ：598969553              _3">
                <a:extLst>
                  <a:ext uri="{FF2B5EF4-FFF2-40B4-BE49-F238E27FC236}">
                    <a16:creationId xmlns:a16="http://schemas.microsoft.com/office/drawing/2014/main" id="{26368EC9-A7E3-498D-8D1B-B8794C49B651}"/>
                  </a:ext>
                </a:extLst>
              </p:cNvPr>
              <p:cNvSpPr/>
              <p:nvPr/>
            </p:nvSpPr>
            <p:spPr>
              <a:xfrm>
                <a:off x="944971" y="1460498"/>
                <a:ext cx="703254" cy="703255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 Light" panose="020B0502040204020203" pitchFamily="34" charset="-122"/>
                  <a:ea typeface="微软雅黑" panose="020B0503020204020204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5" name="原创设计师QQ：598969553              _7">
                <a:extLst>
                  <a:ext uri="{FF2B5EF4-FFF2-40B4-BE49-F238E27FC236}">
                    <a16:creationId xmlns:a16="http://schemas.microsoft.com/office/drawing/2014/main" id="{0C03E6FF-34D6-4E6B-8C23-206D12C7E5FB}"/>
                  </a:ext>
                </a:extLst>
              </p:cNvPr>
              <p:cNvSpPr/>
              <p:nvPr/>
            </p:nvSpPr>
            <p:spPr>
              <a:xfrm>
                <a:off x="919547" y="1495796"/>
                <a:ext cx="751379" cy="646986"/>
              </a:xfrm>
              <a:prstGeom prst="round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 dirty="0">
                    <a:solidFill>
                      <a:schemeClr val="bg1"/>
                    </a:solidFill>
                    <a:latin typeface="+mn-ea"/>
                    <a:cs typeface="Arial" panose="020B0604020202020204" pitchFamily="34" charset="0"/>
                    <a:sym typeface="微软雅黑 Light" panose="020B0502040204020203" pitchFamily="34" charset="-122"/>
                  </a:rPr>
                  <a:t>01</a:t>
                </a:r>
                <a:endParaRPr lang="zh-CN" altLang="en-US" sz="4400" b="1" dirty="0">
                  <a:solidFill>
                    <a:schemeClr val="bg1"/>
                  </a:solidFill>
                  <a:latin typeface="+mn-ea"/>
                  <a:sym typeface="微软雅黑 Light" panose="020B0502040204020203" pitchFamily="34" charset="-122"/>
                </a:endParaRPr>
              </a:p>
            </p:txBody>
          </p:sp>
        </p:grpSp>
        <p:sp>
          <p:nvSpPr>
            <p:cNvPr id="15" name="原创设计师QQ：598969553              _13">
              <a:extLst>
                <a:ext uri="{FF2B5EF4-FFF2-40B4-BE49-F238E27FC236}">
                  <a16:creationId xmlns:a16="http://schemas.microsoft.com/office/drawing/2014/main" id="{D8C1FF56-5C49-44C9-AC1A-2905B04F8AF0}"/>
                </a:ext>
              </a:extLst>
            </p:cNvPr>
            <p:cNvSpPr/>
            <p:nvPr/>
          </p:nvSpPr>
          <p:spPr>
            <a:xfrm>
              <a:off x="1790911" y="1334541"/>
              <a:ext cx="4993869" cy="9471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Open Sans" panose="020B0606030504020204" pitchFamily="34" charset="0"/>
                  <a:sym typeface="微软雅黑 Light" panose="020B0502040204020203" pitchFamily="34" charset="-122"/>
                </a:rPr>
                <a:t>小标题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en Sans" panose="020B0606030504020204" pitchFamily="34" charset="0"/>
                <a:sym typeface="微软雅黑 Light" panose="020B0502040204020203" pitchFamily="34" charset="-122"/>
              </a:endParaRPr>
            </a:p>
            <a:p>
              <a:pPr algn="just">
                <a:lnSpc>
                  <a:spcPct val="130000"/>
                </a:lnSpc>
              </a:pPr>
              <a:r>
                <a:rPr lang="zh-CN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微软雅黑 Light" panose="020B0502040204020203" pitchFamily="34" charset="-122"/>
                </a:rPr>
                <a:t>请在此处添加详细描述文本，在这里输入文本，更改文字文本。请在此处添加详细描述文本，在这里输入文本，更改文字文本。</a:t>
              </a:r>
              <a:endParaRPr lang="en-GB" altLang="zh-CN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微软雅黑 Light" panose="020B0502040204020203" pitchFamily="34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6A1446-7D2D-4B28-B48C-D15378AF1D31}"/>
              </a:ext>
            </a:extLst>
          </p:cNvPr>
          <p:cNvGrpSpPr/>
          <p:nvPr/>
        </p:nvGrpSpPr>
        <p:grpSpPr>
          <a:xfrm>
            <a:off x="918913" y="2560471"/>
            <a:ext cx="5865867" cy="909160"/>
            <a:chOff x="918913" y="2560471"/>
            <a:chExt cx="5865867" cy="909160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60210913-E25E-49A1-AC6A-66B3F32E4703}"/>
                </a:ext>
              </a:extLst>
            </p:cNvPr>
            <p:cNvGrpSpPr/>
            <p:nvPr/>
          </p:nvGrpSpPr>
          <p:grpSpPr>
            <a:xfrm>
              <a:off x="918913" y="2652232"/>
              <a:ext cx="751379" cy="703255"/>
              <a:chOff x="918913" y="2652232"/>
              <a:chExt cx="751379" cy="703255"/>
            </a:xfrm>
            <a:effectLst/>
          </p:grpSpPr>
          <p:sp>
            <p:nvSpPr>
              <p:cNvPr id="7" name="原创设计师QQ：598969553              _4">
                <a:extLst>
                  <a:ext uri="{FF2B5EF4-FFF2-40B4-BE49-F238E27FC236}">
                    <a16:creationId xmlns:a16="http://schemas.microsoft.com/office/drawing/2014/main" id="{A26A3098-7D81-4E95-A80A-01F740531F19}"/>
                  </a:ext>
                </a:extLst>
              </p:cNvPr>
              <p:cNvSpPr/>
              <p:nvPr/>
            </p:nvSpPr>
            <p:spPr>
              <a:xfrm>
                <a:off x="944972" y="2652232"/>
                <a:ext cx="703254" cy="703255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 Light" panose="020B0502040204020203" pitchFamily="34" charset="-122"/>
                  <a:ea typeface="微软雅黑" panose="020B0503020204020204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8" name="原创设计师QQ：598969553              _8">
                <a:extLst>
                  <a:ext uri="{FF2B5EF4-FFF2-40B4-BE49-F238E27FC236}">
                    <a16:creationId xmlns:a16="http://schemas.microsoft.com/office/drawing/2014/main" id="{B578A92E-14A5-450D-89ED-F053E6B6FDDC}"/>
                  </a:ext>
                </a:extLst>
              </p:cNvPr>
              <p:cNvSpPr/>
              <p:nvPr/>
            </p:nvSpPr>
            <p:spPr>
              <a:xfrm>
                <a:off x="918913" y="2679275"/>
                <a:ext cx="751379" cy="646986"/>
              </a:xfrm>
              <a:prstGeom prst="round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 dirty="0">
                    <a:solidFill>
                      <a:schemeClr val="bg1"/>
                    </a:solidFill>
                    <a:latin typeface="+mn-ea"/>
                    <a:cs typeface="Arial" panose="020B0604020202020204" pitchFamily="34" charset="0"/>
                    <a:sym typeface="微软雅黑 Light" panose="020B0502040204020203" pitchFamily="34" charset="-122"/>
                  </a:rPr>
                  <a:t>02</a:t>
                </a:r>
                <a:endParaRPr lang="zh-CN" altLang="en-US" sz="4400" b="1" dirty="0">
                  <a:solidFill>
                    <a:schemeClr val="bg1"/>
                  </a:solidFill>
                  <a:latin typeface="+mn-ea"/>
                  <a:sym typeface="微软雅黑 Light" panose="020B0502040204020203" pitchFamily="34" charset="-122"/>
                </a:endParaRPr>
              </a:p>
            </p:txBody>
          </p:sp>
        </p:grpSp>
        <p:sp>
          <p:nvSpPr>
            <p:cNvPr id="16" name="原创设计师QQ：598969553              _14">
              <a:extLst>
                <a:ext uri="{FF2B5EF4-FFF2-40B4-BE49-F238E27FC236}">
                  <a16:creationId xmlns:a16="http://schemas.microsoft.com/office/drawing/2014/main" id="{C73C47E4-0873-4626-B8CE-2BA0D0C909F2}"/>
                </a:ext>
              </a:extLst>
            </p:cNvPr>
            <p:cNvSpPr/>
            <p:nvPr/>
          </p:nvSpPr>
          <p:spPr>
            <a:xfrm>
              <a:off x="1790911" y="2560471"/>
              <a:ext cx="4993869" cy="909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Open Sans" panose="020B0606030504020204" pitchFamily="34" charset="0"/>
                  <a:sym typeface="微软雅黑 Light" panose="020B0502040204020203" pitchFamily="34" charset="-122"/>
                </a:rPr>
                <a:t>小标题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en Sans" panose="020B0606030504020204" pitchFamily="34" charset="0"/>
                <a:sym typeface="微软雅黑 Light" panose="020B0502040204020203" pitchFamily="34" charset="-122"/>
              </a:endParaRPr>
            </a:p>
            <a:p>
              <a:pPr algn="just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微软雅黑 Light" panose="020B0502040204020203" pitchFamily="34" charset="-122"/>
                </a:rPr>
                <a:t>请在此处添加详细描述文本，在这里输入文本，更改文字文本。请在此处添加详细描述文本，在这里输入文本，更改文字文本。</a:t>
              </a:r>
              <a:endParaRPr lang="en-GB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微软雅黑 Light" panose="020B0502040204020203" pitchFamily="34" charset="-122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04AF21-8386-4DE9-9927-0FD0CC1EBE17}"/>
              </a:ext>
            </a:extLst>
          </p:cNvPr>
          <p:cNvGrpSpPr/>
          <p:nvPr/>
        </p:nvGrpSpPr>
        <p:grpSpPr>
          <a:xfrm>
            <a:off x="918913" y="3765684"/>
            <a:ext cx="5865867" cy="909160"/>
            <a:chOff x="918913" y="3765684"/>
            <a:chExt cx="5865867" cy="909160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CB46B237-20D0-45B5-AFF9-AFA2ED56909E}"/>
                </a:ext>
              </a:extLst>
            </p:cNvPr>
            <p:cNvGrpSpPr/>
            <p:nvPr/>
          </p:nvGrpSpPr>
          <p:grpSpPr>
            <a:xfrm>
              <a:off x="918913" y="3843966"/>
              <a:ext cx="761538" cy="703255"/>
              <a:chOff x="918913" y="3843966"/>
              <a:chExt cx="761538" cy="703255"/>
            </a:xfrm>
            <a:effectLst/>
          </p:grpSpPr>
          <p:sp>
            <p:nvSpPr>
              <p:cNvPr id="10" name="原创设计师QQ：598969553              _5">
                <a:extLst>
                  <a:ext uri="{FF2B5EF4-FFF2-40B4-BE49-F238E27FC236}">
                    <a16:creationId xmlns:a16="http://schemas.microsoft.com/office/drawing/2014/main" id="{B700D974-932B-4B2A-B261-48021F92B3DD}"/>
                  </a:ext>
                </a:extLst>
              </p:cNvPr>
              <p:cNvSpPr/>
              <p:nvPr/>
            </p:nvSpPr>
            <p:spPr>
              <a:xfrm>
                <a:off x="944972" y="3843966"/>
                <a:ext cx="703254" cy="703255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 Light" panose="020B0502040204020203" pitchFamily="34" charset="-122"/>
                  <a:ea typeface="微软雅黑" panose="020B0503020204020204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11" name="原创设计师QQ：598969553              _9">
                <a:extLst>
                  <a:ext uri="{FF2B5EF4-FFF2-40B4-BE49-F238E27FC236}">
                    <a16:creationId xmlns:a16="http://schemas.microsoft.com/office/drawing/2014/main" id="{D85849F1-7ADF-4F82-B520-903D3B83ECEE}"/>
                  </a:ext>
                </a:extLst>
              </p:cNvPr>
              <p:cNvSpPr/>
              <p:nvPr/>
            </p:nvSpPr>
            <p:spPr>
              <a:xfrm>
                <a:off x="918913" y="3869739"/>
                <a:ext cx="761538" cy="646986"/>
              </a:xfrm>
              <a:prstGeom prst="round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200" b="1" dirty="0">
                    <a:solidFill>
                      <a:schemeClr val="bg1"/>
                    </a:solidFill>
                    <a:latin typeface="+mn-ea"/>
                    <a:cs typeface="Arial" panose="020B0604020202020204" pitchFamily="34" charset="0"/>
                    <a:sym typeface="微软雅黑 Light" panose="020B0502040204020203" pitchFamily="34" charset="-122"/>
                  </a:rPr>
                  <a:t>03</a:t>
                </a:r>
                <a:endParaRPr lang="zh-CN" altLang="en-US" sz="4400" b="1" dirty="0">
                  <a:solidFill>
                    <a:schemeClr val="bg1"/>
                  </a:solidFill>
                  <a:latin typeface="+mn-ea"/>
                  <a:sym typeface="微软雅黑 Light" panose="020B0502040204020203" pitchFamily="34" charset="-122"/>
                </a:endParaRPr>
              </a:p>
            </p:txBody>
          </p:sp>
        </p:grpSp>
        <p:sp>
          <p:nvSpPr>
            <p:cNvPr id="17" name="原创设计师QQ：598969553              _15">
              <a:extLst>
                <a:ext uri="{FF2B5EF4-FFF2-40B4-BE49-F238E27FC236}">
                  <a16:creationId xmlns:a16="http://schemas.microsoft.com/office/drawing/2014/main" id="{57FF7D94-893B-477A-B99B-14757B6355AE}"/>
                </a:ext>
              </a:extLst>
            </p:cNvPr>
            <p:cNvSpPr/>
            <p:nvPr/>
          </p:nvSpPr>
          <p:spPr>
            <a:xfrm>
              <a:off x="1790911" y="3765684"/>
              <a:ext cx="4993869" cy="909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Open Sans" panose="020B0606030504020204" pitchFamily="34" charset="0"/>
                  <a:sym typeface="微软雅黑 Light" panose="020B0502040204020203" pitchFamily="34" charset="-122"/>
                </a:rPr>
                <a:t>小标题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en Sans" panose="020B0606030504020204" pitchFamily="34" charset="0"/>
                <a:sym typeface="微软雅黑 Light" panose="020B0502040204020203" pitchFamily="34" charset="-122"/>
              </a:endParaRPr>
            </a:p>
            <a:p>
              <a:pPr algn="just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微软雅黑 Light" panose="020B0502040204020203" pitchFamily="34" charset="-122"/>
                </a:rPr>
                <a:t>请在此处添加详细描述文本，在这里输入文本，更改文字文本。请在此处添加详细描述文本，在这里输入文本，更改文字文本。</a:t>
              </a:r>
              <a:endParaRPr lang="en-GB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微软雅黑 Light" panose="020B0502040204020203" pitchFamily="34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C70C054-9DD4-4BF4-94F7-55D884D24BB5}"/>
              </a:ext>
            </a:extLst>
          </p:cNvPr>
          <p:cNvGrpSpPr/>
          <p:nvPr/>
        </p:nvGrpSpPr>
        <p:grpSpPr>
          <a:xfrm>
            <a:off x="919547" y="4930259"/>
            <a:ext cx="5865233" cy="909160"/>
            <a:chOff x="919547" y="4930259"/>
            <a:chExt cx="5865233" cy="909160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FCD512B2-6D47-4FA2-AD49-2435BCEAF5BD}"/>
                </a:ext>
              </a:extLst>
            </p:cNvPr>
            <p:cNvGrpSpPr/>
            <p:nvPr/>
          </p:nvGrpSpPr>
          <p:grpSpPr>
            <a:xfrm>
              <a:off x="919547" y="5035699"/>
              <a:ext cx="751379" cy="703255"/>
              <a:chOff x="919547" y="5035699"/>
              <a:chExt cx="751379" cy="703255"/>
            </a:xfrm>
            <a:effectLst/>
          </p:grpSpPr>
          <p:sp>
            <p:nvSpPr>
              <p:cNvPr id="13" name="原创设计师QQ：598969553              _6">
                <a:extLst>
                  <a:ext uri="{FF2B5EF4-FFF2-40B4-BE49-F238E27FC236}">
                    <a16:creationId xmlns:a16="http://schemas.microsoft.com/office/drawing/2014/main" id="{4A2EA7A8-5EC5-4C20-91F6-53176BF82A52}"/>
                  </a:ext>
                </a:extLst>
              </p:cNvPr>
              <p:cNvSpPr/>
              <p:nvPr/>
            </p:nvSpPr>
            <p:spPr>
              <a:xfrm>
                <a:off x="944971" y="5035699"/>
                <a:ext cx="703254" cy="703255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 Light" panose="020B0502040204020203" pitchFamily="34" charset="-122"/>
                  <a:ea typeface="微软雅黑" panose="020B0503020204020204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14" name="原创设计师QQ：598969553              _10">
                <a:extLst>
                  <a:ext uri="{FF2B5EF4-FFF2-40B4-BE49-F238E27FC236}">
                    <a16:creationId xmlns:a16="http://schemas.microsoft.com/office/drawing/2014/main" id="{4945467E-7625-450D-BE55-73103BE72F64}"/>
                  </a:ext>
                </a:extLst>
              </p:cNvPr>
              <p:cNvSpPr/>
              <p:nvPr/>
            </p:nvSpPr>
            <p:spPr>
              <a:xfrm>
                <a:off x="919547" y="5079887"/>
                <a:ext cx="751379" cy="646986"/>
              </a:xfrm>
              <a:prstGeom prst="round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 dirty="0">
                    <a:solidFill>
                      <a:schemeClr val="bg1"/>
                    </a:solidFill>
                    <a:latin typeface="+mn-ea"/>
                    <a:cs typeface="Arial" panose="020B0604020202020204" pitchFamily="34" charset="0"/>
                    <a:sym typeface="微软雅黑 Light" panose="020B0502040204020203" pitchFamily="34" charset="-122"/>
                  </a:rPr>
                  <a:t>04</a:t>
                </a:r>
                <a:endParaRPr lang="zh-CN" altLang="en-US" sz="4400" b="1" dirty="0">
                  <a:solidFill>
                    <a:schemeClr val="bg1"/>
                  </a:solidFill>
                  <a:latin typeface="+mn-ea"/>
                  <a:sym typeface="微软雅黑 Light" panose="020B0502040204020203" pitchFamily="34" charset="-122"/>
                </a:endParaRPr>
              </a:p>
            </p:txBody>
          </p:sp>
        </p:grpSp>
        <p:sp>
          <p:nvSpPr>
            <p:cNvPr id="18" name="原创设计师QQ：598969553              _16">
              <a:extLst>
                <a:ext uri="{FF2B5EF4-FFF2-40B4-BE49-F238E27FC236}">
                  <a16:creationId xmlns:a16="http://schemas.microsoft.com/office/drawing/2014/main" id="{4356D022-2D5A-490A-817F-08CF546FD797}"/>
                </a:ext>
              </a:extLst>
            </p:cNvPr>
            <p:cNvSpPr/>
            <p:nvPr/>
          </p:nvSpPr>
          <p:spPr>
            <a:xfrm>
              <a:off x="1790911" y="4930259"/>
              <a:ext cx="4993869" cy="909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Open Sans" panose="020B0606030504020204" pitchFamily="34" charset="0"/>
                  <a:sym typeface="微软雅黑 Light" panose="020B0502040204020203" pitchFamily="34" charset="-122"/>
                </a:rPr>
                <a:t>小标题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en Sans" panose="020B0606030504020204" pitchFamily="34" charset="0"/>
                <a:sym typeface="微软雅黑 Light" panose="020B0502040204020203" pitchFamily="34" charset="-122"/>
              </a:endParaRPr>
            </a:p>
            <a:p>
              <a:pPr algn="just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微软雅黑 Light" panose="020B0502040204020203" pitchFamily="34" charset="-122"/>
                </a:rPr>
                <a:t>请在此处添加详细描述文本，在这里输入文本，更改文字文本。请在此处添加详细描述文本，在这里输入文本，更改文字文本。</a:t>
              </a:r>
              <a:endParaRPr lang="en-GB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微软雅黑 Light" panose="020B0502040204020203" pitchFamily="34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0934D136-DA98-4496-81AE-690FEDD83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184" y="2208002"/>
            <a:ext cx="4058480" cy="27056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FA795AA2-ECDC-4A07-8E4C-D957B22A30A5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895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2CAB01-FF29-4D8A-89C4-3BE353A55C8A}"/>
              </a:ext>
            </a:extLst>
          </p:cNvPr>
          <p:cNvSpPr/>
          <p:nvPr/>
        </p:nvSpPr>
        <p:spPr>
          <a:xfrm>
            <a:off x="7536432" y="2718266"/>
            <a:ext cx="2621643" cy="22230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23ECE1-8877-468E-90E0-7C6ABD213B55}"/>
              </a:ext>
            </a:extLst>
          </p:cNvPr>
          <p:cNvSpPr/>
          <p:nvPr/>
        </p:nvSpPr>
        <p:spPr>
          <a:xfrm>
            <a:off x="924909" y="3927106"/>
            <a:ext cx="7499597" cy="22230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1CA7B21C-A81F-47FB-B4FA-778667901AA0}"/>
              </a:ext>
            </a:extLst>
          </p:cNvPr>
          <p:cNvSpPr txBox="1"/>
          <p:nvPr/>
        </p:nvSpPr>
        <p:spPr>
          <a:xfrm>
            <a:off x="1082559" y="1235991"/>
            <a:ext cx="380984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次级标题：图片主题、图片标题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3FD5F950-291B-4418-87A4-01D53D6ED0DF}"/>
              </a:ext>
            </a:extLst>
          </p:cNvPr>
          <p:cNvSpPr txBox="1"/>
          <p:nvPr/>
        </p:nvSpPr>
        <p:spPr>
          <a:xfrm>
            <a:off x="1082559" y="2048724"/>
            <a:ext cx="4817626" cy="1107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请在此处添加详细描述文本，请在此处添加详细描述文本，在这里输入文本，更改文字文本。请在此处添加详细描述文本，在这里输入文本，更改文字文本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12CC5E-BCF9-4BBB-AE52-8A81C248EE8B}"/>
              </a:ext>
            </a:extLst>
          </p:cNvPr>
          <p:cNvSpPr/>
          <p:nvPr/>
        </p:nvSpPr>
        <p:spPr>
          <a:xfrm>
            <a:off x="991119" y="1232543"/>
            <a:ext cx="72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C7FC585-5C7D-4F6C-A7E7-AE387E9FF2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35" r="3445"/>
          <a:stretch/>
        </p:blipFill>
        <p:spPr>
          <a:xfrm>
            <a:off x="6323369" y="986211"/>
            <a:ext cx="4943653" cy="23529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4B5C945-7774-4DC9-B2F3-B1C44ACDA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300" y="3551699"/>
            <a:ext cx="4835930" cy="2790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929C6BA8-2B14-4B0D-83C0-FABF076D18D5}"/>
              </a:ext>
            </a:extLst>
          </p:cNvPr>
          <p:cNvGrpSpPr/>
          <p:nvPr/>
        </p:nvGrpSpPr>
        <p:grpSpPr>
          <a:xfrm>
            <a:off x="6270816" y="3551699"/>
            <a:ext cx="4993128" cy="2779233"/>
            <a:chOff x="897686" y="3718221"/>
            <a:chExt cx="4622335" cy="254795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6A180990-2937-4D15-86D0-11F35BD93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7686" y="3718221"/>
              <a:ext cx="4622335" cy="2547953"/>
            </a:xfrm>
            <a:prstGeom prst="rect">
              <a:avLst/>
            </a:prstGeom>
          </p:spPr>
        </p:pic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54BB67F-51ED-4EA0-91D0-8F7F6CDB47A3}"/>
                </a:ext>
              </a:extLst>
            </p:cNvPr>
            <p:cNvSpPr/>
            <p:nvPr/>
          </p:nvSpPr>
          <p:spPr>
            <a:xfrm>
              <a:off x="1054526" y="4793392"/>
              <a:ext cx="4419695" cy="15715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6FE2CD7E-7627-420F-8086-347D22120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3AAF864-87E5-4ACA-910D-ADA1CC70EE3F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A2D6952-AD72-4ABA-9C0C-74BCAFD74DB1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52E6016-7C05-4AF0-A338-80E83572E9AB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A819181-E9DE-4B17-A2B2-C65D174FF1D2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A1AF7DC-5CB9-4A8A-AA3E-3C3362B72709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E5533C2-EE9E-4535-AE5B-FA20DFA401B8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2D89271-3A5F-44FB-BE36-6DDF40D1F94F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A9FE01C-E3C3-48A9-A617-9E681EB859D7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FB85740-6EBD-4A7C-A6E0-410934F60811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91237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963FE448-B358-49F7-976E-5B0304E06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22" y="1206290"/>
            <a:ext cx="11316678" cy="31156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507D86DE-4F17-4C4C-A7EC-E4405B9C36E2}"/>
              </a:ext>
            </a:extLst>
          </p:cNvPr>
          <p:cNvSpPr txBox="1"/>
          <p:nvPr/>
        </p:nvSpPr>
        <p:spPr>
          <a:xfrm>
            <a:off x="1087072" y="5105597"/>
            <a:ext cx="2791248" cy="839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请在此处添加详细描述文本，在这里输入文本，更改文字文本。请在此处添加详细描述文本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58193DFA-F794-4D3A-A681-69199913CD3A}"/>
              </a:ext>
            </a:extLst>
          </p:cNvPr>
          <p:cNvSpPr txBox="1"/>
          <p:nvPr/>
        </p:nvSpPr>
        <p:spPr>
          <a:xfrm>
            <a:off x="4700376" y="5109849"/>
            <a:ext cx="2791248" cy="839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请在此处添加详细描述文本，在这里输入文本，更改文字文本。请在此处添加详细描述文本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58022F4C-78BB-4C8E-A2B4-482C8B0EBC6F}"/>
              </a:ext>
            </a:extLst>
          </p:cNvPr>
          <p:cNvSpPr txBox="1"/>
          <p:nvPr/>
        </p:nvSpPr>
        <p:spPr>
          <a:xfrm>
            <a:off x="8313680" y="5105597"/>
            <a:ext cx="2791248" cy="839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请在此处添加详细描述文本，在这里输入文本，更改文字文本。请在此处添加详细描述文本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65CADD0-B146-46CE-A5B6-1CB1B4D34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7328D79-9377-4F70-BD71-57C44554A87F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782919B-1F8D-4710-864A-C487128B3947}"/>
              </a:ext>
            </a:extLst>
          </p:cNvPr>
          <p:cNvSpPr>
            <a:spLocks/>
          </p:cNvSpPr>
          <p:nvPr/>
        </p:nvSpPr>
        <p:spPr>
          <a:xfrm>
            <a:off x="9343919" y="4212981"/>
            <a:ext cx="802800" cy="80280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b="1" dirty="0">
                <a:cs typeface="+mn-ea"/>
                <a:sym typeface="+mn-lt"/>
              </a:rPr>
              <a:t>03</a:t>
            </a:r>
            <a:endParaRPr lang="zh-CN" altLang="en-US" sz="3600" b="1" dirty="0">
              <a:cs typeface="+mn-ea"/>
              <a:sym typeface="+mn-lt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4A67EB6-67C7-43F0-A49F-12F6187B5553}"/>
              </a:ext>
            </a:extLst>
          </p:cNvPr>
          <p:cNvSpPr>
            <a:spLocks/>
          </p:cNvSpPr>
          <p:nvPr/>
        </p:nvSpPr>
        <p:spPr>
          <a:xfrm>
            <a:off x="2043959" y="4212981"/>
            <a:ext cx="804254" cy="8028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zh-CN" sz="3600" b="1" dirty="0">
                <a:cs typeface="+mn-ea"/>
                <a:sym typeface="+mn-lt"/>
              </a:rPr>
              <a:t>01</a:t>
            </a:r>
            <a:endParaRPr lang="zh-CN" altLang="en-US" sz="3600" b="1" dirty="0">
              <a:cs typeface="+mn-ea"/>
              <a:sym typeface="+mn-lt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A97304B-B1B5-4E98-8F22-D5043AC509E7}"/>
              </a:ext>
            </a:extLst>
          </p:cNvPr>
          <p:cNvSpPr>
            <a:spLocks/>
          </p:cNvSpPr>
          <p:nvPr/>
        </p:nvSpPr>
        <p:spPr>
          <a:xfrm>
            <a:off x="5693939" y="4212981"/>
            <a:ext cx="804254" cy="80280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b="1" dirty="0">
                <a:cs typeface="+mn-ea"/>
                <a:sym typeface="+mn-lt"/>
              </a:rPr>
              <a:t>02</a:t>
            </a:r>
            <a:endParaRPr lang="zh-CN" altLang="en-US" sz="3600" b="1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C09EA6C-5616-497E-BDB8-EFE1BB84F9C0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39FF774-F0A9-479A-B80D-5D9F72416458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A47E5A1-B924-4FC7-90AF-7C139B9053BE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F506113-99BC-46F8-AE2B-A51FC1E29DC2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D932EAE-1379-4544-A7DC-F18BE0171D3D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D14284F-A662-4C27-AE0D-BDEBE07E674B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7DF2C49-D131-4B1F-8ADB-6BA94A617898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8D35712-9A99-46AC-8B18-4BBF111D2D3B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98148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4">
            <a:extLst>
              <a:ext uri="{FF2B5EF4-FFF2-40B4-BE49-F238E27FC236}">
                <a16:creationId xmlns:a16="http://schemas.microsoft.com/office/drawing/2014/main" id="{2B0802E4-AC17-48A9-9214-2F620CE4BFFB}"/>
              </a:ext>
            </a:extLst>
          </p:cNvPr>
          <p:cNvSpPr txBox="1"/>
          <p:nvPr/>
        </p:nvSpPr>
        <p:spPr>
          <a:xfrm>
            <a:off x="731838" y="4764767"/>
            <a:ext cx="10836276" cy="583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请在此处添加详细描述文本，在这里输入文本，更改文字文本。请在此处添加详细描述文本，在这里输入文本，更改文字文本。请在此处添加详细描述文本，在这里输入文本，更改文字文本。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EE747024-F785-4B62-9B21-866274D7008A}"/>
              </a:ext>
            </a:extLst>
          </p:cNvPr>
          <p:cNvSpPr txBox="1"/>
          <p:nvPr/>
        </p:nvSpPr>
        <p:spPr>
          <a:xfrm>
            <a:off x="731838" y="5540955"/>
            <a:ext cx="10836276" cy="583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请在此处添加详细描述文本，在这里输入文本，更改文字文本。请在此处添加详细描述文本，在这里输入文本，更改文字文本。请在此处添加详细描述文本，在这里输入文本，更改文字文本。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41E3579-5229-4FF7-875F-F7FDD30DCB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867" t="17033" r="11238" b="17646"/>
          <a:stretch/>
        </p:blipFill>
        <p:spPr>
          <a:xfrm>
            <a:off x="6680953" y="1264830"/>
            <a:ext cx="4935176" cy="3186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ACC3AF4-5FFC-4F0C-82FF-FB17AB6D85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-2302"/>
          <a:stretch/>
        </p:blipFill>
        <p:spPr>
          <a:xfrm>
            <a:off x="575872" y="1264077"/>
            <a:ext cx="4237334" cy="31875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45780CE9-AEBB-4C27-A93D-FF8E11B0B505}"/>
              </a:ext>
            </a:extLst>
          </p:cNvPr>
          <p:cNvGrpSpPr/>
          <p:nvPr/>
        </p:nvGrpSpPr>
        <p:grpSpPr>
          <a:xfrm>
            <a:off x="4813206" y="1152372"/>
            <a:ext cx="1930078" cy="3417375"/>
            <a:chOff x="4617866" y="1033455"/>
            <a:chExt cx="1930078" cy="358986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C1F020D-8695-4642-9778-F42E7FBA0D10}"/>
                </a:ext>
              </a:extLst>
            </p:cNvPr>
            <p:cNvSpPr/>
            <p:nvPr/>
          </p:nvSpPr>
          <p:spPr>
            <a:xfrm>
              <a:off x="4617866" y="1033455"/>
              <a:ext cx="1930078" cy="35898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333BCF6D-EDD0-4EDD-9FBB-3B4F473468FA}"/>
                </a:ext>
              </a:extLst>
            </p:cNvPr>
            <p:cNvSpPr txBox="1"/>
            <p:nvPr/>
          </p:nvSpPr>
          <p:spPr>
            <a:xfrm>
              <a:off x="4860155" y="2277317"/>
              <a:ext cx="1583412" cy="1066928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次级标题：图片主题、图片标题</a:t>
              </a: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D600FD42-0B5B-4F7C-ACD4-BCCAB27EB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61107F-3277-4889-B0DF-4A6BC2D898FC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E145833-CDD6-4374-BEC3-7A89145AE79D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784BB68-6A73-495B-9277-C7DD53F6B705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3EA924E-0D56-43D5-81A7-C1C089646558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C7A0B14-F154-4584-92C2-1F04405196A3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DAF2E46-BEFD-4CCC-B365-D0069602F0EE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CD3A74B-8CC7-4CB6-A5EB-BAE3C3B19B30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FF7D5B2-BBA4-46D7-92E7-02B71165A27A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11EA64E-0812-44D4-810F-BDD012E29E69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6661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C9596-7C64-4FBD-A25A-05B27711D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479BC72-6024-41A3-A985-092D40D0A97F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53C40B5-E3C5-4D44-9EBB-196BC2039379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0EC288B-E38C-4C60-A182-CF79ADE7AA86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D66CF60-F751-4FC0-A776-F7F13CB44AB4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509F1AF-9806-457B-A1F1-830563DB76C8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F264E31-7A00-4710-ADBE-645B4D8706A6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BF19814-C38C-4670-985E-CD5DBBF05F07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84741AA-8626-4386-8895-3A4F613A9484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36754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5A919AB8-17D2-4A3E-B19C-15CB055BDB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242731"/>
              </p:ext>
            </p:extLst>
          </p:nvPr>
        </p:nvGraphicFramePr>
        <p:xfrm>
          <a:off x="1561645" y="1549037"/>
          <a:ext cx="9068710" cy="39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5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altLang="zh-CN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altLang="zh-CN" sz="1400" b="1" baseline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altLang="zh-CN" sz="1400" b="1" baseline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altLang="zh-CN" sz="1400" b="1" baseline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altLang="zh-CN" sz="1400" b="1" baseline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altLang="zh-CN" sz="1400" b="1" baseline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106691" marR="106691" marT="53345" marB="5334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8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3C720104-6077-4EF4-9C8F-B1E8DC5E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86715D-B3A6-4D07-AE22-6CE8B6FCDBF5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B7C51D8-BCE4-4CD8-84F1-FE37E23892C4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0E2B020-587A-4655-93AB-E1E7100F8179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5E5E790-87E2-4595-AE29-4FDD62E00D54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0E45833-5750-4F80-B129-C5FB522754A1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033DFB2-D69D-49D1-8E5F-0015CF116C6B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476B90F-6730-4DA1-B545-91BA6B223493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CAA93C4-90CA-424C-A796-6D60268D0A12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96D30FF-0218-4F9F-8417-20D659803A0E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42012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Table 388">
            <a:extLst>
              <a:ext uri="{FF2B5EF4-FFF2-40B4-BE49-F238E27FC236}">
                <a16:creationId xmlns:a16="http://schemas.microsoft.com/office/drawing/2014/main" id="{4DCC21DC-7760-41ED-BB0E-E4497E1FC9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0674820"/>
              </p:ext>
            </p:extLst>
          </p:nvPr>
        </p:nvGraphicFramePr>
        <p:xfrm>
          <a:off x="1463438" y="2002592"/>
          <a:ext cx="9265125" cy="2955484"/>
        </p:xfrm>
        <a:graphic>
          <a:graphicData uri="http://schemas.openxmlformats.org/drawingml/2006/table">
            <a:tbl>
              <a:tblPr firstRow="1" bandRow="1"/>
              <a:tblGrid>
                <a:gridCol w="185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3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3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800" b="0" spc="279"/>
                      </a:pPr>
                      <a:r>
                        <a:rPr lang="zh-CN" altLang="en-US" sz="1400" b="1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zh-CN" altLang="en-US" sz="1400" b="1" spc="0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sz="1400" b="1" spc="0" baseline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zh-CN" altLang="en-US" sz="1400" b="1" spc="0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zh-CN" altLang="en-US" sz="1400" b="1" spc="0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zh-CN" altLang="en-US" sz="1400" b="1" spc="0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53">
                <a:tc>
                  <a:txBody>
                    <a:bodyPr/>
                    <a:lstStyle/>
                    <a:p>
                      <a:pPr lvl="0" algn="ctr" defTabSz="914400">
                        <a:defRPr sz="1800"/>
                      </a:pPr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53">
                <a:tc>
                  <a:txBody>
                    <a:bodyPr/>
                    <a:lstStyle/>
                    <a:p>
                      <a:pPr lvl="0" algn="ctr" defTabSz="914400">
                        <a:defRPr sz="1800"/>
                      </a:pPr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853">
                <a:tc>
                  <a:txBody>
                    <a:bodyPr/>
                    <a:lstStyle/>
                    <a:p>
                      <a:pPr lvl="0" algn="ctr" defTabSz="914400">
                        <a:defRPr sz="1800"/>
                      </a:pPr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853">
                <a:tc>
                  <a:txBody>
                    <a:bodyPr/>
                    <a:lstStyle/>
                    <a:p>
                      <a:pPr lvl="0" algn="ctr" defTabSz="914400">
                        <a:defRPr sz="1800"/>
                      </a:pPr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853">
                <a:tc>
                  <a:txBody>
                    <a:bodyPr/>
                    <a:lstStyle/>
                    <a:p>
                      <a:pPr lvl="0" algn="ctr" defTabSz="914400">
                        <a:defRPr sz="1800"/>
                      </a:pPr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853">
                <a:tc>
                  <a:txBody>
                    <a:bodyPr/>
                    <a:lstStyle/>
                    <a:p>
                      <a:pPr lvl="0" algn="ctr" defTabSz="914400">
                        <a:defRPr sz="1800"/>
                      </a:pPr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68AA0ABF-EA55-4E7B-8DA7-FDCD47CF1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FE80DA-FABE-4A12-8D28-E80807765341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67BE70E-48FC-4695-B66C-2A0BC9A70EF4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B016543-94EA-4D3B-A063-8D543C580D93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8ECC602-D7EE-41E4-A41C-B1D64B16E559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C25140E-72B0-4887-BADD-407B691B204A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0BB94ED-2A79-49AD-B070-B6F16022A30F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C9A95ED-B141-4017-AADC-68BBBC393CAA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B874720-1CE0-45BB-9B08-45AE35E085C4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0B2F231-54F8-45EC-ABAD-F834A9986BED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1050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Table 388">
            <a:extLst>
              <a:ext uri="{FF2B5EF4-FFF2-40B4-BE49-F238E27FC236}">
                <a16:creationId xmlns:a16="http://schemas.microsoft.com/office/drawing/2014/main" id="{4DCC21DC-7760-41ED-BB0E-E4497E1FC9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5816081"/>
              </p:ext>
            </p:extLst>
          </p:nvPr>
        </p:nvGraphicFramePr>
        <p:xfrm>
          <a:off x="1463438" y="2002592"/>
          <a:ext cx="9265125" cy="2955484"/>
        </p:xfrm>
        <a:graphic>
          <a:graphicData uri="http://schemas.openxmlformats.org/drawingml/2006/table">
            <a:tbl>
              <a:tblPr firstRow="1" bandRow="1"/>
              <a:tblGrid>
                <a:gridCol w="185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3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3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800" b="0" spc="279"/>
                      </a:pPr>
                      <a:r>
                        <a:rPr lang="zh-CN" altLang="en-US" sz="1400" b="1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zh-CN" altLang="en-US" sz="1400" b="1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sz="1400" b="1" spc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zh-CN" altLang="en-US" sz="1400" b="1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C8C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zh-CN" altLang="en-US" sz="1400" b="1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zh-CN" altLang="en-US" sz="1400" b="1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C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53">
                <a:tc>
                  <a:txBody>
                    <a:bodyPr/>
                    <a:lstStyle/>
                    <a:p>
                      <a:pPr lvl="0" algn="ctr" defTabSz="914400">
                        <a:defRPr sz="1800"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sz="1400" b="1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53">
                <a:tc>
                  <a:txBody>
                    <a:bodyPr/>
                    <a:lstStyle/>
                    <a:p>
                      <a:pPr lvl="0" algn="ctr" defTabSz="914400">
                        <a:defRPr sz="1800"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sz="1400" b="1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853">
                <a:tc>
                  <a:txBody>
                    <a:bodyPr/>
                    <a:lstStyle/>
                    <a:p>
                      <a:pPr lvl="0" algn="ctr" defTabSz="914400">
                        <a:defRPr sz="1800"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sz="1400" b="1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853">
                <a:tc>
                  <a:txBody>
                    <a:bodyPr/>
                    <a:lstStyle/>
                    <a:p>
                      <a:pPr lvl="0" algn="ctr" defTabSz="914400">
                        <a:defRPr sz="1800"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sz="1400" b="1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853">
                <a:tc>
                  <a:txBody>
                    <a:bodyPr/>
                    <a:lstStyle/>
                    <a:p>
                      <a:pPr lvl="0" algn="ctr" defTabSz="914400">
                        <a:defRPr sz="1800"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sz="1400" b="1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853">
                <a:tc>
                  <a:txBody>
                    <a:bodyPr/>
                    <a:lstStyle/>
                    <a:p>
                      <a:pPr lvl="0" algn="ctr" defTabSz="914400">
                        <a:defRPr sz="1800"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sz="1400" b="1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25196" marR="25196" marT="25196" marB="2519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marL="25196" marR="25196" marT="25196" marB="2519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42D9CA94-C610-46CA-BCB1-B49EE5CB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7B0082-7F69-46E5-A6D4-7CCBA1BBE9E4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6D5BC3C-401F-43C8-8E49-8C8300225FB5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8EE4BDF-1945-4773-A277-319E950CE9A2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BCE8FD6-E6B7-4B63-A83B-E04BFAEC4DBA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48EF7E2-A428-4533-8DB3-0C75F25531C5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D4ADAAA-51A9-4692-A8BA-C11294A9431C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CA0A949-C51D-402A-B6FF-BBF93387D382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CE4D5A7-29EB-4072-A945-5F2D49C24038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9DC5072-C774-46B1-96DF-0A9B2F6D330C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78006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FEF69E6B-6671-4E0F-87B3-A1AD8194D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674292"/>
              </p:ext>
            </p:extLst>
          </p:nvPr>
        </p:nvGraphicFramePr>
        <p:xfrm>
          <a:off x="2324656" y="1878847"/>
          <a:ext cx="6912770" cy="2954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2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2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2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2554">
                  <a:extLst>
                    <a:ext uri="{9D8B030D-6E8A-4147-A177-3AD203B41FA5}">
                      <a16:colId xmlns:a16="http://schemas.microsoft.com/office/drawing/2014/main" val="391896516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altLang="zh-CN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baseline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altLang="zh-CN" sz="1400" b="1" baseline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0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altLang="zh-CN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0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altLang="zh-CN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0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altLang="zh-CN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0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点击输入标题</a:t>
                      </a:r>
                      <a:endParaRPr lang="en-US" altLang="zh-CN" sz="1400" b="1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XXX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4BC545C4-8385-4CAC-949B-0C63506B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3EF7A8-46E1-4FEE-918A-9FED166760DC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8C1DDA-86D4-4F6C-9829-7E64502EBFFB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E51933E-E94D-4EED-8FFA-F452BA89B884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1BD1814-3FAC-4ECD-8BB4-70383413CA7C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059672B-2920-46B8-9435-A1916F0898C9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23B8ABC-0B57-43C4-8807-997222CB0588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F263007-3AF9-48B6-B5A9-2185618701AE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7578697-5ACC-4457-A0A3-3256C508EBEE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CCAA1DF-1CA6-4549-AE57-2360E1B3D5FE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19916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4">
            <a:extLst>
              <a:ext uri="{FF2B5EF4-FFF2-40B4-BE49-F238E27FC236}">
                <a16:creationId xmlns:a16="http://schemas.microsoft.com/office/drawing/2014/main" id="{01863106-6F2B-4059-B2F2-1101CD279955}"/>
              </a:ext>
            </a:extLst>
          </p:cNvPr>
          <p:cNvCxnSpPr/>
          <p:nvPr/>
        </p:nvCxnSpPr>
        <p:spPr>
          <a:xfrm>
            <a:off x="6092457" y="1531472"/>
            <a:ext cx="0" cy="3901112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66">
            <a:extLst>
              <a:ext uri="{FF2B5EF4-FFF2-40B4-BE49-F238E27FC236}">
                <a16:creationId xmlns:a16="http://schemas.microsoft.com/office/drawing/2014/main" id="{9FE60E70-9C67-42D8-B873-31A7B39F56E1}"/>
              </a:ext>
            </a:extLst>
          </p:cNvPr>
          <p:cNvGrpSpPr/>
          <p:nvPr/>
        </p:nvGrpSpPr>
        <p:grpSpPr>
          <a:xfrm>
            <a:off x="1248506" y="1703441"/>
            <a:ext cx="4266406" cy="483590"/>
            <a:chOff x="851430" y="2106613"/>
            <a:chExt cx="4595043" cy="520840"/>
          </a:xfrm>
        </p:grpSpPr>
        <p:grpSp>
          <p:nvGrpSpPr>
            <p:cNvPr id="88" name="Group 5">
              <a:extLst>
                <a:ext uri="{FF2B5EF4-FFF2-40B4-BE49-F238E27FC236}">
                  <a16:creationId xmlns:a16="http://schemas.microsoft.com/office/drawing/2014/main" id="{47088081-4759-49BC-9D45-64C2EFE0119D}"/>
                </a:ext>
              </a:extLst>
            </p:cNvPr>
            <p:cNvGrpSpPr/>
            <p:nvPr/>
          </p:nvGrpSpPr>
          <p:grpSpPr>
            <a:xfrm>
              <a:off x="851430" y="2106613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117" name="Freeform 123">
                <a:extLst>
                  <a:ext uri="{FF2B5EF4-FFF2-40B4-BE49-F238E27FC236}">
                    <a16:creationId xmlns:a16="http://schemas.microsoft.com/office/drawing/2014/main" id="{85DFF3B9-D005-4109-BC36-8E563DDE0A3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18" name="Oval 124">
                <a:extLst>
                  <a:ext uri="{FF2B5EF4-FFF2-40B4-BE49-F238E27FC236}">
                    <a16:creationId xmlns:a16="http://schemas.microsoft.com/office/drawing/2014/main" id="{13BB4520-FB64-4E2E-A5E9-BA8DE3AD6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19" name="Oval 125">
                <a:extLst>
                  <a:ext uri="{FF2B5EF4-FFF2-40B4-BE49-F238E27FC236}">
                    <a16:creationId xmlns:a16="http://schemas.microsoft.com/office/drawing/2014/main" id="{81445510-F04D-48D5-AC73-C29E17652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89" name="Group 15">
              <a:extLst>
                <a:ext uri="{FF2B5EF4-FFF2-40B4-BE49-F238E27FC236}">
                  <a16:creationId xmlns:a16="http://schemas.microsoft.com/office/drawing/2014/main" id="{AE95D070-8B9E-4E3B-9BDC-D2095A7A4E9A}"/>
                </a:ext>
              </a:extLst>
            </p:cNvPr>
            <p:cNvGrpSpPr/>
            <p:nvPr/>
          </p:nvGrpSpPr>
          <p:grpSpPr>
            <a:xfrm>
              <a:off x="1433948" y="2106613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114" name="Freeform 123">
                <a:extLst>
                  <a:ext uri="{FF2B5EF4-FFF2-40B4-BE49-F238E27FC236}">
                    <a16:creationId xmlns:a16="http://schemas.microsoft.com/office/drawing/2014/main" id="{26C9C126-075C-4ABD-8F20-7152155DFD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15" name="Oval 124">
                <a:extLst>
                  <a:ext uri="{FF2B5EF4-FFF2-40B4-BE49-F238E27FC236}">
                    <a16:creationId xmlns:a16="http://schemas.microsoft.com/office/drawing/2014/main" id="{2A97B641-F62D-4E4C-82F1-4A1930F43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16" name="Oval 125">
                <a:extLst>
                  <a:ext uri="{FF2B5EF4-FFF2-40B4-BE49-F238E27FC236}">
                    <a16:creationId xmlns:a16="http://schemas.microsoft.com/office/drawing/2014/main" id="{F4B71200-7BCC-4D79-A980-0EAF5DCB16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90" name="Group 25">
              <a:extLst>
                <a:ext uri="{FF2B5EF4-FFF2-40B4-BE49-F238E27FC236}">
                  <a16:creationId xmlns:a16="http://schemas.microsoft.com/office/drawing/2014/main" id="{669DB33A-4752-49B8-9327-4F286F921FA3}"/>
                </a:ext>
              </a:extLst>
            </p:cNvPr>
            <p:cNvGrpSpPr/>
            <p:nvPr/>
          </p:nvGrpSpPr>
          <p:grpSpPr>
            <a:xfrm>
              <a:off x="2016467" y="2106613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111" name="Freeform 123">
                <a:extLst>
                  <a:ext uri="{FF2B5EF4-FFF2-40B4-BE49-F238E27FC236}">
                    <a16:creationId xmlns:a16="http://schemas.microsoft.com/office/drawing/2014/main" id="{1DF736B1-95DB-4F50-8876-54CB0EE9DD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12" name="Oval 124">
                <a:extLst>
                  <a:ext uri="{FF2B5EF4-FFF2-40B4-BE49-F238E27FC236}">
                    <a16:creationId xmlns:a16="http://schemas.microsoft.com/office/drawing/2014/main" id="{F4FC5CDC-13CD-4C0F-AD2D-4C612CD70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13" name="Oval 125">
                <a:extLst>
                  <a:ext uri="{FF2B5EF4-FFF2-40B4-BE49-F238E27FC236}">
                    <a16:creationId xmlns:a16="http://schemas.microsoft.com/office/drawing/2014/main" id="{EC1AFAB1-CD2A-46BD-863D-19D1DE81B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91" name="Group 35">
              <a:extLst>
                <a:ext uri="{FF2B5EF4-FFF2-40B4-BE49-F238E27FC236}">
                  <a16:creationId xmlns:a16="http://schemas.microsoft.com/office/drawing/2014/main" id="{4F0B6D2C-6468-4BFD-B46B-7BEC726EDAD6}"/>
                </a:ext>
              </a:extLst>
            </p:cNvPr>
            <p:cNvGrpSpPr/>
            <p:nvPr/>
          </p:nvGrpSpPr>
          <p:grpSpPr>
            <a:xfrm>
              <a:off x="2598985" y="2106613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108" name="Freeform 123">
                <a:extLst>
                  <a:ext uri="{FF2B5EF4-FFF2-40B4-BE49-F238E27FC236}">
                    <a16:creationId xmlns:a16="http://schemas.microsoft.com/office/drawing/2014/main" id="{05BDD318-6B54-488F-A37D-4F90C13EFBD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09" name="Oval 124">
                <a:extLst>
                  <a:ext uri="{FF2B5EF4-FFF2-40B4-BE49-F238E27FC236}">
                    <a16:creationId xmlns:a16="http://schemas.microsoft.com/office/drawing/2014/main" id="{14F67B0C-F5EF-437A-8E90-B8850258D0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10" name="Oval 125">
                <a:extLst>
                  <a:ext uri="{FF2B5EF4-FFF2-40B4-BE49-F238E27FC236}">
                    <a16:creationId xmlns:a16="http://schemas.microsoft.com/office/drawing/2014/main" id="{AA7717A4-D6BC-4E0B-8B16-7B8EACDEC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92" name="Group 45">
              <a:extLst>
                <a:ext uri="{FF2B5EF4-FFF2-40B4-BE49-F238E27FC236}">
                  <a16:creationId xmlns:a16="http://schemas.microsoft.com/office/drawing/2014/main" id="{1BBAA070-F24D-45DB-95EB-5C617A10B3E1}"/>
                </a:ext>
              </a:extLst>
            </p:cNvPr>
            <p:cNvGrpSpPr/>
            <p:nvPr/>
          </p:nvGrpSpPr>
          <p:grpSpPr>
            <a:xfrm>
              <a:off x="3181503" y="2106613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105" name="Freeform 123">
                <a:extLst>
                  <a:ext uri="{FF2B5EF4-FFF2-40B4-BE49-F238E27FC236}">
                    <a16:creationId xmlns:a16="http://schemas.microsoft.com/office/drawing/2014/main" id="{AD37C391-3850-453F-A33D-74B51244E2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06" name="Oval 124">
                <a:extLst>
                  <a:ext uri="{FF2B5EF4-FFF2-40B4-BE49-F238E27FC236}">
                    <a16:creationId xmlns:a16="http://schemas.microsoft.com/office/drawing/2014/main" id="{F15C0817-15F6-403A-A5F1-82320D3BB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07" name="Oval 125">
                <a:extLst>
                  <a:ext uri="{FF2B5EF4-FFF2-40B4-BE49-F238E27FC236}">
                    <a16:creationId xmlns:a16="http://schemas.microsoft.com/office/drawing/2014/main" id="{66C04802-60E5-43DB-821E-85486803C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93" name="Group 55">
              <a:extLst>
                <a:ext uri="{FF2B5EF4-FFF2-40B4-BE49-F238E27FC236}">
                  <a16:creationId xmlns:a16="http://schemas.microsoft.com/office/drawing/2014/main" id="{D4DCDAC4-D2C2-46BB-AEF5-D9824EE1DA9C}"/>
                </a:ext>
              </a:extLst>
            </p:cNvPr>
            <p:cNvGrpSpPr/>
            <p:nvPr/>
          </p:nvGrpSpPr>
          <p:grpSpPr>
            <a:xfrm>
              <a:off x="3764022" y="2106613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102" name="Freeform 123">
                <a:extLst>
                  <a:ext uri="{FF2B5EF4-FFF2-40B4-BE49-F238E27FC236}">
                    <a16:creationId xmlns:a16="http://schemas.microsoft.com/office/drawing/2014/main" id="{EFD546E0-7282-4E28-BE4E-1611628100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03" name="Oval 124">
                <a:extLst>
                  <a:ext uri="{FF2B5EF4-FFF2-40B4-BE49-F238E27FC236}">
                    <a16:creationId xmlns:a16="http://schemas.microsoft.com/office/drawing/2014/main" id="{660E62DF-1431-4DFB-9562-BE80A1B83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04" name="Oval 125">
                <a:extLst>
                  <a:ext uri="{FF2B5EF4-FFF2-40B4-BE49-F238E27FC236}">
                    <a16:creationId xmlns:a16="http://schemas.microsoft.com/office/drawing/2014/main" id="{AB8FE844-F10E-46DB-8552-622721BF0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94" name="Group 65">
              <a:extLst>
                <a:ext uri="{FF2B5EF4-FFF2-40B4-BE49-F238E27FC236}">
                  <a16:creationId xmlns:a16="http://schemas.microsoft.com/office/drawing/2014/main" id="{C8FEB8D6-C0EC-4AEF-8C9F-645E9085971F}"/>
                </a:ext>
              </a:extLst>
            </p:cNvPr>
            <p:cNvGrpSpPr/>
            <p:nvPr/>
          </p:nvGrpSpPr>
          <p:grpSpPr>
            <a:xfrm>
              <a:off x="4346540" y="2106613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99" name="Freeform 123">
                <a:extLst>
                  <a:ext uri="{FF2B5EF4-FFF2-40B4-BE49-F238E27FC236}">
                    <a16:creationId xmlns:a16="http://schemas.microsoft.com/office/drawing/2014/main" id="{2C9EF0E7-FB5A-46DC-9E34-920A5BDCCC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00" name="Oval 124">
                <a:extLst>
                  <a:ext uri="{FF2B5EF4-FFF2-40B4-BE49-F238E27FC236}">
                    <a16:creationId xmlns:a16="http://schemas.microsoft.com/office/drawing/2014/main" id="{D4C10C4F-B4CF-401A-8FA7-0946E7467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01" name="Oval 125">
                <a:extLst>
                  <a:ext uri="{FF2B5EF4-FFF2-40B4-BE49-F238E27FC236}">
                    <a16:creationId xmlns:a16="http://schemas.microsoft.com/office/drawing/2014/main" id="{E8AB25A6-D268-4128-871A-4B399D794A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95" name="Group 75">
              <a:extLst>
                <a:ext uri="{FF2B5EF4-FFF2-40B4-BE49-F238E27FC236}">
                  <a16:creationId xmlns:a16="http://schemas.microsoft.com/office/drawing/2014/main" id="{664083FB-4CD4-44C5-A1D9-ED3253A39234}"/>
                </a:ext>
              </a:extLst>
            </p:cNvPr>
            <p:cNvGrpSpPr/>
            <p:nvPr/>
          </p:nvGrpSpPr>
          <p:grpSpPr>
            <a:xfrm>
              <a:off x="4929058" y="2106613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96" name="Freeform 123">
                <a:extLst>
                  <a:ext uri="{FF2B5EF4-FFF2-40B4-BE49-F238E27FC236}">
                    <a16:creationId xmlns:a16="http://schemas.microsoft.com/office/drawing/2014/main" id="{D0EE9EC5-8C12-4301-B1A7-F22B889A0B1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97" name="Oval 124">
                <a:extLst>
                  <a:ext uri="{FF2B5EF4-FFF2-40B4-BE49-F238E27FC236}">
                    <a16:creationId xmlns:a16="http://schemas.microsoft.com/office/drawing/2014/main" id="{61AA0120-5FF6-484F-A007-FE9C0B776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98" name="Oval 125">
                <a:extLst>
                  <a:ext uri="{FF2B5EF4-FFF2-40B4-BE49-F238E27FC236}">
                    <a16:creationId xmlns:a16="http://schemas.microsoft.com/office/drawing/2014/main" id="{FD434D8A-E360-411F-AF6B-018A46B51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9" name="Group 169">
            <a:extLst>
              <a:ext uri="{FF2B5EF4-FFF2-40B4-BE49-F238E27FC236}">
                <a16:creationId xmlns:a16="http://schemas.microsoft.com/office/drawing/2014/main" id="{03E88F3B-C2BB-4253-9A3E-36F8E618B19A}"/>
              </a:ext>
            </a:extLst>
          </p:cNvPr>
          <p:cNvGrpSpPr/>
          <p:nvPr/>
        </p:nvGrpSpPr>
        <p:grpSpPr>
          <a:xfrm>
            <a:off x="1248506" y="2304745"/>
            <a:ext cx="4266406" cy="483590"/>
            <a:chOff x="838200" y="2754235"/>
            <a:chExt cx="4595043" cy="520840"/>
          </a:xfrm>
        </p:grpSpPr>
        <p:grpSp>
          <p:nvGrpSpPr>
            <p:cNvPr id="56" name="Group 86">
              <a:extLst>
                <a:ext uri="{FF2B5EF4-FFF2-40B4-BE49-F238E27FC236}">
                  <a16:creationId xmlns:a16="http://schemas.microsoft.com/office/drawing/2014/main" id="{EC37651B-A74E-4434-B371-A1B9AC5AEB53}"/>
                </a:ext>
              </a:extLst>
            </p:cNvPr>
            <p:cNvGrpSpPr/>
            <p:nvPr/>
          </p:nvGrpSpPr>
          <p:grpSpPr>
            <a:xfrm>
              <a:off x="838200" y="2754235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85" name="Freeform 123">
                <a:extLst>
                  <a:ext uri="{FF2B5EF4-FFF2-40B4-BE49-F238E27FC236}">
                    <a16:creationId xmlns:a16="http://schemas.microsoft.com/office/drawing/2014/main" id="{6D3D81C2-9689-49EB-AED3-63F6C613FE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86" name="Oval 124">
                <a:extLst>
                  <a:ext uri="{FF2B5EF4-FFF2-40B4-BE49-F238E27FC236}">
                    <a16:creationId xmlns:a16="http://schemas.microsoft.com/office/drawing/2014/main" id="{0E07BFB3-8E1D-4A48-A62D-BA7036EEAF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87" name="Oval 125">
                <a:extLst>
                  <a:ext uri="{FF2B5EF4-FFF2-40B4-BE49-F238E27FC236}">
                    <a16:creationId xmlns:a16="http://schemas.microsoft.com/office/drawing/2014/main" id="{2F05DC53-1AE8-489F-9A84-2CC49285A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Group 96">
              <a:extLst>
                <a:ext uri="{FF2B5EF4-FFF2-40B4-BE49-F238E27FC236}">
                  <a16:creationId xmlns:a16="http://schemas.microsoft.com/office/drawing/2014/main" id="{381AEBA0-BF84-4358-9851-E86241E52830}"/>
                </a:ext>
              </a:extLst>
            </p:cNvPr>
            <p:cNvGrpSpPr/>
            <p:nvPr/>
          </p:nvGrpSpPr>
          <p:grpSpPr>
            <a:xfrm>
              <a:off x="1420718" y="2754235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82" name="Freeform 123">
                <a:extLst>
                  <a:ext uri="{FF2B5EF4-FFF2-40B4-BE49-F238E27FC236}">
                    <a16:creationId xmlns:a16="http://schemas.microsoft.com/office/drawing/2014/main" id="{F389F8A0-532F-4E11-A3D2-04B3674E72F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83" name="Oval 124">
                <a:extLst>
                  <a:ext uri="{FF2B5EF4-FFF2-40B4-BE49-F238E27FC236}">
                    <a16:creationId xmlns:a16="http://schemas.microsoft.com/office/drawing/2014/main" id="{BB4FBAE4-CAF6-4CB1-A247-300CBBB65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84" name="Oval 125">
                <a:extLst>
                  <a:ext uri="{FF2B5EF4-FFF2-40B4-BE49-F238E27FC236}">
                    <a16:creationId xmlns:a16="http://schemas.microsoft.com/office/drawing/2014/main" id="{8C4CD50F-1F0E-44AD-8667-50ECE5B7A4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58" name="Group 106">
              <a:extLst>
                <a:ext uri="{FF2B5EF4-FFF2-40B4-BE49-F238E27FC236}">
                  <a16:creationId xmlns:a16="http://schemas.microsoft.com/office/drawing/2014/main" id="{64663383-0051-4A42-AE8F-1EACAA4B0729}"/>
                </a:ext>
              </a:extLst>
            </p:cNvPr>
            <p:cNvGrpSpPr/>
            <p:nvPr/>
          </p:nvGrpSpPr>
          <p:grpSpPr>
            <a:xfrm>
              <a:off x="2003237" y="2754235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79" name="Freeform 123">
                <a:extLst>
                  <a:ext uri="{FF2B5EF4-FFF2-40B4-BE49-F238E27FC236}">
                    <a16:creationId xmlns:a16="http://schemas.microsoft.com/office/drawing/2014/main" id="{F27AC95E-E850-404D-87B7-3C15BD68A05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80" name="Oval 124">
                <a:extLst>
                  <a:ext uri="{FF2B5EF4-FFF2-40B4-BE49-F238E27FC236}">
                    <a16:creationId xmlns:a16="http://schemas.microsoft.com/office/drawing/2014/main" id="{5B7CB4B4-49B6-4AF2-BEB8-DC6B6DAED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81" name="Oval 125">
                <a:extLst>
                  <a:ext uri="{FF2B5EF4-FFF2-40B4-BE49-F238E27FC236}">
                    <a16:creationId xmlns:a16="http://schemas.microsoft.com/office/drawing/2014/main" id="{BBBC7165-1C06-40D8-99B8-64481C4C9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59" name="Group 116">
              <a:extLst>
                <a:ext uri="{FF2B5EF4-FFF2-40B4-BE49-F238E27FC236}">
                  <a16:creationId xmlns:a16="http://schemas.microsoft.com/office/drawing/2014/main" id="{603860C2-D419-4EE4-995D-AE8D460AB74B}"/>
                </a:ext>
              </a:extLst>
            </p:cNvPr>
            <p:cNvGrpSpPr/>
            <p:nvPr/>
          </p:nvGrpSpPr>
          <p:grpSpPr>
            <a:xfrm>
              <a:off x="2585755" y="2754235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9D2ED4CF-B4E3-42AA-8772-FB7CB451A4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7" name="Oval 124">
                <a:extLst>
                  <a:ext uri="{FF2B5EF4-FFF2-40B4-BE49-F238E27FC236}">
                    <a16:creationId xmlns:a16="http://schemas.microsoft.com/office/drawing/2014/main" id="{9265A587-ECDB-4878-BCCA-B86A7D0FA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8" name="Oval 125">
                <a:extLst>
                  <a:ext uri="{FF2B5EF4-FFF2-40B4-BE49-F238E27FC236}">
                    <a16:creationId xmlns:a16="http://schemas.microsoft.com/office/drawing/2014/main" id="{2FB1D8A1-34D8-443D-A1B2-4B34AF4A4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Group 126">
              <a:extLst>
                <a:ext uri="{FF2B5EF4-FFF2-40B4-BE49-F238E27FC236}">
                  <a16:creationId xmlns:a16="http://schemas.microsoft.com/office/drawing/2014/main" id="{358E18F1-7BF8-4552-8946-8A82F45DBE54}"/>
                </a:ext>
              </a:extLst>
            </p:cNvPr>
            <p:cNvGrpSpPr/>
            <p:nvPr/>
          </p:nvGrpSpPr>
          <p:grpSpPr>
            <a:xfrm>
              <a:off x="3168273" y="2754235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73" name="Freeform 123">
                <a:extLst>
                  <a:ext uri="{FF2B5EF4-FFF2-40B4-BE49-F238E27FC236}">
                    <a16:creationId xmlns:a16="http://schemas.microsoft.com/office/drawing/2014/main" id="{33551339-7032-42A7-A18E-862C315E92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4" name="Oval 124">
                <a:extLst>
                  <a:ext uri="{FF2B5EF4-FFF2-40B4-BE49-F238E27FC236}">
                    <a16:creationId xmlns:a16="http://schemas.microsoft.com/office/drawing/2014/main" id="{7827485B-426C-454B-98CD-504A789B7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5" name="Oval 125">
                <a:extLst>
                  <a:ext uri="{FF2B5EF4-FFF2-40B4-BE49-F238E27FC236}">
                    <a16:creationId xmlns:a16="http://schemas.microsoft.com/office/drawing/2014/main" id="{1ADF32F3-A43E-460A-B929-E66C87030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61" name="Group 136">
              <a:extLst>
                <a:ext uri="{FF2B5EF4-FFF2-40B4-BE49-F238E27FC236}">
                  <a16:creationId xmlns:a16="http://schemas.microsoft.com/office/drawing/2014/main" id="{D0F742FB-DCD1-4C28-B10F-DD7E5F022C60}"/>
                </a:ext>
              </a:extLst>
            </p:cNvPr>
            <p:cNvGrpSpPr/>
            <p:nvPr/>
          </p:nvGrpSpPr>
          <p:grpSpPr>
            <a:xfrm>
              <a:off x="3750792" y="2754235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70" name="Freeform 123">
                <a:extLst>
                  <a:ext uri="{FF2B5EF4-FFF2-40B4-BE49-F238E27FC236}">
                    <a16:creationId xmlns:a16="http://schemas.microsoft.com/office/drawing/2014/main" id="{1CB02255-4DB1-4FD2-BBD7-A2F975A7CF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1" name="Oval 124">
                <a:extLst>
                  <a:ext uri="{FF2B5EF4-FFF2-40B4-BE49-F238E27FC236}">
                    <a16:creationId xmlns:a16="http://schemas.microsoft.com/office/drawing/2014/main" id="{3448CB4B-095D-4B1C-8D16-291B33DE4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72" name="Oval 125">
                <a:extLst>
                  <a:ext uri="{FF2B5EF4-FFF2-40B4-BE49-F238E27FC236}">
                    <a16:creationId xmlns:a16="http://schemas.microsoft.com/office/drawing/2014/main" id="{3228EE04-E4AE-4421-8737-C2F22ADE0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62" name="Group 146">
              <a:extLst>
                <a:ext uri="{FF2B5EF4-FFF2-40B4-BE49-F238E27FC236}">
                  <a16:creationId xmlns:a16="http://schemas.microsoft.com/office/drawing/2014/main" id="{C9BAA633-F9B9-40DF-8967-720D256CE902}"/>
                </a:ext>
              </a:extLst>
            </p:cNvPr>
            <p:cNvGrpSpPr/>
            <p:nvPr/>
          </p:nvGrpSpPr>
          <p:grpSpPr>
            <a:xfrm>
              <a:off x="4333310" y="2754235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67" name="Freeform 123">
                <a:extLst>
                  <a:ext uri="{FF2B5EF4-FFF2-40B4-BE49-F238E27FC236}">
                    <a16:creationId xmlns:a16="http://schemas.microsoft.com/office/drawing/2014/main" id="{92A234DF-64A3-4625-BFFB-2E465AB1C1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68" name="Oval 124">
                <a:extLst>
                  <a:ext uri="{FF2B5EF4-FFF2-40B4-BE49-F238E27FC236}">
                    <a16:creationId xmlns:a16="http://schemas.microsoft.com/office/drawing/2014/main" id="{DE4FDB3E-07FA-4B31-A186-72970614C9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69" name="Oval 125">
                <a:extLst>
                  <a:ext uri="{FF2B5EF4-FFF2-40B4-BE49-F238E27FC236}">
                    <a16:creationId xmlns:a16="http://schemas.microsoft.com/office/drawing/2014/main" id="{6AD0EC2B-98C0-467F-8EAE-0EF72D901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63" name="Group 156">
              <a:extLst>
                <a:ext uri="{FF2B5EF4-FFF2-40B4-BE49-F238E27FC236}">
                  <a16:creationId xmlns:a16="http://schemas.microsoft.com/office/drawing/2014/main" id="{88DC68A3-6761-4014-96C6-5F667A07C7B4}"/>
                </a:ext>
              </a:extLst>
            </p:cNvPr>
            <p:cNvGrpSpPr/>
            <p:nvPr/>
          </p:nvGrpSpPr>
          <p:grpSpPr>
            <a:xfrm>
              <a:off x="4915828" y="2754235"/>
              <a:ext cx="517415" cy="520840"/>
              <a:chOff x="5016501" y="2106613"/>
              <a:chExt cx="239713" cy="241300"/>
            </a:xfrm>
            <a:solidFill>
              <a:schemeClr val="accent1"/>
            </a:solidFill>
          </p:grpSpPr>
          <p:sp>
            <p:nvSpPr>
              <p:cNvPr id="64" name="Freeform 123">
                <a:extLst>
                  <a:ext uri="{FF2B5EF4-FFF2-40B4-BE49-F238E27FC236}">
                    <a16:creationId xmlns:a16="http://schemas.microsoft.com/office/drawing/2014/main" id="{B441A6B7-81D9-4619-A36F-26000D22C4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16501" y="2106613"/>
                <a:ext cx="239713" cy="241300"/>
              </a:xfrm>
              <a:custGeom>
                <a:avLst/>
                <a:gdLst>
                  <a:gd name="T0" fmla="*/ 51 w 64"/>
                  <a:gd name="T1" fmla="*/ 38 h 64"/>
                  <a:gd name="T2" fmla="*/ 56 w 64"/>
                  <a:gd name="T3" fmla="*/ 24 h 64"/>
                  <a:gd name="T4" fmla="*/ 32 w 64"/>
                  <a:gd name="T5" fmla="*/ 0 h 64"/>
                  <a:gd name="T6" fmla="*/ 15 w 64"/>
                  <a:gd name="T7" fmla="*/ 7 h 64"/>
                  <a:gd name="T8" fmla="*/ 14 w 64"/>
                  <a:gd name="T9" fmla="*/ 8 h 64"/>
                  <a:gd name="T10" fmla="*/ 13 w 64"/>
                  <a:gd name="T11" fmla="*/ 9 h 64"/>
                  <a:gd name="T12" fmla="*/ 8 w 64"/>
                  <a:gd name="T13" fmla="*/ 20 h 64"/>
                  <a:gd name="T14" fmla="*/ 8 w 64"/>
                  <a:gd name="T15" fmla="*/ 24 h 64"/>
                  <a:gd name="T16" fmla="*/ 13 w 64"/>
                  <a:gd name="T17" fmla="*/ 38 h 64"/>
                  <a:gd name="T18" fmla="*/ 0 w 64"/>
                  <a:gd name="T19" fmla="*/ 64 h 64"/>
                  <a:gd name="T20" fmla="*/ 24 w 64"/>
                  <a:gd name="T21" fmla="*/ 64 h 64"/>
                  <a:gd name="T22" fmla="*/ 28 w 64"/>
                  <a:gd name="T23" fmla="*/ 52 h 64"/>
                  <a:gd name="T24" fmla="*/ 28 w 64"/>
                  <a:gd name="T25" fmla="*/ 48 h 64"/>
                  <a:gd name="T26" fmla="*/ 36 w 64"/>
                  <a:gd name="T27" fmla="*/ 48 h 64"/>
                  <a:gd name="T28" fmla="*/ 36 w 64"/>
                  <a:gd name="T29" fmla="*/ 52 h 64"/>
                  <a:gd name="T30" fmla="*/ 40 w 64"/>
                  <a:gd name="T31" fmla="*/ 64 h 64"/>
                  <a:gd name="T32" fmla="*/ 64 w 64"/>
                  <a:gd name="T33" fmla="*/ 64 h 64"/>
                  <a:gd name="T34" fmla="*/ 51 w 64"/>
                  <a:gd name="T35" fmla="*/ 38 h 64"/>
                  <a:gd name="T36" fmla="*/ 32 w 64"/>
                  <a:gd name="T37" fmla="*/ 44 h 64"/>
                  <a:gd name="T38" fmla="*/ 12 w 64"/>
                  <a:gd name="T39" fmla="*/ 24 h 64"/>
                  <a:gd name="T40" fmla="*/ 13 w 64"/>
                  <a:gd name="T41" fmla="*/ 19 h 64"/>
                  <a:gd name="T42" fmla="*/ 25 w 64"/>
                  <a:gd name="T43" fmla="*/ 7 h 64"/>
                  <a:gd name="T44" fmla="*/ 44 w 64"/>
                  <a:gd name="T45" fmla="*/ 16 h 64"/>
                  <a:gd name="T46" fmla="*/ 50 w 64"/>
                  <a:gd name="T47" fmla="*/ 16 h 64"/>
                  <a:gd name="T48" fmla="*/ 52 w 64"/>
                  <a:gd name="T49" fmla="*/ 24 h 64"/>
                  <a:gd name="T50" fmla="*/ 32 w 64"/>
                  <a:gd name="T51" fmla="*/ 4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64">
                    <a:moveTo>
                      <a:pt x="51" y="38"/>
                    </a:moveTo>
                    <a:cubicBezTo>
                      <a:pt x="54" y="34"/>
                      <a:pt x="56" y="29"/>
                      <a:pt x="56" y="24"/>
                    </a:cubicBezTo>
                    <a:cubicBezTo>
                      <a:pt x="56" y="11"/>
                      <a:pt x="45" y="0"/>
                      <a:pt x="32" y="0"/>
                    </a:cubicBezTo>
                    <a:cubicBezTo>
                      <a:pt x="25" y="0"/>
                      <a:pt x="19" y="3"/>
                      <a:pt x="15" y="7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9"/>
                    </a:cubicBezTo>
                    <a:cubicBezTo>
                      <a:pt x="11" y="12"/>
                      <a:pt x="8" y="20"/>
                      <a:pt x="8" y="20"/>
                    </a:cubicBezTo>
                    <a:cubicBezTo>
                      <a:pt x="8" y="21"/>
                      <a:pt x="8" y="23"/>
                      <a:pt x="8" y="24"/>
                    </a:cubicBezTo>
                    <a:cubicBezTo>
                      <a:pt x="8" y="29"/>
                      <a:pt x="10" y="34"/>
                      <a:pt x="13" y="38"/>
                    </a:cubicBezTo>
                    <a:cubicBezTo>
                      <a:pt x="5" y="44"/>
                      <a:pt x="0" y="54"/>
                      <a:pt x="0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4"/>
                      <a:pt x="59" y="44"/>
                      <a:pt x="51" y="38"/>
                    </a:cubicBezTo>
                    <a:close/>
                    <a:moveTo>
                      <a:pt x="32" y="44"/>
                    </a:moveTo>
                    <a:cubicBezTo>
                      <a:pt x="21" y="44"/>
                      <a:pt x="12" y="35"/>
                      <a:pt x="12" y="24"/>
                    </a:cubicBezTo>
                    <a:cubicBezTo>
                      <a:pt x="12" y="22"/>
                      <a:pt x="12" y="20"/>
                      <a:pt x="13" y="19"/>
                    </a:cubicBezTo>
                    <a:cubicBezTo>
                      <a:pt x="18" y="16"/>
                      <a:pt x="22" y="12"/>
                      <a:pt x="25" y="7"/>
                    </a:cubicBezTo>
                    <a:cubicBezTo>
                      <a:pt x="29" y="13"/>
                      <a:pt x="36" y="16"/>
                      <a:pt x="44" y="16"/>
                    </a:cubicBezTo>
                    <a:cubicBezTo>
                      <a:pt x="46" y="16"/>
                      <a:pt x="48" y="16"/>
                      <a:pt x="50" y="16"/>
                    </a:cubicBezTo>
                    <a:cubicBezTo>
                      <a:pt x="51" y="18"/>
                      <a:pt x="52" y="21"/>
                      <a:pt x="52" y="24"/>
                    </a:cubicBezTo>
                    <a:cubicBezTo>
                      <a:pt x="52" y="35"/>
                      <a:pt x="43" y="44"/>
                      <a:pt x="3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65" name="Oval 124">
                <a:extLst>
                  <a:ext uri="{FF2B5EF4-FFF2-40B4-BE49-F238E27FC236}">
                    <a16:creationId xmlns:a16="http://schemas.microsoft.com/office/drawing/2014/main" id="{8CA14AC7-10B4-4219-83B0-CA5C3F650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428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66" name="Oval 125">
                <a:extLst>
                  <a:ext uri="{FF2B5EF4-FFF2-40B4-BE49-F238E27FC236}">
                    <a16:creationId xmlns:a16="http://schemas.microsoft.com/office/drawing/2014/main" id="{60F03FBD-5AD3-4564-9238-6BCD817CD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14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0" name="Group 171">
            <a:extLst>
              <a:ext uri="{FF2B5EF4-FFF2-40B4-BE49-F238E27FC236}">
                <a16:creationId xmlns:a16="http://schemas.microsoft.com/office/drawing/2014/main" id="{E5E4A735-CA01-463C-AF2C-ABC95822428E}"/>
              </a:ext>
            </a:extLst>
          </p:cNvPr>
          <p:cNvGrpSpPr/>
          <p:nvPr/>
        </p:nvGrpSpPr>
        <p:grpSpPr>
          <a:xfrm>
            <a:off x="1248506" y="2906049"/>
            <a:ext cx="480410" cy="483590"/>
            <a:chOff x="5016501" y="2106613"/>
            <a:chExt cx="239713" cy="241300"/>
          </a:xfrm>
          <a:solidFill>
            <a:schemeClr val="accent1"/>
          </a:solidFill>
        </p:grpSpPr>
        <p:sp>
          <p:nvSpPr>
            <p:cNvPr id="53" name="Freeform 123">
              <a:extLst>
                <a:ext uri="{FF2B5EF4-FFF2-40B4-BE49-F238E27FC236}">
                  <a16:creationId xmlns:a16="http://schemas.microsoft.com/office/drawing/2014/main" id="{F9CD2234-0590-4322-AA03-199802CE0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6501" y="2106613"/>
              <a:ext cx="239713" cy="241300"/>
            </a:xfrm>
            <a:custGeom>
              <a:avLst/>
              <a:gdLst>
                <a:gd name="T0" fmla="*/ 51 w 64"/>
                <a:gd name="T1" fmla="*/ 38 h 64"/>
                <a:gd name="T2" fmla="*/ 56 w 64"/>
                <a:gd name="T3" fmla="*/ 24 h 64"/>
                <a:gd name="T4" fmla="*/ 32 w 64"/>
                <a:gd name="T5" fmla="*/ 0 h 64"/>
                <a:gd name="T6" fmla="*/ 15 w 64"/>
                <a:gd name="T7" fmla="*/ 7 h 64"/>
                <a:gd name="T8" fmla="*/ 14 w 64"/>
                <a:gd name="T9" fmla="*/ 8 h 64"/>
                <a:gd name="T10" fmla="*/ 13 w 64"/>
                <a:gd name="T11" fmla="*/ 9 h 64"/>
                <a:gd name="T12" fmla="*/ 8 w 64"/>
                <a:gd name="T13" fmla="*/ 20 h 64"/>
                <a:gd name="T14" fmla="*/ 8 w 64"/>
                <a:gd name="T15" fmla="*/ 24 h 64"/>
                <a:gd name="T16" fmla="*/ 13 w 64"/>
                <a:gd name="T17" fmla="*/ 38 h 64"/>
                <a:gd name="T18" fmla="*/ 0 w 64"/>
                <a:gd name="T19" fmla="*/ 64 h 64"/>
                <a:gd name="T20" fmla="*/ 24 w 64"/>
                <a:gd name="T21" fmla="*/ 64 h 64"/>
                <a:gd name="T22" fmla="*/ 28 w 64"/>
                <a:gd name="T23" fmla="*/ 52 h 64"/>
                <a:gd name="T24" fmla="*/ 28 w 64"/>
                <a:gd name="T25" fmla="*/ 48 h 64"/>
                <a:gd name="T26" fmla="*/ 36 w 64"/>
                <a:gd name="T27" fmla="*/ 48 h 64"/>
                <a:gd name="T28" fmla="*/ 36 w 64"/>
                <a:gd name="T29" fmla="*/ 52 h 64"/>
                <a:gd name="T30" fmla="*/ 40 w 64"/>
                <a:gd name="T31" fmla="*/ 64 h 64"/>
                <a:gd name="T32" fmla="*/ 64 w 64"/>
                <a:gd name="T33" fmla="*/ 64 h 64"/>
                <a:gd name="T34" fmla="*/ 51 w 64"/>
                <a:gd name="T35" fmla="*/ 38 h 64"/>
                <a:gd name="T36" fmla="*/ 32 w 64"/>
                <a:gd name="T37" fmla="*/ 44 h 64"/>
                <a:gd name="T38" fmla="*/ 12 w 64"/>
                <a:gd name="T39" fmla="*/ 24 h 64"/>
                <a:gd name="T40" fmla="*/ 13 w 64"/>
                <a:gd name="T41" fmla="*/ 19 h 64"/>
                <a:gd name="T42" fmla="*/ 25 w 64"/>
                <a:gd name="T43" fmla="*/ 7 h 64"/>
                <a:gd name="T44" fmla="*/ 44 w 64"/>
                <a:gd name="T45" fmla="*/ 16 h 64"/>
                <a:gd name="T46" fmla="*/ 50 w 64"/>
                <a:gd name="T47" fmla="*/ 16 h 64"/>
                <a:gd name="T48" fmla="*/ 52 w 64"/>
                <a:gd name="T49" fmla="*/ 24 h 64"/>
                <a:gd name="T50" fmla="*/ 32 w 64"/>
                <a:gd name="T51" fmla="*/ 4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64">
                  <a:moveTo>
                    <a:pt x="51" y="38"/>
                  </a:moveTo>
                  <a:cubicBezTo>
                    <a:pt x="54" y="34"/>
                    <a:pt x="56" y="29"/>
                    <a:pt x="56" y="24"/>
                  </a:cubicBezTo>
                  <a:cubicBezTo>
                    <a:pt x="56" y="11"/>
                    <a:pt x="45" y="0"/>
                    <a:pt x="32" y="0"/>
                  </a:cubicBezTo>
                  <a:cubicBezTo>
                    <a:pt x="25" y="0"/>
                    <a:pt x="19" y="3"/>
                    <a:pt x="15" y="7"/>
                  </a:cubicBezTo>
                  <a:cubicBezTo>
                    <a:pt x="15" y="8"/>
                    <a:pt x="14" y="8"/>
                    <a:pt x="14" y="8"/>
                  </a:cubicBezTo>
                  <a:cubicBezTo>
                    <a:pt x="14" y="8"/>
                    <a:pt x="14" y="8"/>
                    <a:pt x="13" y="9"/>
                  </a:cubicBezTo>
                  <a:cubicBezTo>
                    <a:pt x="11" y="12"/>
                    <a:pt x="8" y="20"/>
                    <a:pt x="8" y="20"/>
                  </a:cubicBezTo>
                  <a:cubicBezTo>
                    <a:pt x="8" y="21"/>
                    <a:pt x="8" y="23"/>
                    <a:pt x="8" y="24"/>
                  </a:cubicBezTo>
                  <a:cubicBezTo>
                    <a:pt x="8" y="29"/>
                    <a:pt x="10" y="34"/>
                    <a:pt x="13" y="38"/>
                  </a:cubicBezTo>
                  <a:cubicBezTo>
                    <a:pt x="5" y="44"/>
                    <a:pt x="0" y="54"/>
                    <a:pt x="0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54"/>
                    <a:pt x="59" y="44"/>
                    <a:pt x="51" y="38"/>
                  </a:cubicBezTo>
                  <a:close/>
                  <a:moveTo>
                    <a:pt x="32" y="44"/>
                  </a:moveTo>
                  <a:cubicBezTo>
                    <a:pt x="21" y="44"/>
                    <a:pt x="12" y="35"/>
                    <a:pt x="12" y="24"/>
                  </a:cubicBezTo>
                  <a:cubicBezTo>
                    <a:pt x="12" y="22"/>
                    <a:pt x="12" y="20"/>
                    <a:pt x="13" y="19"/>
                  </a:cubicBezTo>
                  <a:cubicBezTo>
                    <a:pt x="18" y="16"/>
                    <a:pt x="22" y="12"/>
                    <a:pt x="25" y="7"/>
                  </a:cubicBezTo>
                  <a:cubicBezTo>
                    <a:pt x="29" y="13"/>
                    <a:pt x="36" y="16"/>
                    <a:pt x="44" y="16"/>
                  </a:cubicBezTo>
                  <a:cubicBezTo>
                    <a:pt x="46" y="16"/>
                    <a:pt x="48" y="16"/>
                    <a:pt x="50" y="16"/>
                  </a:cubicBezTo>
                  <a:cubicBezTo>
                    <a:pt x="51" y="18"/>
                    <a:pt x="52" y="21"/>
                    <a:pt x="52" y="24"/>
                  </a:cubicBezTo>
                  <a:cubicBezTo>
                    <a:pt x="52" y="35"/>
                    <a:pt x="43" y="44"/>
                    <a:pt x="3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54" name="Oval 124">
              <a:extLst>
                <a:ext uri="{FF2B5EF4-FFF2-40B4-BE49-F238E27FC236}">
                  <a16:creationId xmlns:a16="http://schemas.microsoft.com/office/drawing/2014/main" id="{54AA85CA-5625-4A33-8D09-A6302575D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428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55" name="Oval 125">
              <a:extLst>
                <a:ext uri="{FF2B5EF4-FFF2-40B4-BE49-F238E27FC236}">
                  <a16:creationId xmlns:a16="http://schemas.microsoft.com/office/drawing/2014/main" id="{9D556031-6FDC-4A62-B0E3-C9077662C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4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21" name="Group 172">
            <a:extLst>
              <a:ext uri="{FF2B5EF4-FFF2-40B4-BE49-F238E27FC236}">
                <a16:creationId xmlns:a16="http://schemas.microsoft.com/office/drawing/2014/main" id="{D9BA7793-C410-4E56-810F-405508B792E0}"/>
              </a:ext>
            </a:extLst>
          </p:cNvPr>
          <p:cNvGrpSpPr/>
          <p:nvPr/>
        </p:nvGrpSpPr>
        <p:grpSpPr>
          <a:xfrm>
            <a:off x="1789362" y="2906049"/>
            <a:ext cx="480410" cy="483590"/>
            <a:chOff x="5016501" y="2106613"/>
            <a:chExt cx="239713" cy="241300"/>
          </a:xfrm>
          <a:solidFill>
            <a:schemeClr val="accent1"/>
          </a:solidFill>
        </p:grpSpPr>
        <p:sp>
          <p:nvSpPr>
            <p:cNvPr id="50" name="Freeform 123">
              <a:extLst>
                <a:ext uri="{FF2B5EF4-FFF2-40B4-BE49-F238E27FC236}">
                  <a16:creationId xmlns:a16="http://schemas.microsoft.com/office/drawing/2014/main" id="{871EEBFE-5D01-44F9-8194-591308A08D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6501" y="2106613"/>
              <a:ext cx="239713" cy="241300"/>
            </a:xfrm>
            <a:custGeom>
              <a:avLst/>
              <a:gdLst>
                <a:gd name="T0" fmla="*/ 51 w 64"/>
                <a:gd name="T1" fmla="*/ 38 h 64"/>
                <a:gd name="T2" fmla="*/ 56 w 64"/>
                <a:gd name="T3" fmla="*/ 24 h 64"/>
                <a:gd name="T4" fmla="*/ 32 w 64"/>
                <a:gd name="T5" fmla="*/ 0 h 64"/>
                <a:gd name="T6" fmla="*/ 15 w 64"/>
                <a:gd name="T7" fmla="*/ 7 h 64"/>
                <a:gd name="T8" fmla="*/ 14 w 64"/>
                <a:gd name="T9" fmla="*/ 8 h 64"/>
                <a:gd name="T10" fmla="*/ 13 w 64"/>
                <a:gd name="T11" fmla="*/ 9 h 64"/>
                <a:gd name="T12" fmla="*/ 8 w 64"/>
                <a:gd name="T13" fmla="*/ 20 h 64"/>
                <a:gd name="T14" fmla="*/ 8 w 64"/>
                <a:gd name="T15" fmla="*/ 24 h 64"/>
                <a:gd name="T16" fmla="*/ 13 w 64"/>
                <a:gd name="T17" fmla="*/ 38 h 64"/>
                <a:gd name="T18" fmla="*/ 0 w 64"/>
                <a:gd name="T19" fmla="*/ 64 h 64"/>
                <a:gd name="T20" fmla="*/ 24 w 64"/>
                <a:gd name="T21" fmla="*/ 64 h 64"/>
                <a:gd name="T22" fmla="*/ 28 w 64"/>
                <a:gd name="T23" fmla="*/ 52 h 64"/>
                <a:gd name="T24" fmla="*/ 28 w 64"/>
                <a:gd name="T25" fmla="*/ 48 h 64"/>
                <a:gd name="T26" fmla="*/ 36 w 64"/>
                <a:gd name="T27" fmla="*/ 48 h 64"/>
                <a:gd name="T28" fmla="*/ 36 w 64"/>
                <a:gd name="T29" fmla="*/ 52 h 64"/>
                <a:gd name="T30" fmla="*/ 40 w 64"/>
                <a:gd name="T31" fmla="*/ 64 h 64"/>
                <a:gd name="T32" fmla="*/ 64 w 64"/>
                <a:gd name="T33" fmla="*/ 64 h 64"/>
                <a:gd name="T34" fmla="*/ 51 w 64"/>
                <a:gd name="T35" fmla="*/ 38 h 64"/>
                <a:gd name="T36" fmla="*/ 32 w 64"/>
                <a:gd name="T37" fmla="*/ 44 h 64"/>
                <a:gd name="T38" fmla="*/ 12 w 64"/>
                <a:gd name="T39" fmla="*/ 24 h 64"/>
                <a:gd name="T40" fmla="*/ 13 w 64"/>
                <a:gd name="T41" fmla="*/ 19 h 64"/>
                <a:gd name="T42" fmla="*/ 25 w 64"/>
                <a:gd name="T43" fmla="*/ 7 h 64"/>
                <a:gd name="T44" fmla="*/ 44 w 64"/>
                <a:gd name="T45" fmla="*/ 16 h 64"/>
                <a:gd name="T46" fmla="*/ 50 w 64"/>
                <a:gd name="T47" fmla="*/ 16 h 64"/>
                <a:gd name="T48" fmla="*/ 52 w 64"/>
                <a:gd name="T49" fmla="*/ 24 h 64"/>
                <a:gd name="T50" fmla="*/ 32 w 64"/>
                <a:gd name="T51" fmla="*/ 4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64">
                  <a:moveTo>
                    <a:pt x="51" y="38"/>
                  </a:moveTo>
                  <a:cubicBezTo>
                    <a:pt x="54" y="34"/>
                    <a:pt x="56" y="29"/>
                    <a:pt x="56" y="24"/>
                  </a:cubicBezTo>
                  <a:cubicBezTo>
                    <a:pt x="56" y="11"/>
                    <a:pt x="45" y="0"/>
                    <a:pt x="32" y="0"/>
                  </a:cubicBezTo>
                  <a:cubicBezTo>
                    <a:pt x="25" y="0"/>
                    <a:pt x="19" y="3"/>
                    <a:pt x="15" y="7"/>
                  </a:cubicBezTo>
                  <a:cubicBezTo>
                    <a:pt x="15" y="8"/>
                    <a:pt x="14" y="8"/>
                    <a:pt x="14" y="8"/>
                  </a:cubicBezTo>
                  <a:cubicBezTo>
                    <a:pt x="14" y="8"/>
                    <a:pt x="14" y="8"/>
                    <a:pt x="13" y="9"/>
                  </a:cubicBezTo>
                  <a:cubicBezTo>
                    <a:pt x="11" y="12"/>
                    <a:pt x="8" y="20"/>
                    <a:pt x="8" y="20"/>
                  </a:cubicBezTo>
                  <a:cubicBezTo>
                    <a:pt x="8" y="21"/>
                    <a:pt x="8" y="23"/>
                    <a:pt x="8" y="24"/>
                  </a:cubicBezTo>
                  <a:cubicBezTo>
                    <a:pt x="8" y="29"/>
                    <a:pt x="10" y="34"/>
                    <a:pt x="13" y="38"/>
                  </a:cubicBezTo>
                  <a:cubicBezTo>
                    <a:pt x="5" y="44"/>
                    <a:pt x="0" y="54"/>
                    <a:pt x="0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54"/>
                    <a:pt x="59" y="44"/>
                    <a:pt x="51" y="38"/>
                  </a:cubicBezTo>
                  <a:close/>
                  <a:moveTo>
                    <a:pt x="32" y="44"/>
                  </a:moveTo>
                  <a:cubicBezTo>
                    <a:pt x="21" y="44"/>
                    <a:pt x="12" y="35"/>
                    <a:pt x="12" y="24"/>
                  </a:cubicBezTo>
                  <a:cubicBezTo>
                    <a:pt x="12" y="22"/>
                    <a:pt x="12" y="20"/>
                    <a:pt x="13" y="19"/>
                  </a:cubicBezTo>
                  <a:cubicBezTo>
                    <a:pt x="18" y="16"/>
                    <a:pt x="22" y="12"/>
                    <a:pt x="25" y="7"/>
                  </a:cubicBezTo>
                  <a:cubicBezTo>
                    <a:pt x="29" y="13"/>
                    <a:pt x="36" y="16"/>
                    <a:pt x="44" y="16"/>
                  </a:cubicBezTo>
                  <a:cubicBezTo>
                    <a:pt x="46" y="16"/>
                    <a:pt x="48" y="16"/>
                    <a:pt x="50" y="16"/>
                  </a:cubicBezTo>
                  <a:cubicBezTo>
                    <a:pt x="51" y="18"/>
                    <a:pt x="52" y="21"/>
                    <a:pt x="52" y="24"/>
                  </a:cubicBezTo>
                  <a:cubicBezTo>
                    <a:pt x="52" y="35"/>
                    <a:pt x="43" y="44"/>
                    <a:pt x="3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51" name="Oval 124">
              <a:extLst>
                <a:ext uri="{FF2B5EF4-FFF2-40B4-BE49-F238E27FC236}">
                  <a16:creationId xmlns:a16="http://schemas.microsoft.com/office/drawing/2014/main" id="{04F86A5D-1E63-49A5-943A-9DC0C7134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428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52" name="Oval 125">
              <a:extLst>
                <a:ext uri="{FF2B5EF4-FFF2-40B4-BE49-F238E27FC236}">
                  <a16:creationId xmlns:a16="http://schemas.microsoft.com/office/drawing/2014/main" id="{CA918E34-38DE-4A01-A9DE-4986E001A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4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22" name="Group 173">
            <a:extLst>
              <a:ext uri="{FF2B5EF4-FFF2-40B4-BE49-F238E27FC236}">
                <a16:creationId xmlns:a16="http://schemas.microsoft.com/office/drawing/2014/main" id="{B57179FB-DDC9-47F0-9C65-4DF77F4E38A7}"/>
              </a:ext>
            </a:extLst>
          </p:cNvPr>
          <p:cNvGrpSpPr/>
          <p:nvPr/>
        </p:nvGrpSpPr>
        <p:grpSpPr>
          <a:xfrm>
            <a:off x="2330220" y="2906049"/>
            <a:ext cx="480410" cy="483590"/>
            <a:chOff x="5016501" y="2106613"/>
            <a:chExt cx="239713" cy="241300"/>
          </a:xfrm>
          <a:solidFill>
            <a:schemeClr val="tx1">
              <a:lumMod val="20000"/>
              <a:lumOff val="80000"/>
            </a:schemeClr>
          </a:solidFill>
        </p:grpSpPr>
        <p:sp>
          <p:nvSpPr>
            <p:cNvPr id="47" name="Freeform 123">
              <a:extLst>
                <a:ext uri="{FF2B5EF4-FFF2-40B4-BE49-F238E27FC236}">
                  <a16:creationId xmlns:a16="http://schemas.microsoft.com/office/drawing/2014/main" id="{A5EC7DBB-F117-41CC-92D0-298AE4158C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6501" y="2106613"/>
              <a:ext cx="239713" cy="241300"/>
            </a:xfrm>
            <a:custGeom>
              <a:avLst/>
              <a:gdLst>
                <a:gd name="T0" fmla="*/ 51 w 64"/>
                <a:gd name="T1" fmla="*/ 38 h 64"/>
                <a:gd name="T2" fmla="*/ 56 w 64"/>
                <a:gd name="T3" fmla="*/ 24 h 64"/>
                <a:gd name="T4" fmla="*/ 32 w 64"/>
                <a:gd name="T5" fmla="*/ 0 h 64"/>
                <a:gd name="T6" fmla="*/ 15 w 64"/>
                <a:gd name="T7" fmla="*/ 7 h 64"/>
                <a:gd name="T8" fmla="*/ 14 w 64"/>
                <a:gd name="T9" fmla="*/ 8 h 64"/>
                <a:gd name="T10" fmla="*/ 13 w 64"/>
                <a:gd name="T11" fmla="*/ 9 h 64"/>
                <a:gd name="T12" fmla="*/ 8 w 64"/>
                <a:gd name="T13" fmla="*/ 20 h 64"/>
                <a:gd name="T14" fmla="*/ 8 w 64"/>
                <a:gd name="T15" fmla="*/ 24 h 64"/>
                <a:gd name="T16" fmla="*/ 13 w 64"/>
                <a:gd name="T17" fmla="*/ 38 h 64"/>
                <a:gd name="T18" fmla="*/ 0 w 64"/>
                <a:gd name="T19" fmla="*/ 64 h 64"/>
                <a:gd name="T20" fmla="*/ 24 w 64"/>
                <a:gd name="T21" fmla="*/ 64 h 64"/>
                <a:gd name="T22" fmla="*/ 28 w 64"/>
                <a:gd name="T23" fmla="*/ 52 h 64"/>
                <a:gd name="T24" fmla="*/ 28 w 64"/>
                <a:gd name="T25" fmla="*/ 48 h 64"/>
                <a:gd name="T26" fmla="*/ 36 w 64"/>
                <a:gd name="T27" fmla="*/ 48 h 64"/>
                <a:gd name="T28" fmla="*/ 36 w 64"/>
                <a:gd name="T29" fmla="*/ 52 h 64"/>
                <a:gd name="T30" fmla="*/ 40 w 64"/>
                <a:gd name="T31" fmla="*/ 64 h 64"/>
                <a:gd name="T32" fmla="*/ 64 w 64"/>
                <a:gd name="T33" fmla="*/ 64 h 64"/>
                <a:gd name="T34" fmla="*/ 51 w 64"/>
                <a:gd name="T35" fmla="*/ 38 h 64"/>
                <a:gd name="T36" fmla="*/ 32 w 64"/>
                <a:gd name="T37" fmla="*/ 44 h 64"/>
                <a:gd name="T38" fmla="*/ 12 w 64"/>
                <a:gd name="T39" fmla="*/ 24 h 64"/>
                <a:gd name="T40" fmla="*/ 13 w 64"/>
                <a:gd name="T41" fmla="*/ 19 h 64"/>
                <a:gd name="T42" fmla="*/ 25 w 64"/>
                <a:gd name="T43" fmla="*/ 7 h 64"/>
                <a:gd name="T44" fmla="*/ 44 w 64"/>
                <a:gd name="T45" fmla="*/ 16 h 64"/>
                <a:gd name="T46" fmla="*/ 50 w 64"/>
                <a:gd name="T47" fmla="*/ 16 h 64"/>
                <a:gd name="T48" fmla="*/ 52 w 64"/>
                <a:gd name="T49" fmla="*/ 24 h 64"/>
                <a:gd name="T50" fmla="*/ 32 w 64"/>
                <a:gd name="T51" fmla="*/ 4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64">
                  <a:moveTo>
                    <a:pt x="51" y="38"/>
                  </a:moveTo>
                  <a:cubicBezTo>
                    <a:pt x="54" y="34"/>
                    <a:pt x="56" y="29"/>
                    <a:pt x="56" y="24"/>
                  </a:cubicBezTo>
                  <a:cubicBezTo>
                    <a:pt x="56" y="11"/>
                    <a:pt x="45" y="0"/>
                    <a:pt x="32" y="0"/>
                  </a:cubicBezTo>
                  <a:cubicBezTo>
                    <a:pt x="25" y="0"/>
                    <a:pt x="19" y="3"/>
                    <a:pt x="15" y="7"/>
                  </a:cubicBezTo>
                  <a:cubicBezTo>
                    <a:pt x="15" y="8"/>
                    <a:pt x="14" y="8"/>
                    <a:pt x="14" y="8"/>
                  </a:cubicBezTo>
                  <a:cubicBezTo>
                    <a:pt x="14" y="8"/>
                    <a:pt x="14" y="8"/>
                    <a:pt x="13" y="9"/>
                  </a:cubicBezTo>
                  <a:cubicBezTo>
                    <a:pt x="11" y="12"/>
                    <a:pt x="8" y="20"/>
                    <a:pt x="8" y="20"/>
                  </a:cubicBezTo>
                  <a:cubicBezTo>
                    <a:pt x="8" y="21"/>
                    <a:pt x="8" y="23"/>
                    <a:pt x="8" y="24"/>
                  </a:cubicBezTo>
                  <a:cubicBezTo>
                    <a:pt x="8" y="29"/>
                    <a:pt x="10" y="34"/>
                    <a:pt x="13" y="38"/>
                  </a:cubicBezTo>
                  <a:cubicBezTo>
                    <a:pt x="5" y="44"/>
                    <a:pt x="0" y="54"/>
                    <a:pt x="0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54"/>
                    <a:pt x="59" y="44"/>
                    <a:pt x="51" y="38"/>
                  </a:cubicBezTo>
                  <a:close/>
                  <a:moveTo>
                    <a:pt x="32" y="44"/>
                  </a:moveTo>
                  <a:cubicBezTo>
                    <a:pt x="21" y="44"/>
                    <a:pt x="12" y="35"/>
                    <a:pt x="12" y="24"/>
                  </a:cubicBezTo>
                  <a:cubicBezTo>
                    <a:pt x="12" y="22"/>
                    <a:pt x="12" y="20"/>
                    <a:pt x="13" y="19"/>
                  </a:cubicBezTo>
                  <a:cubicBezTo>
                    <a:pt x="18" y="16"/>
                    <a:pt x="22" y="12"/>
                    <a:pt x="25" y="7"/>
                  </a:cubicBezTo>
                  <a:cubicBezTo>
                    <a:pt x="29" y="13"/>
                    <a:pt x="36" y="16"/>
                    <a:pt x="44" y="16"/>
                  </a:cubicBezTo>
                  <a:cubicBezTo>
                    <a:pt x="46" y="16"/>
                    <a:pt x="48" y="16"/>
                    <a:pt x="50" y="16"/>
                  </a:cubicBezTo>
                  <a:cubicBezTo>
                    <a:pt x="51" y="18"/>
                    <a:pt x="52" y="21"/>
                    <a:pt x="52" y="24"/>
                  </a:cubicBezTo>
                  <a:cubicBezTo>
                    <a:pt x="52" y="35"/>
                    <a:pt x="43" y="44"/>
                    <a:pt x="3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48" name="Oval 124">
              <a:extLst>
                <a:ext uri="{FF2B5EF4-FFF2-40B4-BE49-F238E27FC236}">
                  <a16:creationId xmlns:a16="http://schemas.microsoft.com/office/drawing/2014/main" id="{9E878AF6-EA25-4E23-BB70-BB89DB79B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428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49" name="Oval 125">
              <a:extLst>
                <a:ext uri="{FF2B5EF4-FFF2-40B4-BE49-F238E27FC236}">
                  <a16:creationId xmlns:a16="http://schemas.microsoft.com/office/drawing/2014/main" id="{19768997-DCD1-4863-8414-023CB2C31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4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23" name="Group 174">
            <a:extLst>
              <a:ext uri="{FF2B5EF4-FFF2-40B4-BE49-F238E27FC236}">
                <a16:creationId xmlns:a16="http://schemas.microsoft.com/office/drawing/2014/main" id="{E156F44F-5DFB-47A7-BFC7-3A7D1383CA31}"/>
              </a:ext>
            </a:extLst>
          </p:cNvPr>
          <p:cNvGrpSpPr/>
          <p:nvPr/>
        </p:nvGrpSpPr>
        <p:grpSpPr>
          <a:xfrm>
            <a:off x="2871076" y="2906049"/>
            <a:ext cx="480410" cy="483590"/>
            <a:chOff x="5016501" y="2106613"/>
            <a:chExt cx="239713" cy="241300"/>
          </a:xfrm>
          <a:solidFill>
            <a:schemeClr val="tx1">
              <a:lumMod val="20000"/>
              <a:lumOff val="80000"/>
            </a:schemeClr>
          </a:solidFill>
        </p:grpSpPr>
        <p:sp>
          <p:nvSpPr>
            <p:cNvPr id="44" name="Freeform 123">
              <a:extLst>
                <a:ext uri="{FF2B5EF4-FFF2-40B4-BE49-F238E27FC236}">
                  <a16:creationId xmlns:a16="http://schemas.microsoft.com/office/drawing/2014/main" id="{14B103E6-5DD7-4C9D-A9B9-C9A286CAF8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6501" y="2106613"/>
              <a:ext cx="239713" cy="241300"/>
            </a:xfrm>
            <a:custGeom>
              <a:avLst/>
              <a:gdLst>
                <a:gd name="T0" fmla="*/ 51 w 64"/>
                <a:gd name="T1" fmla="*/ 38 h 64"/>
                <a:gd name="T2" fmla="*/ 56 w 64"/>
                <a:gd name="T3" fmla="*/ 24 h 64"/>
                <a:gd name="T4" fmla="*/ 32 w 64"/>
                <a:gd name="T5" fmla="*/ 0 h 64"/>
                <a:gd name="T6" fmla="*/ 15 w 64"/>
                <a:gd name="T7" fmla="*/ 7 h 64"/>
                <a:gd name="T8" fmla="*/ 14 w 64"/>
                <a:gd name="T9" fmla="*/ 8 h 64"/>
                <a:gd name="T10" fmla="*/ 13 w 64"/>
                <a:gd name="T11" fmla="*/ 9 h 64"/>
                <a:gd name="T12" fmla="*/ 8 w 64"/>
                <a:gd name="T13" fmla="*/ 20 h 64"/>
                <a:gd name="T14" fmla="*/ 8 w 64"/>
                <a:gd name="T15" fmla="*/ 24 h 64"/>
                <a:gd name="T16" fmla="*/ 13 w 64"/>
                <a:gd name="T17" fmla="*/ 38 h 64"/>
                <a:gd name="T18" fmla="*/ 0 w 64"/>
                <a:gd name="T19" fmla="*/ 64 h 64"/>
                <a:gd name="T20" fmla="*/ 24 w 64"/>
                <a:gd name="T21" fmla="*/ 64 h 64"/>
                <a:gd name="T22" fmla="*/ 28 w 64"/>
                <a:gd name="T23" fmla="*/ 52 h 64"/>
                <a:gd name="T24" fmla="*/ 28 w 64"/>
                <a:gd name="T25" fmla="*/ 48 h 64"/>
                <a:gd name="T26" fmla="*/ 36 w 64"/>
                <a:gd name="T27" fmla="*/ 48 h 64"/>
                <a:gd name="T28" fmla="*/ 36 w 64"/>
                <a:gd name="T29" fmla="*/ 52 h 64"/>
                <a:gd name="T30" fmla="*/ 40 w 64"/>
                <a:gd name="T31" fmla="*/ 64 h 64"/>
                <a:gd name="T32" fmla="*/ 64 w 64"/>
                <a:gd name="T33" fmla="*/ 64 h 64"/>
                <a:gd name="T34" fmla="*/ 51 w 64"/>
                <a:gd name="T35" fmla="*/ 38 h 64"/>
                <a:gd name="T36" fmla="*/ 32 w 64"/>
                <a:gd name="T37" fmla="*/ 44 h 64"/>
                <a:gd name="T38" fmla="*/ 12 w 64"/>
                <a:gd name="T39" fmla="*/ 24 h 64"/>
                <a:gd name="T40" fmla="*/ 13 w 64"/>
                <a:gd name="T41" fmla="*/ 19 h 64"/>
                <a:gd name="T42" fmla="*/ 25 w 64"/>
                <a:gd name="T43" fmla="*/ 7 h 64"/>
                <a:gd name="T44" fmla="*/ 44 w 64"/>
                <a:gd name="T45" fmla="*/ 16 h 64"/>
                <a:gd name="T46" fmla="*/ 50 w 64"/>
                <a:gd name="T47" fmla="*/ 16 h 64"/>
                <a:gd name="T48" fmla="*/ 52 w 64"/>
                <a:gd name="T49" fmla="*/ 24 h 64"/>
                <a:gd name="T50" fmla="*/ 32 w 64"/>
                <a:gd name="T51" fmla="*/ 4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64">
                  <a:moveTo>
                    <a:pt x="51" y="38"/>
                  </a:moveTo>
                  <a:cubicBezTo>
                    <a:pt x="54" y="34"/>
                    <a:pt x="56" y="29"/>
                    <a:pt x="56" y="24"/>
                  </a:cubicBezTo>
                  <a:cubicBezTo>
                    <a:pt x="56" y="11"/>
                    <a:pt x="45" y="0"/>
                    <a:pt x="32" y="0"/>
                  </a:cubicBezTo>
                  <a:cubicBezTo>
                    <a:pt x="25" y="0"/>
                    <a:pt x="19" y="3"/>
                    <a:pt x="15" y="7"/>
                  </a:cubicBezTo>
                  <a:cubicBezTo>
                    <a:pt x="15" y="8"/>
                    <a:pt x="14" y="8"/>
                    <a:pt x="14" y="8"/>
                  </a:cubicBezTo>
                  <a:cubicBezTo>
                    <a:pt x="14" y="8"/>
                    <a:pt x="14" y="8"/>
                    <a:pt x="13" y="9"/>
                  </a:cubicBezTo>
                  <a:cubicBezTo>
                    <a:pt x="11" y="12"/>
                    <a:pt x="8" y="20"/>
                    <a:pt x="8" y="20"/>
                  </a:cubicBezTo>
                  <a:cubicBezTo>
                    <a:pt x="8" y="21"/>
                    <a:pt x="8" y="23"/>
                    <a:pt x="8" y="24"/>
                  </a:cubicBezTo>
                  <a:cubicBezTo>
                    <a:pt x="8" y="29"/>
                    <a:pt x="10" y="34"/>
                    <a:pt x="13" y="38"/>
                  </a:cubicBezTo>
                  <a:cubicBezTo>
                    <a:pt x="5" y="44"/>
                    <a:pt x="0" y="54"/>
                    <a:pt x="0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54"/>
                    <a:pt x="59" y="44"/>
                    <a:pt x="51" y="38"/>
                  </a:cubicBezTo>
                  <a:close/>
                  <a:moveTo>
                    <a:pt x="32" y="44"/>
                  </a:moveTo>
                  <a:cubicBezTo>
                    <a:pt x="21" y="44"/>
                    <a:pt x="12" y="35"/>
                    <a:pt x="12" y="24"/>
                  </a:cubicBezTo>
                  <a:cubicBezTo>
                    <a:pt x="12" y="22"/>
                    <a:pt x="12" y="20"/>
                    <a:pt x="13" y="19"/>
                  </a:cubicBezTo>
                  <a:cubicBezTo>
                    <a:pt x="18" y="16"/>
                    <a:pt x="22" y="12"/>
                    <a:pt x="25" y="7"/>
                  </a:cubicBezTo>
                  <a:cubicBezTo>
                    <a:pt x="29" y="13"/>
                    <a:pt x="36" y="16"/>
                    <a:pt x="44" y="16"/>
                  </a:cubicBezTo>
                  <a:cubicBezTo>
                    <a:pt x="46" y="16"/>
                    <a:pt x="48" y="16"/>
                    <a:pt x="50" y="16"/>
                  </a:cubicBezTo>
                  <a:cubicBezTo>
                    <a:pt x="51" y="18"/>
                    <a:pt x="52" y="21"/>
                    <a:pt x="52" y="24"/>
                  </a:cubicBezTo>
                  <a:cubicBezTo>
                    <a:pt x="52" y="35"/>
                    <a:pt x="43" y="44"/>
                    <a:pt x="3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45" name="Oval 124">
              <a:extLst>
                <a:ext uri="{FF2B5EF4-FFF2-40B4-BE49-F238E27FC236}">
                  <a16:creationId xmlns:a16="http://schemas.microsoft.com/office/drawing/2014/main" id="{59F3FF62-5457-4AC1-AA45-133997D79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428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46" name="Oval 125">
              <a:extLst>
                <a:ext uri="{FF2B5EF4-FFF2-40B4-BE49-F238E27FC236}">
                  <a16:creationId xmlns:a16="http://schemas.microsoft.com/office/drawing/2014/main" id="{FC2270EA-0B76-431A-895A-C08A7C238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4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24" name="Group 175">
            <a:extLst>
              <a:ext uri="{FF2B5EF4-FFF2-40B4-BE49-F238E27FC236}">
                <a16:creationId xmlns:a16="http://schemas.microsoft.com/office/drawing/2014/main" id="{009B20FC-D237-4FD5-8292-8FB53D57CCA0}"/>
              </a:ext>
            </a:extLst>
          </p:cNvPr>
          <p:cNvGrpSpPr/>
          <p:nvPr/>
        </p:nvGrpSpPr>
        <p:grpSpPr>
          <a:xfrm>
            <a:off x="3411932" y="2906049"/>
            <a:ext cx="480410" cy="483590"/>
            <a:chOff x="5016501" y="2106613"/>
            <a:chExt cx="239713" cy="241300"/>
          </a:xfrm>
          <a:solidFill>
            <a:schemeClr val="tx1">
              <a:lumMod val="20000"/>
              <a:lumOff val="80000"/>
            </a:schemeClr>
          </a:solidFill>
        </p:grpSpPr>
        <p:sp>
          <p:nvSpPr>
            <p:cNvPr id="41" name="Freeform 123">
              <a:extLst>
                <a:ext uri="{FF2B5EF4-FFF2-40B4-BE49-F238E27FC236}">
                  <a16:creationId xmlns:a16="http://schemas.microsoft.com/office/drawing/2014/main" id="{C1E4E024-07E7-4F1D-BFDA-340732972F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6501" y="2106613"/>
              <a:ext cx="239713" cy="241300"/>
            </a:xfrm>
            <a:custGeom>
              <a:avLst/>
              <a:gdLst>
                <a:gd name="T0" fmla="*/ 51 w 64"/>
                <a:gd name="T1" fmla="*/ 38 h 64"/>
                <a:gd name="T2" fmla="*/ 56 w 64"/>
                <a:gd name="T3" fmla="*/ 24 h 64"/>
                <a:gd name="T4" fmla="*/ 32 w 64"/>
                <a:gd name="T5" fmla="*/ 0 h 64"/>
                <a:gd name="T6" fmla="*/ 15 w 64"/>
                <a:gd name="T7" fmla="*/ 7 h 64"/>
                <a:gd name="T8" fmla="*/ 14 w 64"/>
                <a:gd name="T9" fmla="*/ 8 h 64"/>
                <a:gd name="T10" fmla="*/ 13 w 64"/>
                <a:gd name="T11" fmla="*/ 9 h 64"/>
                <a:gd name="T12" fmla="*/ 8 w 64"/>
                <a:gd name="T13" fmla="*/ 20 h 64"/>
                <a:gd name="T14" fmla="*/ 8 w 64"/>
                <a:gd name="T15" fmla="*/ 24 h 64"/>
                <a:gd name="T16" fmla="*/ 13 w 64"/>
                <a:gd name="T17" fmla="*/ 38 h 64"/>
                <a:gd name="T18" fmla="*/ 0 w 64"/>
                <a:gd name="T19" fmla="*/ 64 h 64"/>
                <a:gd name="T20" fmla="*/ 24 w 64"/>
                <a:gd name="T21" fmla="*/ 64 h 64"/>
                <a:gd name="T22" fmla="*/ 28 w 64"/>
                <a:gd name="T23" fmla="*/ 52 h 64"/>
                <a:gd name="T24" fmla="*/ 28 w 64"/>
                <a:gd name="T25" fmla="*/ 48 h 64"/>
                <a:gd name="T26" fmla="*/ 36 w 64"/>
                <a:gd name="T27" fmla="*/ 48 h 64"/>
                <a:gd name="T28" fmla="*/ 36 w 64"/>
                <a:gd name="T29" fmla="*/ 52 h 64"/>
                <a:gd name="T30" fmla="*/ 40 w 64"/>
                <a:gd name="T31" fmla="*/ 64 h 64"/>
                <a:gd name="T32" fmla="*/ 64 w 64"/>
                <a:gd name="T33" fmla="*/ 64 h 64"/>
                <a:gd name="T34" fmla="*/ 51 w 64"/>
                <a:gd name="T35" fmla="*/ 38 h 64"/>
                <a:gd name="T36" fmla="*/ 32 w 64"/>
                <a:gd name="T37" fmla="*/ 44 h 64"/>
                <a:gd name="T38" fmla="*/ 12 w 64"/>
                <a:gd name="T39" fmla="*/ 24 h 64"/>
                <a:gd name="T40" fmla="*/ 13 w 64"/>
                <a:gd name="T41" fmla="*/ 19 h 64"/>
                <a:gd name="T42" fmla="*/ 25 w 64"/>
                <a:gd name="T43" fmla="*/ 7 h 64"/>
                <a:gd name="T44" fmla="*/ 44 w 64"/>
                <a:gd name="T45" fmla="*/ 16 h 64"/>
                <a:gd name="T46" fmla="*/ 50 w 64"/>
                <a:gd name="T47" fmla="*/ 16 h 64"/>
                <a:gd name="T48" fmla="*/ 52 w 64"/>
                <a:gd name="T49" fmla="*/ 24 h 64"/>
                <a:gd name="T50" fmla="*/ 32 w 64"/>
                <a:gd name="T51" fmla="*/ 4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64">
                  <a:moveTo>
                    <a:pt x="51" y="38"/>
                  </a:moveTo>
                  <a:cubicBezTo>
                    <a:pt x="54" y="34"/>
                    <a:pt x="56" y="29"/>
                    <a:pt x="56" y="24"/>
                  </a:cubicBezTo>
                  <a:cubicBezTo>
                    <a:pt x="56" y="11"/>
                    <a:pt x="45" y="0"/>
                    <a:pt x="32" y="0"/>
                  </a:cubicBezTo>
                  <a:cubicBezTo>
                    <a:pt x="25" y="0"/>
                    <a:pt x="19" y="3"/>
                    <a:pt x="15" y="7"/>
                  </a:cubicBezTo>
                  <a:cubicBezTo>
                    <a:pt x="15" y="8"/>
                    <a:pt x="14" y="8"/>
                    <a:pt x="14" y="8"/>
                  </a:cubicBezTo>
                  <a:cubicBezTo>
                    <a:pt x="14" y="8"/>
                    <a:pt x="14" y="8"/>
                    <a:pt x="13" y="9"/>
                  </a:cubicBezTo>
                  <a:cubicBezTo>
                    <a:pt x="11" y="12"/>
                    <a:pt x="8" y="20"/>
                    <a:pt x="8" y="20"/>
                  </a:cubicBezTo>
                  <a:cubicBezTo>
                    <a:pt x="8" y="21"/>
                    <a:pt x="8" y="23"/>
                    <a:pt x="8" y="24"/>
                  </a:cubicBezTo>
                  <a:cubicBezTo>
                    <a:pt x="8" y="29"/>
                    <a:pt x="10" y="34"/>
                    <a:pt x="13" y="38"/>
                  </a:cubicBezTo>
                  <a:cubicBezTo>
                    <a:pt x="5" y="44"/>
                    <a:pt x="0" y="54"/>
                    <a:pt x="0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54"/>
                    <a:pt x="59" y="44"/>
                    <a:pt x="51" y="38"/>
                  </a:cubicBezTo>
                  <a:close/>
                  <a:moveTo>
                    <a:pt x="32" y="44"/>
                  </a:moveTo>
                  <a:cubicBezTo>
                    <a:pt x="21" y="44"/>
                    <a:pt x="12" y="35"/>
                    <a:pt x="12" y="24"/>
                  </a:cubicBezTo>
                  <a:cubicBezTo>
                    <a:pt x="12" y="22"/>
                    <a:pt x="12" y="20"/>
                    <a:pt x="13" y="19"/>
                  </a:cubicBezTo>
                  <a:cubicBezTo>
                    <a:pt x="18" y="16"/>
                    <a:pt x="22" y="12"/>
                    <a:pt x="25" y="7"/>
                  </a:cubicBezTo>
                  <a:cubicBezTo>
                    <a:pt x="29" y="13"/>
                    <a:pt x="36" y="16"/>
                    <a:pt x="44" y="16"/>
                  </a:cubicBezTo>
                  <a:cubicBezTo>
                    <a:pt x="46" y="16"/>
                    <a:pt x="48" y="16"/>
                    <a:pt x="50" y="16"/>
                  </a:cubicBezTo>
                  <a:cubicBezTo>
                    <a:pt x="51" y="18"/>
                    <a:pt x="52" y="21"/>
                    <a:pt x="52" y="24"/>
                  </a:cubicBezTo>
                  <a:cubicBezTo>
                    <a:pt x="52" y="35"/>
                    <a:pt x="43" y="44"/>
                    <a:pt x="3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42" name="Oval 124">
              <a:extLst>
                <a:ext uri="{FF2B5EF4-FFF2-40B4-BE49-F238E27FC236}">
                  <a16:creationId xmlns:a16="http://schemas.microsoft.com/office/drawing/2014/main" id="{5FBB7969-29DC-4219-9C52-A5761A8C1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428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43" name="Oval 125">
              <a:extLst>
                <a:ext uri="{FF2B5EF4-FFF2-40B4-BE49-F238E27FC236}">
                  <a16:creationId xmlns:a16="http://schemas.microsoft.com/office/drawing/2014/main" id="{8A168D13-D45C-477B-9EA1-4CC2E66CD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4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29" name="Group 176">
            <a:extLst>
              <a:ext uri="{FF2B5EF4-FFF2-40B4-BE49-F238E27FC236}">
                <a16:creationId xmlns:a16="http://schemas.microsoft.com/office/drawing/2014/main" id="{EEDE12F9-1CF3-4711-B114-C78AD7650E68}"/>
              </a:ext>
            </a:extLst>
          </p:cNvPr>
          <p:cNvGrpSpPr/>
          <p:nvPr/>
        </p:nvGrpSpPr>
        <p:grpSpPr>
          <a:xfrm>
            <a:off x="3952790" y="2906049"/>
            <a:ext cx="480410" cy="483590"/>
            <a:chOff x="5016501" y="2106613"/>
            <a:chExt cx="239713" cy="241300"/>
          </a:xfrm>
          <a:solidFill>
            <a:schemeClr val="tx1">
              <a:lumMod val="20000"/>
              <a:lumOff val="80000"/>
            </a:schemeClr>
          </a:solidFill>
        </p:grpSpPr>
        <p:sp>
          <p:nvSpPr>
            <p:cNvPr id="38" name="Freeform 123">
              <a:extLst>
                <a:ext uri="{FF2B5EF4-FFF2-40B4-BE49-F238E27FC236}">
                  <a16:creationId xmlns:a16="http://schemas.microsoft.com/office/drawing/2014/main" id="{BE595E99-4079-4EA7-ADD9-1CE5C97562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6501" y="2106613"/>
              <a:ext cx="239713" cy="241300"/>
            </a:xfrm>
            <a:custGeom>
              <a:avLst/>
              <a:gdLst>
                <a:gd name="T0" fmla="*/ 51 w 64"/>
                <a:gd name="T1" fmla="*/ 38 h 64"/>
                <a:gd name="T2" fmla="*/ 56 w 64"/>
                <a:gd name="T3" fmla="*/ 24 h 64"/>
                <a:gd name="T4" fmla="*/ 32 w 64"/>
                <a:gd name="T5" fmla="*/ 0 h 64"/>
                <a:gd name="T6" fmla="*/ 15 w 64"/>
                <a:gd name="T7" fmla="*/ 7 h 64"/>
                <a:gd name="T8" fmla="*/ 14 w 64"/>
                <a:gd name="T9" fmla="*/ 8 h 64"/>
                <a:gd name="T10" fmla="*/ 13 w 64"/>
                <a:gd name="T11" fmla="*/ 9 h 64"/>
                <a:gd name="T12" fmla="*/ 8 w 64"/>
                <a:gd name="T13" fmla="*/ 20 h 64"/>
                <a:gd name="T14" fmla="*/ 8 w 64"/>
                <a:gd name="T15" fmla="*/ 24 h 64"/>
                <a:gd name="T16" fmla="*/ 13 w 64"/>
                <a:gd name="T17" fmla="*/ 38 h 64"/>
                <a:gd name="T18" fmla="*/ 0 w 64"/>
                <a:gd name="T19" fmla="*/ 64 h 64"/>
                <a:gd name="T20" fmla="*/ 24 w 64"/>
                <a:gd name="T21" fmla="*/ 64 h 64"/>
                <a:gd name="T22" fmla="*/ 28 w 64"/>
                <a:gd name="T23" fmla="*/ 52 h 64"/>
                <a:gd name="T24" fmla="*/ 28 w 64"/>
                <a:gd name="T25" fmla="*/ 48 h 64"/>
                <a:gd name="T26" fmla="*/ 36 w 64"/>
                <a:gd name="T27" fmla="*/ 48 h 64"/>
                <a:gd name="T28" fmla="*/ 36 w 64"/>
                <a:gd name="T29" fmla="*/ 52 h 64"/>
                <a:gd name="T30" fmla="*/ 40 w 64"/>
                <a:gd name="T31" fmla="*/ 64 h 64"/>
                <a:gd name="T32" fmla="*/ 64 w 64"/>
                <a:gd name="T33" fmla="*/ 64 h 64"/>
                <a:gd name="T34" fmla="*/ 51 w 64"/>
                <a:gd name="T35" fmla="*/ 38 h 64"/>
                <a:gd name="T36" fmla="*/ 32 w 64"/>
                <a:gd name="T37" fmla="*/ 44 h 64"/>
                <a:gd name="T38" fmla="*/ 12 w 64"/>
                <a:gd name="T39" fmla="*/ 24 h 64"/>
                <a:gd name="T40" fmla="*/ 13 w 64"/>
                <a:gd name="T41" fmla="*/ 19 h 64"/>
                <a:gd name="T42" fmla="*/ 25 w 64"/>
                <a:gd name="T43" fmla="*/ 7 h 64"/>
                <a:gd name="T44" fmla="*/ 44 w 64"/>
                <a:gd name="T45" fmla="*/ 16 h 64"/>
                <a:gd name="T46" fmla="*/ 50 w 64"/>
                <a:gd name="T47" fmla="*/ 16 h 64"/>
                <a:gd name="T48" fmla="*/ 52 w 64"/>
                <a:gd name="T49" fmla="*/ 24 h 64"/>
                <a:gd name="T50" fmla="*/ 32 w 64"/>
                <a:gd name="T51" fmla="*/ 4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64">
                  <a:moveTo>
                    <a:pt x="51" y="38"/>
                  </a:moveTo>
                  <a:cubicBezTo>
                    <a:pt x="54" y="34"/>
                    <a:pt x="56" y="29"/>
                    <a:pt x="56" y="24"/>
                  </a:cubicBezTo>
                  <a:cubicBezTo>
                    <a:pt x="56" y="11"/>
                    <a:pt x="45" y="0"/>
                    <a:pt x="32" y="0"/>
                  </a:cubicBezTo>
                  <a:cubicBezTo>
                    <a:pt x="25" y="0"/>
                    <a:pt x="19" y="3"/>
                    <a:pt x="15" y="7"/>
                  </a:cubicBezTo>
                  <a:cubicBezTo>
                    <a:pt x="15" y="8"/>
                    <a:pt x="14" y="8"/>
                    <a:pt x="14" y="8"/>
                  </a:cubicBezTo>
                  <a:cubicBezTo>
                    <a:pt x="14" y="8"/>
                    <a:pt x="14" y="8"/>
                    <a:pt x="13" y="9"/>
                  </a:cubicBezTo>
                  <a:cubicBezTo>
                    <a:pt x="11" y="12"/>
                    <a:pt x="8" y="20"/>
                    <a:pt x="8" y="20"/>
                  </a:cubicBezTo>
                  <a:cubicBezTo>
                    <a:pt x="8" y="21"/>
                    <a:pt x="8" y="23"/>
                    <a:pt x="8" y="24"/>
                  </a:cubicBezTo>
                  <a:cubicBezTo>
                    <a:pt x="8" y="29"/>
                    <a:pt x="10" y="34"/>
                    <a:pt x="13" y="38"/>
                  </a:cubicBezTo>
                  <a:cubicBezTo>
                    <a:pt x="5" y="44"/>
                    <a:pt x="0" y="54"/>
                    <a:pt x="0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54"/>
                    <a:pt x="59" y="44"/>
                    <a:pt x="51" y="38"/>
                  </a:cubicBezTo>
                  <a:close/>
                  <a:moveTo>
                    <a:pt x="32" y="44"/>
                  </a:moveTo>
                  <a:cubicBezTo>
                    <a:pt x="21" y="44"/>
                    <a:pt x="12" y="35"/>
                    <a:pt x="12" y="24"/>
                  </a:cubicBezTo>
                  <a:cubicBezTo>
                    <a:pt x="12" y="22"/>
                    <a:pt x="12" y="20"/>
                    <a:pt x="13" y="19"/>
                  </a:cubicBezTo>
                  <a:cubicBezTo>
                    <a:pt x="18" y="16"/>
                    <a:pt x="22" y="12"/>
                    <a:pt x="25" y="7"/>
                  </a:cubicBezTo>
                  <a:cubicBezTo>
                    <a:pt x="29" y="13"/>
                    <a:pt x="36" y="16"/>
                    <a:pt x="44" y="16"/>
                  </a:cubicBezTo>
                  <a:cubicBezTo>
                    <a:pt x="46" y="16"/>
                    <a:pt x="48" y="16"/>
                    <a:pt x="50" y="16"/>
                  </a:cubicBezTo>
                  <a:cubicBezTo>
                    <a:pt x="51" y="18"/>
                    <a:pt x="52" y="21"/>
                    <a:pt x="52" y="24"/>
                  </a:cubicBezTo>
                  <a:cubicBezTo>
                    <a:pt x="52" y="35"/>
                    <a:pt x="43" y="44"/>
                    <a:pt x="3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9" name="Oval 124">
              <a:extLst>
                <a:ext uri="{FF2B5EF4-FFF2-40B4-BE49-F238E27FC236}">
                  <a16:creationId xmlns:a16="http://schemas.microsoft.com/office/drawing/2014/main" id="{A3DB507C-1EE8-493B-8BFB-0AAD9E44B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428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40" name="Oval 125">
              <a:extLst>
                <a:ext uri="{FF2B5EF4-FFF2-40B4-BE49-F238E27FC236}">
                  <a16:creationId xmlns:a16="http://schemas.microsoft.com/office/drawing/2014/main" id="{01DDC744-460D-4B97-B370-97F97EAAD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4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cs typeface="+mn-ea"/>
                <a:sym typeface="+mn-lt"/>
              </a:endParaRPr>
            </a:p>
          </p:txBody>
        </p:sp>
      </p:grpSp>
      <p:grpSp>
        <p:nvGrpSpPr>
          <p:cNvPr id="30" name="Group 177">
            <a:extLst>
              <a:ext uri="{FF2B5EF4-FFF2-40B4-BE49-F238E27FC236}">
                <a16:creationId xmlns:a16="http://schemas.microsoft.com/office/drawing/2014/main" id="{B896A19A-F56F-4C37-B194-00F858E52A32}"/>
              </a:ext>
            </a:extLst>
          </p:cNvPr>
          <p:cNvGrpSpPr/>
          <p:nvPr/>
        </p:nvGrpSpPr>
        <p:grpSpPr>
          <a:xfrm>
            <a:off x="4493646" y="2906049"/>
            <a:ext cx="480410" cy="483590"/>
            <a:chOff x="5016501" y="2106613"/>
            <a:chExt cx="239713" cy="241300"/>
          </a:xfrm>
          <a:solidFill>
            <a:schemeClr val="tx1">
              <a:lumMod val="20000"/>
              <a:lumOff val="80000"/>
            </a:schemeClr>
          </a:solidFill>
        </p:grpSpPr>
        <p:sp>
          <p:nvSpPr>
            <p:cNvPr id="35" name="Freeform 123">
              <a:extLst>
                <a:ext uri="{FF2B5EF4-FFF2-40B4-BE49-F238E27FC236}">
                  <a16:creationId xmlns:a16="http://schemas.microsoft.com/office/drawing/2014/main" id="{78461E15-05EA-4357-930E-0420634D70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6501" y="2106613"/>
              <a:ext cx="239713" cy="241300"/>
            </a:xfrm>
            <a:custGeom>
              <a:avLst/>
              <a:gdLst>
                <a:gd name="T0" fmla="*/ 51 w 64"/>
                <a:gd name="T1" fmla="*/ 38 h 64"/>
                <a:gd name="T2" fmla="*/ 56 w 64"/>
                <a:gd name="T3" fmla="*/ 24 h 64"/>
                <a:gd name="T4" fmla="*/ 32 w 64"/>
                <a:gd name="T5" fmla="*/ 0 h 64"/>
                <a:gd name="T6" fmla="*/ 15 w 64"/>
                <a:gd name="T7" fmla="*/ 7 h 64"/>
                <a:gd name="T8" fmla="*/ 14 w 64"/>
                <a:gd name="T9" fmla="*/ 8 h 64"/>
                <a:gd name="T10" fmla="*/ 13 w 64"/>
                <a:gd name="T11" fmla="*/ 9 h 64"/>
                <a:gd name="T12" fmla="*/ 8 w 64"/>
                <a:gd name="T13" fmla="*/ 20 h 64"/>
                <a:gd name="T14" fmla="*/ 8 w 64"/>
                <a:gd name="T15" fmla="*/ 24 h 64"/>
                <a:gd name="T16" fmla="*/ 13 w 64"/>
                <a:gd name="T17" fmla="*/ 38 h 64"/>
                <a:gd name="T18" fmla="*/ 0 w 64"/>
                <a:gd name="T19" fmla="*/ 64 h 64"/>
                <a:gd name="T20" fmla="*/ 24 w 64"/>
                <a:gd name="T21" fmla="*/ 64 h 64"/>
                <a:gd name="T22" fmla="*/ 28 w 64"/>
                <a:gd name="T23" fmla="*/ 52 h 64"/>
                <a:gd name="T24" fmla="*/ 28 w 64"/>
                <a:gd name="T25" fmla="*/ 48 h 64"/>
                <a:gd name="T26" fmla="*/ 36 w 64"/>
                <a:gd name="T27" fmla="*/ 48 h 64"/>
                <a:gd name="T28" fmla="*/ 36 w 64"/>
                <a:gd name="T29" fmla="*/ 52 h 64"/>
                <a:gd name="T30" fmla="*/ 40 w 64"/>
                <a:gd name="T31" fmla="*/ 64 h 64"/>
                <a:gd name="T32" fmla="*/ 64 w 64"/>
                <a:gd name="T33" fmla="*/ 64 h 64"/>
                <a:gd name="T34" fmla="*/ 51 w 64"/>
                <a:gd name="T35" fmla="*/ 38 h 64"/>
                <a:gd name="T36" fmla="*/ 32 w 64"/>
                <a:gd name="T37" fmla="*/ 44 h 64"/>
                <a:gd name="T38" fmla="*/ 12 w 64"/>
                <a:gd name="T39" fmla="*/ 24 h 64"/>
                <a:gd name="T40" fmla="*/ 13 w 64"/>
                <a:gd name="T41" fmla="*/ 19 h 64"/>
                <a:gd name="T42" fmla="*/ 25 w 64"/>
                <a:gd name="T43" fmla="*/ 7 h 64"/>
                <a:gd name="T44" fmla="*/ 44 w 64"/>
                <a:gd name="T45" fmla="*/ 16 h 64"/>
                <a:gd name="T46" fmla="*/ 50 w 64"/>
                <a:gd name="T47" fmla="*/ 16 h 64"/>
                <a:gd name="T48" fmla="*/ 52 w 64"/>
                <a:gd name="T49" fmla="*/ 24 h 64"/>
                <a:gd name="T50" fmla="*/ 32 w 64"/>
                <a:gd name="T51" fmla="*/ 4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64">
                  <a:moveTo>
                    <a:pt x="51" y="38"/>
                  </a:moveTo>
                  <a:cubicBezTo>
                    <a:pt x="54" y="34"/>
                    <a:pt x="56" y="29"/>
                    <a:pt x="56" y="24"/>
                  </a:cubicBezTo>
                  <a:cubicBezTo>
                    <a:pt x="56" y="11"/>
                    <a:pt x="45" y="0"/>
                    <a:pt x="32" y="0"/>
                  </a:cubicBezTo>
                  <a:cubicBezTo>
                    <a:pt x="25" y="0"/>
                    <a:pt x="19" y="3"/>
                    <a:pt x="15" y="7"/>
                  </a:cubicBezTo>
                  <a:cubicBezTo>
                    <a:pt x="15" y="8"/>
                    <a:pt x="14" y="8"/>
                    <a:pt x="14" y="8"/>
                  </a:cubicBezTo>
                  <a:cubicBezTo>
                    <a:pt x="14" y="8"/>
                    <a:pt x="14" y="8"/>
                    <a:pt x="13" y="9"/>
                  </a:cubicBezTo>
                  <a:cubicBezTo>
                    <a:pt x="11" y="12"/>
                    <a:pt x="8" y="20"/>
                    <a:pt x="8" y="20"/>
                  </a:cubicBezTo>
                  <a:cubicBezTo>
                    <a:pt x="8" y="21"/>
                    <a:pt x="8" y="23"/>
                    <a:pt x="8" y="24"/>
                  </a:cubicBezTo>
                  <a:cubicBezTo>
                    <a:pt x="8" y="29"/>
                    <a:pt x="10" y="34"/>
                    <a:pt x="13" y="38"/>
                  </a:cubicBezTo>
                  <a:cubicBezTo>
                    <a:pt x="5" y="44"/>
                    <a:pt x="0" y="54"/>
                    <a:pt x="0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54"/>
                    <a:pt x="59" y="44"/>
                    <a:pt x="51" y="38"/>
                  </a:cubicBezTo>
                  <a:close/>
                  <a:moveTo>
                    <a:pt x="32" y="44"/>
                  </a:moveTo>
                  <a:cubicBezTo>
                    <a:pt x="21" y="44"/>
                    <a:pt x="12" y="35"/>
                    <a:pt x="12" y="24"/>
                  </a:cubicBezTo>
                  <a:cubicBezTo>
                    <a:pt x="12" y="22"/>
                    <a:pt x="12" y="20"/>
                    <a:pt x="13" y="19"/>
                  </a:cubicBezTo>
                  <a:cubicBezTo>
                    <a:pt x="18" y="16"/>
                    <a:pt x="22" y="12"/>
                    <a:pt x="25" y="7"/>
                  </a:cubicBezTo>
                  <a:cubicBezTo>
                    <a:pt x="29" y="13"/>
                    <a:pt x="36" y="16"/>
                    <a:pt x="44" y="16"/>
                  </a:cubicBezTo>
                  <a:cubicBezTo>
                    <a:pt x="46" y="16"/>
                    <a:pt x="48" y="16"/>
                    <a:pt x="50" y="16"/>
                  </a:cubicBezTo>
                  <a:cubicBezTo>
                    <a:pt x="51" y="18"/>
                    <a:pt x="52" y="21"/>
                    <a:pt x="52" y="24"/>
                  </a:cubicBezTo>
                  <a:cubicBezTo>
                    <a:pt x="52" y="35"/>
                    <a:pt x="43" y="44"/>
                    <a:pt x="3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6" name="Oval 124">
              <a:extLst>
                <a:ext uri="{FF2B5EF4-FFF2-40B4-BE49-F238E27FC236}">
                  <a16:creationId xmlns:a16="http://schemas.microsoft.com/office/drawing/2014/main" id="{B8B8F49C-E9E4-4489-AF6F-DEF03E1CC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428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7" name="Oval 125">
              <a:extLst>
                <a:ext uri="{FF2B5EF4-FFF2-40B4-BE49-F238E27FC236}">
                  <a16:creationId xmlns:a16="http://schemas.microsoft.com/office/drawing/2014/main" id="{A6B5B354-AF05-4FCE-A00A-E2668F0CA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4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31" name="Group 178">
            <a:extLst>
              <a:ext uri="{FF2B5EF4-FFF2-40B4-BE49-F238E27FC236}">
                <a16:creationId xmlns:a16="http://schemas.microsoft.com/office/drawing/2014/main" id="{3A46BEC8-B911-4D87-BB4C-0F202CF8B440}"/>
              </a:ext>
            </a:extLst>
          </p:cNvPr>
          <p:cNvGrpSpPr/>
          <p:nvPr/>
        </p:nvGrpSpPr>
        <p:grpSpPr>
          <a:xfrm>
            <a:off x="5034502" y="2906049"/>
            <a:ext cx="480410" cy="483590"/>
            <a:chOff x="5016501" y="2106613"/>
            <a:chExt cx="239713" cy="241300"/>
          </a:xfrm>
          <a:solidFill>
            <a:schemeClr val="tx1">
              <a:lumMod val="20000"/>
              <a:lumOff val="80000"/>
            </a:schemeClr>
          </a:solidFill>
        </p:grpSpPr>
        <p:sp>
          <p:nvSpPr>
            <p:cNvPr id="32" name="Freeform 123">
              <a:extLst>
                <a:ext uri="{FF2B5EF4-FFF2-40B4-BE49-F238E27FC236}">
                  <a16:creationId xmlns:a16="http://schemas.microsoft.com/office/drawing/2014/main" id="{53CD6BC4-C2EC-4B4B-989D-FC719BB902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6501" y="2106613"/>
              <a:ext cx="239713" cy="241300"/>
            </a:xfrm>
            <a:custGeom>
              <a:avLst/>
              <a:gdLst>
                <a:gd name="T0" fmla="*/ 51 w 64"/>
                <a:gd name="T1" fmla="*/ 38 h 64"/>
                <a:gd name="T2" fmla="*/ 56 w 64"/>
                <a:gd name="T3" fmla="*/ 24 h 64"/>
                <a:gd name="T4" fmla="*/ 32 w 64"/>
                <a:gd name="T5" fmla="*/ 0 h 64"/>
                <a:gd name="T6" fmla="*/ 15 w 64"/>
                <a:gd name="T7" fmla="*/ 7 h 64"/>
                <a:gd name="T8" fmla="*/ 14 w 64"/>
                <a:gd name="T9" fmla="*/ 8 h 64"/>
                <a:gd name="T10" fmla="*/ 13 w 64"/>
                <a:gd name="T11" fmla="*/ 9 h 64"/>
                <a:gd name="T12" fmla="*/ 8 w 64"/>
                <a:gd name="T13" fmla="*/ 20 h 64"/>
                <a:gd name="T14" fmla="*/ 8 w 64"/>
                <a:gd name="T15" fmla="*/ 24 h 64"/>
                <a:gd name="T16" fmla="*/ 13 w 64"/>
                <a:gd name="T17" fmla="*/ 38 h 64"/>
                <a:gd name="T18" fmla="*/ 0 w 64"/>
                <a:gd name="T19" fmla="*/ 64 h 64"/>
                <a:gd name="T20" fmla="*/ 24 w 64"/>
                <a:gd name="T21" fmla="*/ 64 h 64"/>
                <a:gd name="T22" fmla="*/ 28 w 64"/>
                <a:gd name="T23" fmla="*/ 52 h 64"/>
                <a:gd name="T24" fmla="*/ 28 w 64"/>
                <a:gd name="T25" fmla="*/ 48 h 64"/>
                <a:gd name="T26" fmla="*/ 36 w 64"/>
                <a:gd name="T27" fmla="*/ 48 h 64"/>
                <a:gd name="T28" fmla="*/ 36 w 64"/>
                <a:gd name="T29" fmla="*/ 52 h 64"/>
                <a:gd name="T30" fmla="*/ 40 w 64"/>
                <a:gd name="T31" fmla="*/ 64 h 64"/>
                <a:gd name="T32" fmla="*/ 64 w 64"/>
                <a:gd name="T33" fmla="*/ 64 h 64"/>
                <a:gd name="T34" fmla="*/ 51 w 64"/>
                <a:gd name="T35" fmla="*/ 38 h 64"/>
                <a:gd name="T36" fmla="*/ 32 w 64"/>
                <a:gd name="T37" fmla="*/ 44 h 64"/>
                <a:gd name="T38" fmla="*/ 12 w 64"/>
                <a:gd name="T39" fmla="*/ 24 h 64"/>
                <a:gd name="T40" fmla="*/ 13 w 64"/>
                <a:gd name="T41" fmla="*/ 19 h 64"/>
                <a:gd name="T42" fmla="*/ 25 w 64"/>
                <a:gd name="T43" fmla="*/ 7 h 64"/>
                <a:gd name="T44" fmla="*/ 44 w 64"/>
                <a:gd name="T45" fmla="*/ 16 h 64"/>
                <a:gd name="T46" fmla="*/ 50 w 64"/>
                <a:gd name="T47" fmla="*/ 16 h 64"/>
                <a:gd name="T48" fmla="*/ 52 w 64"/>
                <a:gd name="T49" fmla="*/ 24 h 64"/>
                <a:gd name="T50" fmla="*/ 32 w 64"/>
                <a:gd name="T51" fmla="*/ 4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64">
                  <a:moveTo>
                    <a:pt x="51" y="38"/>
                  </a:moveTo>
                  <a:cubicBezTo>
                    <a:pt x="54" y="34"/>
                    <a:pt x="56" y="29"/>
                    <a:pt x="56" y="24"/>
                  </a:cubicBezTo>
                  <a:cubicBezTo>
                    <a:pt x="56" y="11"/>
                    <a:pt x="45" y="0"/>
                    <a:pt x="32" y="0"/>
                  </a:cubicBezTo>
                  <a:cubicBezTo>
                    <a:pt x="25" y="0"/>
                    <a:pt x="19" y="3"/>
                    <a:pt x="15" y="7"/>
                  </a:cubicBezTo>
                  <a:cubicBezTo>
                    <a:pt x="15" y="8"/>
                    <a:pt x="14" y="8"/>
                    <a:pt x="14" y="8"/>
                  </a:cubicBezTo>
                  <a:cubicBezTo>
                    <a:pt x="14" y="8"/>
                    <a:pt x="14" y="8"/>
                    <a:pt x="13" y="9"/>
                  </a:cubicBezTo>
                  <a:cubicBezTo>
                    <a:pt x="11" y="12"/>
                    <a:pt x="8" y="20"/>
                    <a:pt x="8" y="20"/>
                  </a:cubicBezTo>
                  <a:cubicBezTo>
                    <a:pt x="8" y="21"/>
                    <a:pt x="8" y="23"/>
                    <a:pt x="8" y="24"/>
                  </a:cubicBezTo>
                  <a:cubicBezTo>
                    <a:pt x="8" y="29"/>
                    <a:pt x="10" y="34"/>
                    <a:pt x="13" y="38"/>
                  </a:cubicBezTo>
                  <a:cubicBezTo>
                    <a:pt x="5" y="44"/>
                    <a:pt x="0" y="54"/>
                    <a:pt x="0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54"/>
                    <a:pt x="59" y="44"/>
                    <a:pt x="51" y="38"/>
                  </a:cubicBezTo>
                  <a:close/>
                  <a:moveTo>
                    <a:pt x="32" y="44"/>
                  </a:moveTo>
                  <a:cubicBezTo>
                    <a:pt x="21" y="44"/>
                    <a:pt x="12" y="35"/>
                    <a:pt x="12" y="24"/>
                  </a:cubicBezTo>
                  <a:cubicBezTo>
                    <a:pt x="12" y="22"/>
                    <a:pt x="12" y="20"/>
                    <a:pt x="13" y="19"/>
                  </a:cubicBezTo>
                  <a:cubicBezTo>
                    <a:pt x="18" y="16"/>
                    <a:pt x="22" y="12"/>
                    <a:pt x="25" y="7"/>
                  </a:cubicBezTo>
                  <a:cubicBezTo>
                    <a:pt x="29" y="13"/>
                    <a:pt x="36" y="16"/>
                    <a:pt x="44" y="16"/>
                  </a:cubicBezTo>
                  <a:cubicBezTo>
                    <a:pt x="46" y="16"/>
                    <a:pt x="48" y="16"/>
                    <a:pt x="50" y="16"/>
                  </a:cubicBezTo>
                  <a:cubicBezTo>
                    <a:pt x="51" y="18"/>
                    <a:pt x="52" y="21"/>
                    <a:pt x="52" y="24"/>
                  </a:cubicBezTo>
                  <a:cubicBezTo>
                    <a:pt x="52" y="35"/>
                    <a:pt x="43" y="44"/>
                    <a:pt x="3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3" name="Oval 124">
              <a:extLst>
                <a:ext uri="{FF2B5EF4-FFF2-40B4-BE49-F238E27FC236}">
                  <a16:creationId xmlns:a16="http://schemas.microsoft.com/office/drawing/2014/main" id="{7F279E66-EC21-4A4D-A745-1951955B5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428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4" name="Oval 125">
              <a:extLst>
                <a:ext uri="{FF2B5EF4-FFF2-40B4-BE49-F238E27FC236}">
                  <a16:creationId xmlns:a16="http://schemas.microsoft.com/office/drawing/2014/main" id="{79E65F6D-0B1E-4A92-96F0-F9B586DD0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4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121" name="Group 167">
            <a:extLst>
              <a:ext uri="{FF2B5EF4-FFF2-40B4-BE49-F238E27FC236}">
                <a16:creationId xmlns:a16="http://schemas.microsoft.com/office/drawing/2014/main" id="{AC5BB48E-0CB5-4434-B022-236CF622720C}"/>
              </a:ext>
            </a:extLst>
          </p:cNvPr>
          <p:cNvGrpSpPr/>
          <p:nvPr/>
        </p:nvGrpSpPr>
        <p:grpSpPr>
          <a:xfrm>
            <a:off x="6640792" y="1703443"/>
            <a:ext cx="4282313" cy="483597"/>
            <a:chOff x="6659078" y="2106613"/>
            <a:chExt cx="4612175" cy="520847"/>
          </a:xfrm>
          <a:solidFill>
            <a:schemeClr val="accent5"/>
          </a:solidFill>
        </p:grpSpPr>
        <p:grpSp>
          <p:nvGrpSpPr>
            <p:cNvPr id="219" name="Group 9">
              <a:extLst>
                <a:ext uri="{FF2B5EF4-FFF2-40B4-BE49-F238E27FC236}">
                  <a16:creationId xmlns:a16="http://schemas.microsoft.com/office/drawing/2014/main" id="{CA9A0791-052C-473B-ACA3-60592BAF8461}"/>
                </a:ext>
              </a:extLst>
            </p:cNvPr>
            <p:cNvGrpSpPr/>
            <p:nvPr/>
          </p:nvGrpSpPr>
          <p:grpSpPr>
            <a:xfrm>
              <a:off x="6659078" y="2106615"/>
              <a:ext cx="534547" cy="520845"/>
              <a:chOff x="5508626" y="2106611"/>
              <a:chExt cx="247650" cy="241302"/>
            </a:xfrm>
            <a:grpFill/>
          </p:grpSpPr>
          <p:sp>
            <p:nvSpPr>
              <p:cNvPr id="262" name="Freeform 126">
                <a:extLst>
                  <a:ext uri="{FF2B5EF4-FFF2-40B4-BE49-F238E27FC236}">
                    <a16:creationId xmlns:a16="http://schemas.microsoft.com/office/drawing/2014/main" id="{02EB4305-6F50-4673-8ABD-1CEBB49BA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63" name="Freeform 127">
                <a:extLst>
                  <a:ext uri="{FF2B5EF4-FFF2-40B4-BE49-F238E27FC236}">
                    <a16:creationId xmlns:a16="http://schemas.microsoft.com/office/drawing/2014/main" id="{821D407A-1F64-4DE2-ABC9-20C1E8C3D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64" name="Freeform 128">
                <a:extLst>
                  <a:ext uri="{FF2B5EF4-FFF2-40B4-BE49-F238E27FC236}">
                    <a16:creationId xmlns:a16="http://schemas.microsoft.com/office/drawing/2014/main" id="{8BB1996D-D1FC-4A14-A420-CAF50ED7CB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1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65" name="Oval 129">
                <a:extLst>
                  <a:ext uri="{FF2B5EF4-FFF2-40B4-BE49-F238E27FC236}">
                    <a16:creationId xmlns:a16="http://schemas.microsoft.com/office/drawing/2014/main" id="{5418E5C9-5FF5-4595-9AB1-AC0555F4A0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66" name="Oval 130">
                <a:extLst>
                  <a:ext uri="{FF2B5EF4-FFF2-40B4-BE49-F238E27FC236}">
                    <a16:creationId xmlns:a16="http://schemas.microsoft.com/office/drawing/2014/main" id="{6BA23EC7-C793-45F8-BDDC-23C6EB2CC8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220" name="Group 19">
              <a:extLst>
                <a:ext uri="{FF2B5EF4-FFF2-40B4-BE49-F238E27FC236}">
                  <a16:creationId xmlns:a16="http://schemas.microsoft.com/office/drawing/2014/main" id="{1C993499-D639-48C2-9608-C092251ECE56}"/>
                </a:ext>
              </a:extLst>
            </p:cNvPr>
            <p:cNvGrpSpPr/>
            <p:nvPr/>
          </p:nvGrpSpPr>
          <p:grpSpPr>
            <a:xfrm>
              <a:off x="7241596" y="2106613"/>
              <a:ext cx="534547" cy="520840"/>
              <a:chOff x="5508626" y="2106613"/>
              <a:chExt cx="247650" cy="241300"/>
            </a:xfrm>
            <a:grpFill/>
          </p:grpSpPr>
          <p:sp>
            <p:nvSpPr>
              <p:cNvPr id="257" name="Freeform 126">
                <a:extLst>
                  <a:ext uri="{FF2B5EF4-FFF2-40B4-BE49-F238E27FC236}">
                    <a16:creationId xmlns:a16="http://schemas.microsoft.com/office/drawing/2014/main" id="{75FC133E-AD92-494C-A2E3-5A9D01DA3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58" name="Freeform 127">
                <a:extLst>
                  <a:ext uri="{FF2B5EF4-FFF2-40B4-BE49-F238E27FC236}">
                    <a16:creationId xmlns:a16="http://schemas.microsoft.com/office/drawing/2014/main" id="{8C0CE52C-3700-43BA-8433-552CE3F3BE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59" name="Freeform 128">
                <a:extLst>
                  <a:ext uri="{FF2B5EF4-FFF2-40B4-BE49-F238E27FC236}">
                    <a16:creationId xmlns:a16="http://schemas.microsoft.com/office/drawing/2014/main" id="{77977968-72FF-401E-A2D5-DC986242A7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60" name="Oval 129">
                <a:extLst>
                  <a:ext uri="{FF2B5EF4-FFF2-40B4-BE49-F238E27FC236}">
                    <a16:creationId xmlns:a16="http://schemas.microsoft.com/office/drawing/2014/main" id="{CB719D1A-28EF-429B-B495-7BCB83C89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61" name="Oval 130">
                <a:extLst>
                  <a:ext uri="{FF2B5EF4-FFF2-40B4-BE49-F238E27FC236}">
                    <a16:creationId xmlns:a16="http://schemas.microsoft.com/office/drawing/2014/main" id="{FF138FE9-938A-444E-B516-00B957876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221" name="Group 29">
              <a:extLst>
                <a:ext uri="{FF2B5EF4-FFF2-40B4-BE49-F238E27FC236}">
                  <a16:creationId xmlns:a16="http://schemas.microsoft.com/office/drawing/2014/main" id="{32E917C5-2AEA-433F-A9FB-B3DE6689A1A4}"/>
                </a:ext>
              </a:extLst>
            </p:cNvPr>
            <p:cNvGrpSpPr/>
            <p:nvPr/>
          </p:nvGrpSpPr>
          <p:grpSpPr>
            <a:xfrm>
              <a:off x="7824115" y="2106613"/>
              <a:ext cx="534547" cy="520840"/>
              <a:chOff x="5508626" y="2106613"/>
              <a:chExt cx="247650" cy="241300"/>
            </a:xfrm>
            <a:grpFill/>
          </p:grpSpPr>
          <p:sp>
            <p:nvSpPr>
              <p:cNvPr id="252" name="Freeform 126">
                <a:extLst>
                  <a:ext uri="{FF2B5EF4-FFF2-40B4-BE49-F238E27FC236}">
                    <a16:creationId xmlns:a16="http://schemas.microsoft.com/office/drawing/2014/main" id="{1D7C226F-CC04-45E2-A9A5-81E035E5A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53" name="Freeform 127">
                <a:extLst>
                  <a:ext uri="{FF2B5EF4-FFF2-40B4-BE49-F238E27FC236}">
                    <a16:creationId xmlns:a16="http://schemas.microsoft.com/office/drawing/2014/main" id="{9E15F20A-DC7F-4AC5-8752-8852AEC51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54" name="Freeform 128">
                <a:extLst>
                  <a:ext uri="{FF2B5EF4-FFF2-40B4-BE49-F238E27FC236}">
                    <a16:creationId xmlns:a16="http://schemas.microsoft.com/office/drawing/2014/main" id="{84828F84-0B85-4604-BF02-52D06ACC1B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55" name="Oval 129">
                <a:extLst>
                  <a:ext uri="{FF2B5EF4-FFF2-40B4-BE49-F238E27FC236}">
                    <a16:creationId xmlns:a16="http://schemas.microsoft.com/office/drawing/2014/main" id="{30EC227A-F671-4F73-9ACF-DAD45C6251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56" name="Oval 130">
                <a:extLst>
                  <a:ext uri="{FF2B5EF4-FFF2-40B4-BE49-F238E27FC236}">
                    <a16:creationId xmlns:a16="http://schemas.microsoft.com/office/drawing/2014/main" id="{9B226535-F66C-431A-99D3-F67EAE212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222" name="Group 39">
              <a:extLst>
                <a:ext uri="{FF2B5EF4-FFF2-40B4-BE49-F238E27FC236}">
                  <a16:creationId xmlns:a16="http://schemas.microsoft.com/office/drawing/2014/main" id="{80FBC8E8-B17B-487C-9EBA-99EAF643B42D}"/>
                </a:ext>
              </a:extLst>
            </p:cNvPr>
            <p:cNvGrpSpPr/>
            <p:nvPr/>
          </p:nvGrpSpPr>
          <p:grpSpPr>
            <a:xfrm>
              <a:off x="8406633" y="2106613"/>
              <a:ext cx="534547" cy="520840"/>
              <a:chOff x="5508626" y="2106613"/>
              <a:chExt cx="247650" cy="241300"/>
            </a:xfrm>
            <a:grpFill/>
          </p:grpSpPr>
          <p:sp>
            <p:nvSpPr>
              <p:cNvPr id="247" name="Freeform 126">
                <a:extLst>
                  <a:ext uri="{FF2B5EF4-FFF2-40B4-BE49-F238E27FC236}">
                    <a16:creationId xmlns:a16="http://schemas.microsoft.com/office/drawing/2014/main" id="{6130A720-E6A8-48FC-80BA-72476D7CE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48" name="Freeform 127">
                <a:extLst>
                  <a:ext uri="{FF2B5EF4-FFF2-40B4-BE49-F238E27FC236}">
                    <a16:creationId xmlns:a16="http://schemas.microsoft.com/office/drawing/2014/main" id="{A19559FE-1F6E-4374-8BDE-824125A04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49" name="Freeform 128">
                <a:extLst>
                  <a:ext uri="{FF2B5EF4-FFF2-40B4-BE49-F238E27FC236}">
                    <a16:creationId xmlns:a16="http://schemas.microsoft.com/office/drawing/2014/main" id="{F2B8FC45-3AF1-4AF0-8C9E-C50001A604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50" name="Oval 129">
                <a:extLst>
                  <a:ext uri="{FF2B5EF4-FFF2-40B4-BE49-F238E27FC236}">
                    <a16:creationId xmlns:a16="http://schemas.microsoft.com/office/drawing/2014/main" id="{8C8D07C4-0033-4E39-A499-EC4A7C973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51" name="Oval 130">
                <a:extLst>
                  <a:ext uri="{FF2B5EF4-FFF2-40B4-BE49-F238E27FC236}">
                    <a16:creationId xmlns:a16="http://schemas.microsoft.com/office/drawing/2014/main" id="{E82FF8EB-BF8C-4E9D-B6C1-178CD28E82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223" name="Group 49">
              <a:extLst>
                <a:ext uri="{FF2B5EF4-FFF2-40B4-BE49-F238E27FC236}">
                  <a16:creationId xmlns:a16="http://schemas.microsoft.com/office/drawing/2014/main" id="{5409E78A-8B5F-49F4-968F-52F8A77E15A7}"/>
                </a:ext>
              </a:extLst>
            </p:cNvPr>
            <p:cNvGrpSpPr/>
            <p:nvPr/>
          </p:nvGrpSpPr>
          <p:grpSpPr>
            <a:xfrm>
              <a:off x="8989151" y="2106613"/>
              <a:ext cx="534547" cy="520840"/>
              <a:chOff x="5508626" y="2106613"/>
              <a:chExt cx="247650" cy="241300"/>
            </a:xfrm>
            <a:grpFill/>
          </p:grpSpPr>
          <p:sp>
            <p:nvSpPr>
              <p:cNvPr id="242" name="Freeform 126">
                <a:extLst>
                  <a:ext uri="{FF2B5EF4-FFF2-40B4-BE49-F238E27FC236}">
                    <a16:creationId xmlns:a16="http://schemas.microsoft.com/office/drawing/2014/main" id="{C5C3EDC3-09D0-46C1-BE0F-93C4A94CE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43" name="Freeform 127">
                <a:extLst>
                  <a:ext uri="{FF2B5EF4-FFF2-40B4-BE49-F238E27FC236}">
                    <a16:creationId xmlns:a16="http://schemas.microsoft.com/office/drawing/2014/main" id="{63CD3C65-4265-441E-8968-801F2A244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44" name="Freeform 128">
                <a:extLst>
                  <a:ext uri="{FF2B5EF4-FFF2-40B4-BE49-F238E27FC236}">
                    <a16:creationId xmlns:a16="http://schemas.microsoft.com/office/drawing/2014/main" id="{ED32DCEE-D257-486B-8B0D-C3D4F33520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45" name="Oval 129">
                <a:extLst>
                  <a:ext uri="{FF2B5EF4-FFF2-40B4-BE49-F238E27FC236}">
                    <a16:creationId xmlns:a16="http://schemas.microsoft.com/office/drawing/2014/main" id="{76F2D190-5A75-4188-A50A-54CB5C9FC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46" name="Oval 130">
                <a:extLst>
                  <a:ext uri="{FF2B5EF4-FFF2-40B4-BE49-F238E27FC236}">
                    <a16:creationId xmlns:a16="http://schemas.microsoft.com/office/drawing/2014/main" id="{1B73165E-CC11-469B-97BC-8F4868754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224" name="Group 59">
              <a:extLst>
                <a:ext uri="{FF2B5EF4-FFF2-40B4-BE49-F238E27FC236}">
                  <a16:creationId xmlns:a16="http://schemas.microsoft.com/office/drawing/2014/main" id="{044E0B50-E79D-414E-8D23-B54E67945E32}"/>
                </a:ext>
              </a:extLst>
            </p:cNvPr>
            <p:cNvGrpSpPr/>
            <p:nvPr/>
          </p:nvGrpSpPr>
          <p:grpSpPr>
            <a:xfrm>
              <a:off x="9571670" y="2106613"/>
              <a:ext cx="534547" cy="520840"/>
              <a:chOff x="5508626" y="2106613"/>
              <a:chExt cx="247650" cy="241300"/>
            </a:xfrm>
            <a:grpFill/>
          </p:grpSpPr>
          <p:sp>
            <p:nvSpPr>
              <p:cNvPr id="237" name="Freeform 126">
                <a:extLst>
                  <a:ext uri="{FF2B5EF4-FFF2-40B4-BE49-F238E27FC236}">
                    <a16:creationId xmlns:a16="http://schemas.microsoft.com/office/drawing/2014/main" id="{96B29E29-AE05-47F5-BFB3-529C137748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38" name="Freeform 127">
                <a:extLst>
                  <a:ext uri="{FF2B5EF4-FFF2-40B4-BE49-F238E27FC236}">
                    <a16:creationId xmlns:a16="http://schemas.microsoft.com/office/drawing/2014/main" id="{9EC1CCA7-3A64-4330-9B9A-D648ED261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39" name="Freeform 128">
                <a:extLst>
                  <a:ext uri="{FF2B5EF4-FFF2-40B4-BE49-F238E27FC236}">
                    <a16:creationId xmlns:a16="http://schemas.microsoft.com/office/drawing/2014/main" id="{BC57CF65-41E7-44D2-83FE-119AC87A41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40" name="Oval 129">
                <a:extLst>
                  <a:ext uri="{FF2B5EF4-FFF2-40B4-BE49-F238E27FC236}">
                    <a16:creationId xmlns:a16="http://schemas.microsoft.com/office/drawing/2014/main" id="{7AE698B0-A306-41B3-9ECD-A6C671CB1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41" name="Oval 130">
                <a:extLst>
                  <a:ext uri="{FF2B5EF4-FFF2-40B4-BE49-F238E27FC236}">
                    <a16:creationId xmlns:a16="http://schemas.microsoft.com/office/drawing/2014/main" id="{B7910041-0D45-4FBD-853E-A68AE9BCF8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225" name="Group 69">
              <a:extLst>
                <a:ext uri="{FF2B5EF4-FFF2-40B4-BE49-F238E27FC236}">
                  <a16:creationId xmlns:a16="http://schemas.microsoft.com/office/drawing/2014/main" id="{72F9021A-251E-480F-8043-6C987182C887}"/>
                </a:ext>
              </a:extLst>
            </p:cNvPr>
            <p:cNvGrpSpPr/>
            <p:nvPr/>
          </p:nvGrpSpPr>
          <p:grpSpPr>
            <a:xfrm>
              <a:off x="10154188" y="2106613"/>
              <a:ext cx="534547" cy="520840"/>
              <a:chOff x="5508626" y="2106613"/>
              <a:chExt cx="247650" cy="241300"/>
            </a:xfrm>
            <a:grpFill/>
          </p:grpSpPr>
          <p:sp>
            <p:nvSpPr>
              <p:cNvPr id="232" name="Freeform 126">
                <a:extLst>
                  <a:ext uri="{FF2B5EF4-FFF2-40B4-BE49-F238E27FC236}">
                    <a16:creationId xmlns:a16="http://schemas.microsoft.com/office/drawing/2014/main" id="{F163C3E2-3A4F-4B91-B51B-13DABB580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33" name="Freeform 127">
                <a:extLst>
                  <a:ext uri="{FF2B5EF4-FFF2-40B4-BE49-F238E27FC236}">
                    <a16:creationId xmlns:a16="http://schemas.microsoft.com/office/drawing/2014/main" id="{3D3DFC5D-3A37-4AC3-82D4-B7F8930E96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34" name="Freeform 128">
                <a:extLst>
                  <a:ext uri="{FF2B5EF4-FFF2-40B4-BE49-F238E27FC236}">
                    <a16:creationId xmlns:a16="http://schemas.microsoft.com/office/drawing/2014/main" id="{772AEA4A-79FD-450D-9625-1E8FEEC189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35" name="Oval 129">
                <a:extLst>
                  <a:ext uri="{FF2B5EF4-FFF2-40B4-BE49-F238E27FC236}">
                    <a16:creationId xmlns:a16="http://schemas.microsoft.com/office/drawing/2014/main" id="{069CF680-AC8C-4F4D-8645-78A6D54FE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36" name="Oval 130">
                <a:extLst>
                  <a:ext uri="{FF2B5EF4-FFF2-40B4-BE49-F238E27FC236}">
                    <a16:creationId xmlns:a16="http://schemas.microsoft.com/office/drawing/2014/main" id="{DD8714A9-9892-4941-A59B-A51CCB69C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226" name="Group 79">
              <a:extLst>
                <a:ext uri="{FF2B5EF4-FFF2-40B4-BE49-F238E27FC236}">
                  <a16:creationId xmlns:a16="http://schemas.microsoft.com/office/drawing/2014/main" id="{C4CB8501-B98C-4F56-8369-28960395B402}"/>
                </a:ext>
              </a:extLst>
            </p:cNvPr>
            <p:cNvGrpSpPr/>
            <p:nvPr/>
          </p:nvGrpSpPr>
          <p:grpSpPr>
            <a:xfrm>
              <a:off x="10736706" y="2106613"/>
              <a:ext cx="534547" cy="520840"/>
              <a:chOff x="5508626" y="2106613"/>
              <a:chExt cx="247650" cy="241300"/>
            </a:xfrm>
            <a:grpFill/>
          </p:grpSpPr>
          <p:sp>
            <p:nvSpPr>
              <p:cNvPr id="227" name="Freeform 126">
                <a:extLst>
                  <a:ext uri="{FF2B5EF4-FFF2-40B4-BE49-F238E27FC236}">
                    <a16:creationId xmlns:a16="http://schemas.microsoft.com/office/drawing/2014/main" id="{4AE198C7-8D29-4ADF-8FFD-A9DDED49D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28" name="Freeform 127">
                <a:extLst>
                  <a:ext uri="{FF2B5EF4-FFF2-40B4-BE49-F238E27FC236}">
                    <a16:creationId xmlns:a16="http://schemas.microsoft.com/office/drawing/2014/main" id="{1C48760A-2999-49F7-9E60-C80F64014D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29" name="Freeform 128">
                <a:extLst>
                  <a:ext uri="{FF2B5EF4-FFF2-40B4-BE49-F238E27FC236}">
                    <a16:creationId xmlns:a16="http://schemas.microsoft.com/office/drawing/2014/main" id="{19765FE3-1C12-41A1-9ADD-82694FFF69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30" name="Oval 129">
                <a:extLst>
                  <a:ext uri="{FF2B5EF4-FFF2-40B4-BE49-F238E27FC236}">
                    <a16:creationId xmlns:a16="http://schemas.microsoft.com/office/drawing/2014/main" id="{8D602A6C-D47E-4C9C-ACF9-0C0692905F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31" name="Oval 130">
                <a:extLst>
                  <a:ext uri="{FF2B5EF4-FFF2-40B4-BE49-F238E27FC236}">
                    <a16:creationId xmlns:a16="http://schemas.microsoft.com/office/drawing/2014/main" id="{06CFADDB-E867-487A-8D54-814E4ADEA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22" name="Group 168">
            <a:extLst>
              <a:ext uri="{FF2B5EF4-FFF2-40B4-BE49-F238E27FC236}">
                <a16:creationId xmlns:a16="http://schemas.microsoft.com/office/drawing/2014/main" id="{31087498-C1D4-4F93-9CBC-EC9539AC3971}"/>
              </a:ext>
            </a:extLst>
          </p:cNvPr>
          <p:cNvGrpSpPr/>
          <p:nvPr/>
        </p:nvGrpSpPr>
        <p:grpSpPr>
          <a:xfrm>
            <a:off x="6640792" y="2304746"/>
            <a:ext cx="4282313" cy="483590"/>
            <a:chOff x="6645848" y="2754235"/>
            <a:chExt cx="4612175" cy="520840"/>
          </a:xfrm>
        </p:grpSpPr>
        <p:grpSp>
          <p:nvGrpSpPr>
            <p:cNvPr id="171" name="Group 90">
              <a:extLst>
                <a:ext uri="{FF2B5EF4-FFF2-40B4-BE49-F238E27FC236}">
                  <a16:creationId xmlns:a16="http://schemas.microsoft.com/office/drawing/2014/main" id="{865C664C-36FF-4702-97DF-218F32474F7D}"/>
                </a:ext>
              </a:extLst>
            </p:cNvPr>
            <p:cNvGrpSpPr/>
            <p:nvPr/>
          </p:nvGrpSpPr>
          <p:grpSpPr>
            <a:xfrm>
              <a:off x="6645848" y="2754235"/>
              <a:ext cx="534547" cy="520840"/>
              <a:chOff x="5508626" y="2106613"/>
              <a:chExt cx="247650" cy="241300"/>
            </a:xfrm>
            <a:solidFill>
              <a:schemeClr val="accent5"/>
            </a:solidFill>
          </p:grpSpPr>
          <p:sp>
            <p:nvSpPr>
              <p:cNvPr id="214" name="Freeform 126">
                <a:extLst>
                  <a:ext uri="{FF2B5EF4-FFF2-40B4-BE49-F238E27FC236}">
                    <a16:creationId xmlns:a16="http://schemas.microsoft.com/office/drawing/2014/main" id="{65B8EEC6-3139-45BD-8F1B-321A35C8A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15" name="Freeform 127">
                <a:extLst>
                  <a:ext uri="{FF2B5EF4-FFF2-40B4-BE49-F238E27FC236}">
                    <a16:creationId xmlns:a16="http://schemas.microsoft.com/office/drawing/2014/main" id="{64C0B97F-F24D-470A-AC80-040BC303C4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16" name="Freeform 128">
                <a:extLst>
                  <a:ext uri="{FF2B5EF4-FFF2-40B4-BE49-F238E27FC236}">
                    <a16:creationId xmlns:a16="http://schemas.microsoft.com/office/drawing/2014/main" id="{714620B2-2E45-4E30-AC8C-7D3A3B4190E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17" name="Oval 129">
                <a:extLst>
                  <a:ext uri="{FF2B5EF4-FFF2-40B4-BE49-F238E27FC236}">
                    <a16:creationId xmlns:a16="http://schemas.microsoft.com/office/drawing/2014/main" id="{AFC7B514-5E86-4585-AE60-CF646AB89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18" name="Oval 130">
                <a:extLst>
                  <a:ext uri="{FF2B5EF4-FFF2-40B4-BE49-F238E27FC236}">
                    <a16:creationId xmlns:a16="http://schemas.microsoft.com/office/drawing/2014/main" id="{771C7543-2528-4705-9568-7BFE60925B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72" name="Group 100">
              <a:extLst>
                <a:ext uri="{FF2B5EF4-FFF2-40B4-BE49-F238E27FC236}">
                  <a16:creationId xmlns:a16="http://schemas.microsoft.com/office/drawing/2014/main" id="{80ED437F-6CE1-4C71-BE71-550594906A80}"/>
                </a:ext>
              </a:extLst>
            </p:cNvPr>
            <p:cNvGrpSpPr/>
            <p:nvPr/>
          </p:nvGrpSpPr>
          <p:grpSpPr>
            <a:xfrm>
              <a:off x="7228366" y="2754235"/>
              <a:ext cx="534547" cy="520840"/>
              <a:chOff x="5508626" y="2106613"/>
              <a:chExt cx="247650" cy="241300"/>
            </a:xfrm>
            <a:solidFill>
              <a:schemeClr val="accent5"/>
            </a:solidFill>
          </p:grpSpPr>
          <p:sp>
            <p:nvSpPr>
              <p:cNvPr id="209" name="Freeform 126">
                <a:extLst>
                  <a:ext uri="{FF2B5EF4-FFF2-40B4-BE49-F238E27FC236}">
                    <a16:creationId xmlns:a16="http://schemas.microsoft.com/office/drawing/2014/main" id="{0CFF7586-272C-4102-AB1A-C87A6F6288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10" name="Freeform 127">
                <a:extLst>
                  <a:ext uri="{FF2B5EF4-FFF2-40B4-BE49-F238E27FC236}">
                    <a16:creationId xmlns:a16="http://schemas.microsoft.com/office/drawing/2014/main" id="{5763CB38-60E0-4B9D-BC07-6D89841019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11" name="Freeform 128">
                <a:extLst>
                  <a:ext uri="{FF2B5EF4-FFF2-40B4-BE49-F238E27FC236}">
                    <a16:creationId xmlns:a16="http://schemas.microsoft.com/office/drawing/2014/main" id="{B56E0FCA-17A8-4E92-9E86-C986E8F9DE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12" name="Oval 129">
                <a:extLst>
                  <a:ext uri="{FF2B5EF4-FFF2-40B4-BE49-F238E27FC236}">
                    <a16:creationId xmlns:a16="http://schemas.microsoft.com/office/drawing/2014/main" id="{7438D598-8269-41CF-ADFC-E5C1EE406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13" name="Oval 130">
                <a:extLst>
                  <a:ext uri="{FF2B5EF4-FFF2-40B4-BE49-F238E27FC236}">
                    <a16:creationId xmlns:a16="http://schemas.microsoft.com/office/drawing/2014/main" id="{013A9083-E8A6-49CB-8C7F-0A48E9C9F1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73" name="Group 110">
              <a:extLst>
                <a:ext uri="{FF2B5EF4-FFF2-40B4-BE49-F238E27FC236}">
                  <a16:creationId xmlns:a16="http://schemas.microsoft.com/office/drawing/2014/main" id="{8489D015-8E4C-4BB9-A1CF-8F6422A94253}"/>
                </a:ext>
              </a:extLst>
            </p:cNvPr>
            <p:cNvGrpSpPr/>
            <p:nvPr/>
          </p:nvGrpSpPr>
          <p:grpSpPr>
            <a:xfrm>
              <a:off x="7810885" y="2754235"/>
              <a:ext cx="534547" cy="520840"/>
              <a:chOff x="5508626" y="2106613"/>
              <a:chExt cx="247650" cy="241300"/>
            </a:xfrm>
            <a:solidFill>
              <a:schemeClr val="accent5"/>
            </a:solidFill>
          </p:grpSpPr>
          <p:sp>
            <p:nvSpPr>
              <p:cNvPr id="204" name="Freeform 126">
                <a:extLst>
                  <a:ext uri="{FF2B5EF4-FFF2-40B4-BE49-F238E27FC236}">
                    <a16:creationId xmlns:a16="http://schemas.microsoft.com/office/drawing/2014/main" id="{184DBC0C-8740-4B30-B074-7A9B507B1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05" name="Freeform 127">
                <a:extLst>
                  <a:ext uri="{FF2B5EF4-FFF2-40B4-BE49-F238E27FC236}">
                    <a16:creationId xmlns:a16="http://schemas.microsoft.com/office/drawing/2014/main" id="{692C3F2E-219D-45B8-A41B-27D629188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06" name="Freeform 128">
                <a:extLst>
                  <a:ext uri="{FF2B5EF4-FFF2-40B4-BE49-F238E27FC236}">
                    <a16:creationId xmlns:a16="http://schemas.microsoft.com/office/drawing/2014/main" id="{2DDA6EFA-22BB-4F7E-88E7-B82DDF1ADC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07" name="Oval 129">
                <a:extLst>
                  <a:ext uri="{FF2B5EF4-FFF2-40B4-BE49-F238E27FC236}">
                    <a16:creationId xmlns:a16="http://schemas.microsoft.com/office/drawing/2014/main" id="{02063F8C-CFFF-459A-8BCA-2F052DC92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08" name="Oval 130">
                <a:extLst>
                  <a:ext uri="{FF2B5EF4-FFF2-40B4-BE49-F238E27FC236}">
                    <a16:creationId xmlns:a16="http://schemas.microsoft.com/office/drawing/2014/main" id="{7074D821-8E35-4E8E-B94E-DC439419A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74" name="Group 120">
              <a:extLst>
                <a:ext uri="{FF2B5EF4-FFF2-40B4-BE49-F238E27FC236}">
                  <a16:creationId xmlns:a16="http://schemas.microsoft.com/office/drawing/2014/main" id="{A2BFBD68-5A5B-4407-8085-1ED56DB0CEA5}"/>
                </a:ext>
              </a:extLst>
            </p:cNvPr>
            <p:cNvGrpSpPr/>
            <p:nvPr/>
          </p:nvGrpSpPr>
          <p:grpSpPr>
            <a:xfrm>
              <a:off x="8393403" y="2754235"/>
              <a:ext cx="534547" cy="520840"/>
              <a:chOff x="5508626" y="2106613"/>
              <a:chExt cx="247650" cy="241300"/>
            </a:xfrm>
            <a:solidFill>
              <a:schemeClr val="accent5"/>
            </a:solidFill>
          </p:grpSpPr>
          <p:sp>
            <p:nvSpPr>
              <p:cNvPr id="199" name="Freeform 126">
                <a:extLst>
                  <a:ext uri="{FF2B5EF4-FFF2-40B4-BE49-F238E27FC236}">
                    <a16:creationId xmlns:a16="http://schemas.microsoft.com/office/drawing/2014/main" id="{B5BDAB37-AF45-4252-A81E-2D11D78AA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00" name="Freeform 127">
                <a:extLst>
                  <a:ext uri="{FF2B5EF4-FFF2-40B4-BE49-F238E27FC236}">
                    <a16:creationId xmlns:a16="http://schemas.microsoft.com/office/drawing/2014/main" id="{D5ABC1A3-C9EF-4254-8D0B-EDD48939C5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01" name="Freeform 128">
                <a:extLst>
                  <a:ext uri="{FF2B5EF4-FFF2-40B4-BE49-F238E27FC236}">
                    <a16:creationId xmlns:a16="http://schemas.microsoft.com/office/drawing/2014/main" id="{3D63850A-4285-4CDC-8AF4-4793169CE2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02" name="Oval 129">
                <a:extLst>
                  <a:ext uri="{FF2B5EF4-FFF2-40B4-BE49-F238E27FC236}">
                    <a16:creationId xmlns:a16="http://schemas.microsoft.com/office/drawing/2014/main" id="{05AE3AEF-B453-4084-8696-8B6C50BFB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203" name="Oval 130">
                <a:extLst>
                  <a:ext uri="{FF2B5EF4-FFF2-40B4-BE49-F238E27FC236}">
                    <a16:creationId xmlns:a16="http://schemas.microsoft.com/office/drawing/2014/main" id="{1D08321E-1727-48F2-8249-4AA6E2A78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75" name="Group 130">
              <a:extLst>
                <a:ext uri="{FF2B5EF4-FFF2-40B4-BE49-F238E27FC236}">
                  <a16:creationId xmlns:a16="http://schemas.microsoft.com/office/drawing/2014/main" id="{E79A21E2-E027-492A-B59F-8096C15B2034}"/>
                </a:ext>
              </a:extLst>
            </p:cNvPr>
            <p:cNvGrpSpPr/>
            <p:nvPr/>
          </p:nvGrpSpPr>
          <p:grpSpPr>
            <a:xfrm>
              <a:off x="8975921" y="2754235"/>
              <a:ext cx="534547" cy="520840"/>
              <a:chOff x="5508626" y="2106613"/>
              <a:chExt cx="247650" cy="241300"/>
            </a:xfrm>
            <a:solidFill>
              <a:schemeClr val="accent5"/>
            </a:solidFill>
          </p:grpSpPr>
          <p:sp>
            <p:nvSpPr>
              <p:cNvPr id="194" name="Freeform 126">
                <a:extLst>
                  <a:ext uri="{FF2B5EF4-FFF2-40B4-BE49-F238E27FC236}">
                    <a16:creationId xmlns:a16="http://schemas.microsoft.com/office/drawing/2014/main" id="{3B039CE0-C441-46D1-BF4E-389B2DC7C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95" name="Freeform 127">
                <a:extLst>
                  <a:ext uri="{FF2B5EF4-FFF2-40B4-BE49-F238E27FC236}">
                    <a16:creationId xmlns:a16="http://schemas.microsoft.com/office/drawing/2014/main" id="{76FDF0DD-A9CD-4A7D-941A-ADDB1D954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96" name="Freeform 128">
                <a:extLst>
                  <a:ext uri="{FF2B5EF4-FFF2-40B4-BE49-F238E27FC236}">
                    <a16:creationId xmlns:a16="http://schemas.microsoft.com/office/drawing/2014/main" id="{463E165B-357A-4183-B386-C3168E3D6C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97" name="Oval 129">
                <a:extLst>
                  <a:ext uri="{FF2B5EF4-FFF2-40B4-BE49-F238E27FC236}">
                    <a16:creationId xmlns:a16="http://schemas.microsoft.com/office/drawing/2014/main" id="{CA48F914-2228-4037-9C19-5469105E9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98" name="Oval 130">
                <a:extLst>
                  <a:ext uri="{FF2B5EF4-FFF2-40B4-BE49-F238E27FC236}">
                    <a16:creationId xmlns:a16="http://schemas.microsoft.com/office/drawing/2014/main" id="{0D3B9C49-860F-4C79-8470-9D3C91B96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76" name="Group 140">
              <a:extLst>
                <a:ext uri="{FF2B5EF4-FFF2-40B4-BE49-F238E27FC236}">
                  <a16:creationId xmlns:a16="http://schemas.microsoft.com/office/drawing/2014/main" id="{A6CDF58F-42A4-42C5-A887-35086995639E}"/>
                </a:ext>
              </a:extLst>
            </p:cNvPr>
            <p:cNvGrpSpPr/>
            <p:nvPr/>
          </p:nvGrpSpPr>
          <p:grpSpPr>
            <a:xfrm>
              <a:off x="9558440" y="2754235"/>
              <a:ext cx="534547" cy="520840"/>
              <a:chOff x="5508626" y="2106613"/>
              <a:chExt cx="247650" cy="241300"/>
            </a:xfrm>
            <a:solidFill>
              <a:schemeClr val="accent5"/>
            </a:solidFill>
          </p:grpSpPr>
          <p:sp>
            <p:nvSpPr>
              <p:cNvPr id="189" name="Freeform 126">
                <a:extLst>
                  <a:ext uri="{FF2B5EF4-FFF2-40B4-BE49-F238E27FC236}">
                    <a16:creationId xmlns:a16="http://schemas.microsoft.com/office/drawing/2014/main" id="{B08E3ED8-271D-4073-8F98-775C15EB9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90" name="Freeform 127">
                <a:extLst>
                  <a:ext uri="{FF2B5EF4-FFF2-40B4-BE49-F238E27FC236}">
                    <a16:creationId xmlns:a16="http://schemas.microsoft.com/office/drawing/2014/main" id="{F28D7AC5-1F6D-4556-B176-9EDF193D8C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91" name="Freeform 128">
                <a:extLst>
                  <a:ext uri="{FF2B5EF4-FFF2-40B4-BE49-F238E27FC236}">
                    <a16:creationId xmlns:a16="http://schemas.microsoft.com/office/drawing/2014/main" id="{7FBB95B2-AADA-499B-80B9-F80F1BC560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92" name="Oval 129">
                <a:extLst>
                  <a:ext uri="{FF2B5EF4-FFF2-40B4-BE49-F238E27FC236}">
                    <a16:creationId xmlns:a16="http://schemas.microsoft.com/office/drawing/2014/main" id="{C06BA6CC-5319-4A65-AFFC-CB8F85FF7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93" name="Oval 130">
                <a:extLst>
                  <a:ext uri="{FF2B5EF4-FFF2-40B4-BE49-F238E27FC236}">
                    <a16:creationId xmlns:a16="http://schemas.microsoft.com/office/drawing/2014/main" id="{44608EC9-82BE-4D54-AAD8-137F31E66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77" name="Group 150">
              <a:extLst>
                <a:ext uri="{FF2B5EF4-FFF2-40B4-BE49-F238E27FC236}">
                  <a16:creationId xmlns:a16="http://schemas.microsoft.com/office/drawing/2014/main" id="{80EB175F-D9E9-4026-8A11-CE02E584B7FD}"/>
                </a:ext>
              </a:extLst>
            </p:cNvPr>
            <p:cNvGrpSpPr/>
            <p:nvPr/>
          </p:nvGrpSpPr>
          <p:grpSpPr>
            <a:xfrm>
              <a:off x="10140958" y="2754235"/>
              <a:ext cx="534547" cy="520840"/>
              <a:chOff x="5508626" y="2106613"/>
              <a:chExt cx="247650" cy="241300"/>
            </a:xfrm>
            <a:solidFill>
              <a:schemeClr val="accent5"/>
            </a:solidFill>
          </p:grpSpPr>
          <p:sp>
            <p:nvSpPr>
              <p:cNvPr id="184" name="Freeform 126">
                <a:extLst>
                  <a:ext uri="{FF2B5EF4-FFF2-40B4-BE49-F238E27FC236}">
                    <a16:creationId xmlns:a16="http://schemas.microsoft.com/office/drawing/2014/main" id="{1782AD87-9668-40DC-B651-4F5901D18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85" name="Freeform 127">
                <a:extLst>
                  <a:ext uri="{FF2B5EF4-FFF2-40B4-BE49-F238E27FC236}">
                    <a16:creationId xmlns:a16="http://schemas.microsoft.com/office/drawing/2014/main" id="{E12FDF99-841E-4E55-B2B6-C21C34E9F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86" name="Freeform 128">
                <a:extLst>
                  <a:ext uri="{FF2B5EF4-FFF2-40B4-BE49-F238E27FC236}">
                    <a16:creationId xmlns:a16="http://schemas.microsoft.com/office/drawing/2014/main" id="{9D593DFC-3E8B-4347-A73B-42DAFFCC52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87" name="Oval 129">
                <a:extLst>
                  <a:ext uri="{FF2B5EF4-FFF2-40B4-BE49-F238E27FC236}">
                    <a16:creationId xmlns:a16="http://schemas.microsoft.com/office/drawing/2014/main" id="{C2E4E42E-EF5B-418D-9C60-0D18E7856F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88" name="Oval 130">
                <a:extLst>
                  <a:ext uri="{FF2B5EF4-FFF2-40B4-BE49-F238E27FC236}">
                    <a16:creationId xmlns:a16="http://schemas.microsoft.com/office/drawing/2014/main" id="{19FF23FC-3616-476A-BA6A-C5AF32B115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78" name="Group 160">
              <a:extLst>
                <a:ext uri="{FF2B5EF4-FFF2-40B4-BE49-F238E27FC236}">
                  <a16:creationId xmlns:a16="http://schemas.microsoft.com/office/drawing/2014/main" id="{DC7B29E9-15CF-48B3-9DF3-AADD19918A95}"/>
                </a:ext>
              </a:extLst>
            </p:cNvPr>
            <p:cNvGrpSpPr/>
            <p:nvPr/>
          </p:nvGrpSpPr>
          <p:grpSpPr>
            <a:xfrm>
              <a:off x="10723476" y="2754235"/>
              <a:ext cx="534547" cy="520840"/>
              <a:chOff x="5508626" y="2106613"/>
              <a:chExt cx="247650" cy="241300"/>
            </a:xfrm>
            <a:solidFill>
              <a:schemeClr val="accent5"/>
            </a:solidFill>
          </p:grpSpPr>
          <p:sp>
            <p:nvSpPr>
              <p:cNvPr id="179" name="Freeform 126">
                <a:extLst>
                  <a:ext uri="{FF2B5EF4-FFF2-40B4-BE49-F238E27FC236}">
                    <a16:creationId xmlns:a16="http://schemas.microsoft.com/office/drawing/2014/main" id="{009BDCD5-D4A9-41DC-9E7F-263D851AF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3563" y="2271713"/>
                <a:ext cx="109538" cy="76200"/>
              </a:xfrm>
              <a:custGeom>
                <a:avLst/>
                <a:gdLst>
                  <a:gd name="T0" fmla="*/ 22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22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22" y="0"/>
                    </a:moveTo>
                    <a:cubicBezTo>
                      <a:pt x="12" y="3"/>
                      <a:pt x="4" y="11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12"/>
                      <a:pt x="26" y="5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80" name="Freeform 127">
                <a:extLst>
                  <a:ext uri="{FF2B5EF4-FFF2-40B4-BE49-F238E27FC236}">
                    <a16:creationId xmlns:a16="http://schemas.microsoft.com/office/drawing/2014/main" id="{D1CC093D-B199-4651-B4A9-617E99037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271713"/>
                <a:ext cx="109538" cy="76200"/>
              </a:xfrm>
              <a:custGeom>
                <a:avLst/>
                <a:gdLst>
                  <a:gd name="T0" fmla="*/ 7 w 29"/>
                  <a:gd name="T1" fmla="*/ 0 h 20"/>
                  <a:gd name="T2" fmla="*/ 0 w 29"/>
                  <a:gd name="T3" fmla="*/ 20 h 20"/>
                  <a:gd name="T4" fmla="*/ 29 w 29"/>
                  <a:gd name="T5" fmla="*/ 20 h 20"/>
                  <a:gd name="T6" fmla="*/ 7 w 29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20">
                    <a:moveTo>
                      <a:pt x="7" y="0"/>
                    </a:moveTo>
                    <a:cubicBezTo>
                      <a:pt x="3" y="5"/>
                      <a:pt x="0" y="12"/>
                      <a:pt x="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5" y="11"/>
                      <a:pt x="17" y="3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81" name="Freeform 128">
                <a:extLst>
                  <a:ext uri="{FF2B5EF4-FFF2-40B4-BE49-F238E27FC236}">
                    <a16:creationId xmlns:a16="http://schemas.microsoft.com/office/drawing/2014/main" id="{026618E5-6F51-4C14-8A6F-223FD4D788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626" y="2106613"/>
                <a:ext cx="247650" cy="180975"/>
              </a:xfrm>
              <a:custGeom>
                <a:avLst/>
                <a:gdLst>
                  <a:gd name="T0" fmla="*/ 56 w 66"/>
                  <a:gd name="T1" fmla="*/ 30 h 48"/>
                  <a:gd name="T2" fmla="*/ 61 w 66"/>
                  <a:gd name="T3" fmla="*/ 35 h 48"/>
                  <a:gd name="T4" fmla="*/ 64 w 66"/>
                  <a:gd name="T5" fmla="*/ 36 h 48"/>
                  <a:gd name="T6" fmla="*/ 57 w 66"/>
                  <a:gd name="T7" fmla="*/ 18 h 48"/>
                  <a:gd name="T8" fmla="*/ 55 w 66"/>
                  <a:gd name="T9" fmla="*/ 15 h 48"/>
                  <a:gd name="T10" fmla="*/ 55 w 66"/>
                  <a:gd name="T11" fmla="*/ 15 h 48"/>
                  <a:gd name="T12" fmla="*/ 54 w 66"/>
                  <a:gd name="T13" fmla="*/ 12 h 48"/>
                  <a:gd name="T14" fmla="*/ 53 w 66"/>
                  <a:gd name="T15" fmla="*/ 11 h 48"/>
                  <a:gd name="T16" fmla="*/ 51 w 66"/>
                  <a:gd name="T17" fmla="*/ 8 h 48"/>
                  <a:gd name="T18" fmla="*/ 51 w 66"/>
                  <a:gd name="T19" fmla="*/ 8 h 48"/>
                  <a:gd name="T20" fmla="*/ 45 w 66"/>
                  <a:gd name="T21" fmla="*/ 3 h 48"/>
                  <a:gd name="T22" fmla="*/ 45 w 66"/>
                  <a:gd name="T23" fmla="*/ 3 h 48"/>
                  <a:gd name="T24" fmla="*/ 42 w 66"/>
                  <a:gd name="T25" fmla="*/ 2 h 48"/>
                  <a:gd name="T26" fmla="*/ 41 w 66"/>
                  <a:gd name="T27" fmla="*/ 1 h 48"/>
                  <a:gd name="T28" fmla="*/ 37 w 66"/>
                  <a:gd name="T29" fmla="*/ 0 h 48"/>
                  <a:gd name="T30" fmla="*/ 37 w 66"/>
                  <a:gd name="T31" fmla="*/ 0 h 48"/>
                  <a:gd name="T32" fmla="*/ 33 w 66"/>
                  <a:gd name="T33" fmla="*/ 0 h 48"/>
                  <a:gd name="T34" fmla="*/ 33 w 66"/>
                  <a:gd name="T35" fmla="*/ 0 h 48"/>
                  <a:gd name="T36" fmla="*/ 33 w 66"/>
                  <a:gd name="T37" fmla="*/ 0 h 48"/>
                  <a:gd name="T38" fmla="*/ 33 w 66"/>
                  <a:gd name="T39" fmla="*/ 0 h 48"/>
                  <a:gd name="T40" fmla="*/ 33 w 66"/>
                  <a:gd name="T41" fmla="*/ 0 h 48"/>
                  <a:gd name="T42" fmla="*/ 29 w 66"/>
                  <a:gd name="T43" fmla="*/ 0 h 48"/>
                  <a:gd name="T44" fmla="*/ 29 w 66"/>
                  <a:gd name="T45" fmla="*/ 0 h 48"/>
                  <a:gd name="T46" fmla="*/ 25 w 66"/>
                  <a:gd name="T47" fmla="*/ 1 h 48"/>
                  <a:gd name="T48" fmla="*/ 24 w 66"/>
                  <a:gd name="T49" fmla="*/ 2 h 48"/>
                  <a:gd name="T50" fmla="*/ 21 w 66"/>
                  <a:gd name="T51" fmla="*/ 3 h 48"/>
                  <a:gd name="T52" fmla="*/ 21 w 66"/>
                  <a:gd name="T53" fmla="*/ 3 h 48"/>
                  <a:gd name="T54" fmla="*/ 15 w 66"/>
                  <a:gd name="T55" fmla="*/ 8 h 48"/>
                  <a:gd name="T56" fmla="*/ 15 w 66"/>
                  <a:gd name="T57" fmla="*/ 8 h 48"/>
                  <a:gd name="T58" fmla="*/ 13 w 66"/>
                  <a:gd name="T59" fmla="*/ 11 h 48"/>
                  <a:gd name="T60" fmla="*/ 12 w 66"/>
                  <a:gd name="T61" fmla="*/ 12 h 48"/>
                  <a:gd name="T62" fmla="*/ 11 w 66"/>
                  <a:gd name="T63" fmla="*/ 15 h 48"/>
                  <a:gd name="T64" fmla="*/ 11 w 66"/>
                  <a:gd name="T65" fmla="*/ 15 h 48"/>
                  <a:gd name="T66" fmla="*/ 9 w 66"/>
                  <a:gd name="T67" fmla="*/ 18 h 48"/>
                  <a:gd name="T68" fmla="*/ 2 w 66"/>
                  <a:gd name="T69" fmla="*/ 36 h 48"/>
                  <a:gd name="T70" fmla="*/ 5 w 66"/>
                  <a:gd name="T71" fmla="*/ 35 h 48"/>
                  <a:gd name="T72" fmla="*/ 10 w 66"/>
                  <a:gd name="T73" fmla="*/ 30 h 48"/>
                  <a:gd name="T74" fmla="*/ 33 w 66"/>
                  <a:gd name="T75" fmla="*/ 48 h 48"/>
                  <a:gd name="T76" fmla="*/ 56 w 66"/>
                  <a:gd name="T77" fmla="*/ 30 h 48"/>
                  <a:gd name="T78" fmla="*/ 33 w 66"/>
                  <a:gd name="T79" fmla="*/ 44 h 48"/>
                  <a:gd name="T80" fmla="*/ 13 w 66"/>
                  <a:gd name="T81" fmla="*/ 24 h 48"/>
                  <a:gd name="T82" fmla="*/ 13 w 66"/>
                  <a:gd name="T83" fmla="*/ 20 h 48"/>
                  <a:gd name="T84" fmla="*/ 15 w 66"/>
                  <a:gd name="T85" fmla="*/ 20 h 48"/>
                  <a:gd name="T86" fmla="*/ 33 w 66"/>
                  <a:gd name="T87" fmla="*/ 4 h 48"/>
                  <a:gd name="T88" fmla="*/ 33 w 66"/>
                  <a:gd name="T89" fmla="*/ 4 h 48"/>
                  <a:gd name="T90" fmla="*/ 33 w 66"/>
                  <a:gd name="T91" fmla="*/ 4 h 48"/>
                  <a:gd name="T92" fmla="*/ 51 w 66"/>
                  <a:gd name="T93" fmla="*/ 20 h 48"/>
                  <a:gd name="T94" fmla="*/ 53 w 66"/>
                  <a:gd name="T95" fmla="*/ 20 h 48"/>
                  <a:gd name="T96" fmla="*/ 53 w 66"/>
                  <a:gd name="T97" fmla="*/ 24 h 48"/>
                  <a:gd name="T98" fmla="*/ 33 w 66"/>
                  <a:gd name="T99" fmla="*/ 4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48">
                    <a:moveTo>
                      <a:pt x="56" y="30"/>
                    </a:moveTo>
                    <a:cubicBezTo>
                      <a:pt x="57" y="32"/>
                      <a:pt x="59" y="34"/>
                      <a:pt x="61" y="35"/>
                    </a:cubicBezTo>
                    <a:cubicBezTo>
                      <a:pt x="62" y="35"/>
                      <a:pt x="63" y="36"/>
                      <a:pt x="64" y="36"/>
                    </a:cubicBezTo>
                    <a:cubicBezTo>
                      <a:pt x="66" y="29"/>
                      <a:pt x="63" y="21"/>
                      <a:pt x="57" y="18"/>
                    </a:cubicBezTo>
                    <a:cubicBezTo>
                      <a:pt x="56" y="18"/>
                      <a:pt x="56" y="16"/>
                      <a:pt x="55" y="15"/>
                    </a:cubicBezTo>
                    <a:cubicBezTo>
                      <a:pt x="55" y="15"/>
                      <a:pt x="55" y="15"/>
                      <a:pt x="55" y="15"/>
                    </a:cubicBezTo>
                    <a:cubicBezTo>
                      <a:pt x="55" y="14"/>
                      <a:pt x="54" y="13"/>
                      <a:pt x="54" y="12"/>
                    </a:cubicBezTo>
                    <a:cubicBezTo>
                      <a:pt x="54" y="12"/>
                      <a:pt x="53" y="11"/>
                      <a:pt x="53" y="11"/>
                    </a:cubicBezTo>
                    <a:cubicBezTo>
                      <a:pt x="53" y="10"/>
                      <a:pt x="52" y="9"/>
                      <a:pt x="51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49" y="6"/>
                      <a:pt x="47" y="5"/>
                      <a:pt x="45" y="3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4" y="3"/>
                      <a:pt x="43" y="2"/>
                      <a:pt x="42" y="2"/>
                    </a:cubicBezTo>
                    <a:cubicBezTo>
                      <a:pt x="41" y="2"/>
                      <a:pt x="41" y="1"/>
                      <a:pt x="41" y="1"/>
                    </a:cubicBezTo>
                    <a:cubicBezTo>
                      <a:pt x="40" y="1"/>
                      <a:pt x="39" y="1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5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1" y="0"/>
                      <a:pt x="30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7" y="1"/>
                      <a:pt x="26" y="1"/>
                      <a:pt x="25" y="1"/>
                    </a:cubicBezTo>
                    <a:cubicBezTo>
                      <a:pt x="25" y="1"/>
                      <a:pt x="25" y="2"/>
                      <a:pt x="24" y="2"/>
                    </a:cubicBezTo>
                    <a:cubicBezTo>
                      <a:pt x="23" y="2"/>
                      <a:pt x="22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9" y="5"/>
                      <a:pt x="17" y="6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3" y="10"/>
                      <a:pt x="13" y="11"/>
                    </a:cubicBezTo>
                    <a:cubicBezTo>
                      <a:pt x="13" y="11"/>
                      <a:pt x="12" y="12"/>
                      <a:pt x="12" y="12"/>
                    </a:cubicBezTo>
                    <a:cubicBezTo>
                      <a:pt x="12" y="13"/>
                      <a:pt x="11" y="14"/>
                      <a:pt x="11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6"/>
                      <a:pt x="10" y="18"/>
                      <a:pt x="9" y="18"/>
                    </a:cubicBezTo>
                    <a:cubicBezTo>
                      <a:pt x="3" y="21"/>
                      <a:pt x="0" y="29"/>
                      <a:pt x="2" y="36"/>
                    </a:cubicBezTo>
                    <a:cubicBezTo>
                      <a:pt x="3" y="36"/>
                      <a:pt x="4" y="35"/>
                      <a:pt x="5" y="35"/>
                    </a:cubicBezTo>
                    <a:cubicBezTo>
                      <a:pt x="7" y="34"/>
                      <a:pt x="9" y="32"/>
                      <a:pt x="10" y="30"/>
                    </a:cubicBezTo>
                    <a:cubicBezTo>
                      <a:pt x="13" y="41"/>
                      <a:pt x="22" y="48"/>
                      <a:pt x="33" y="48"/>
                    </a:cubicBezTo>
                    <a:cubicBezTo>
                      <a:pt x="44" y="48"/>
                      <a:pt x="53" y="41"/>
                      <a:pt x="56" y="30"/>
                    </a:cubicBezTo>
                    <a:close/>
                    <a:moveTo>
                      <a:pt x="33" y="44"/>
                    </a:moveTo>
                    <a:cubicBezTo>
                      <a:pt x="22" y="44"/>
                      <a:pt x="13" y="35"/>
                      <a:pt x="13" y="24"/>
                    </a:cubicBezTo>
                    <a:cubicBezTo>
                      <a:pt x="13" y="23"/>
                      <a:pt x="13" y="21"/>
                      <a:pt x="13" y="20"/>
                    </a:cubicBezTo>
                    <a:cubicBezTo>
                      <a:pt x="14" y="20"/>
                      <a:pt x="14" y="20"/>
                      <a:pt x="15" y="20"/>
                    </a:cubicBezTo>
                    <a:cubicBezTo>
                      <a:pt x="24" y="20"/>
                      <a:pt x="32" y="13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4" y="13"/>
                      <a:pt x="42" y="20"/>
                      <a:pt x="51" y="20"/>
                    </a:cubicBezTo>
                    <a:cubicBezTo>
                      <a:pt x="52" y="20"/>
                      <a:pt x="52" y="20"/>
                      <a:pt x="53" y="20"/>
                    </a:cubicBezTo>
                    <a:cubicBezTo>
                      <a:pt x="53" y="21"/>
                      <a:pt x="53" y="23"/>
                      <a:pt x="53" y="24"/>
                    </a:cubicBezTo>
                    <a:cubicBezTo>
                      <a:pt x="53" y="35"/>
                      <a:pt x="44" y="44"/>
                      <a:pt x="33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82" name="Oval 129">
                <a:extLst>
                  <a:ext uri="{FF2B5EF4-FFF2-40B4-BE49-F238E27FC236}">
                    <a16:creationId xmlns:a16="http://schemas.microsoft.com/office/drawing/2014/main" id="{0C5A72F1-99DB-4288-BBE5-146D5B9C5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176" y="218598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83" name="Oval 130">
                <a:extLst>
                  <a:ext uri="{FF2B5EF4-FFF2-40B4-BE49-F238E27FC236}">
                    <a16:creationId xmlns:a16="http://schemas.microsoft.com/office/drawing/2014/main" id="{33F4CAA6-64A4-438D-B817-BBCC29BF5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738" y="2185988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23" name="Group 204">
            <a:extLst>
              <a:ext uri="{FF2B5EF4-FFF2-40B4-BE49-F238E27FC236}">
                <a16:creationId xmlns:a16="http://schemas.microsoft.com/office/drawing/2014/main" id="{37AE6642-AA71-472B-9803-CD346DFF355B}"/>
              </a:ext>
            </a:extLst>
          </p:cNvPr>
          <p:cNvGrpSpPr/>
          <p:nvPr/>
        </p:nvGrpSpPr>
        <p:grpSpPr>
          <a:xfrm>
            <a:off x="6640792" y="2906050"/>
            <a:ext cx="496316" cy="483590"/>
            <a:chOff x="5508626" y="2106613"/>
            <a:chExt cx="247650" cy="241300"/>
          </a:xfrm>
          <a:solidFill>
            <a:schemeClr val="accent5"/>
          </a:solidFill>
        </p:grpSpPr>
        <p:sp>
          <p:nvSpPr>
            <p:cNvPr id="166" name="Freeform 126">
              <a:extLst>
                <a:ext uri="{FF2B5EF4-FFF2-40B4-BE49-F238E27FC236}">
                  <a16:creationId xmlns:a16="http://schemas.microsoft.com/office/drawing/2014/main" id="{CE9A9A63-05CC-41E6-AED4-40A381D3C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563" y="2271713"/>
              <a:ext cx="109538" cy="76200"/>
            </a:xfrm>
            <a:custGeom>
              <a:avLst/>
              <a:gdLst>
                <a:gd name="T0" fmla="*/ 22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22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22" y="0"/>
                  </a:moveTo>
                  <a:cubicBezTo>
                    <a:pt x="12" y="3"/>
                    <a:pt x="4" y="11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12"/>
                    <a:pt x="26" y="5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67" name="Freeform 127">
              <a:extLst>
                <a:ext uri="{FF2B5EF4-FFF2-40B4-BE49-F238E27FC236}">
                  <a16:creationId xmlns:a16="http://schemas.microsoft.com/office/drawing/2014/main" id="{2C695623-D60F-48DE-BFE7-44469FD51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1801" y="2271713"/>
              <a:ext cx="109538" cy="76200"/>
            </a:xfrm>
            <a:custGeom>
              <a:avLst/>
              <a:gdLst>
                <a:gd name="T0" fmla="*/ 7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7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7" y="0"/>
                  </a:moveTo>
                  <a:cubicBezTo>
                    <a:pt x="3" y="5"/>
                    <a:pt x="0" y="12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5" y="11"/>
                    <a:pt x="17" y="3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68" name="Freeform 128">
              <a:extLst>
                <a:ext uri="{FF2B5EF4-FFF2-40B4-BE49-F238E27FC236}">
                  <a16:creationId xmlns:a16="http://schemas.microsoft.com/office/drawing/2014/main" id="{D7EA0C49-5C2B-4A81-A7C7-5C366769B8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8626" y="2106613"/>
              <a:ext cx="247650" cy="180975"/>
            </a:xfrm>
            <a:custGeom>
              <a:avLst/>
              <a:gdLst>
                <a:gd name="T0" fmla="*/ 56 w 66"/>
                <a:gd name="T1" fmla="*/ 30 h 48"/>
                <a:gd name="T2" fmla="*/ 61 w 66"/>
                <a:gd name="T3" fmla="*/ 35 h 48"/>
                <a:gd name="T4" fmla="*/ 64 w 66"/>
                <a:gd name="T5" fmla="*/ 36 h 48"/>
                <a:gd name="T6" fmla="*/ 57 w 66"/>
                <a:gd name="T7" fmla="*/ 18 h 48"/>
                <a:gd name="T8" fmla="*/ 55 w 66"/>
                <a:gd name="T9" fmla="*/ 15 h 48"/>
                <a:gd name="T10" fmla="*/ 55 w 66"/>
                <a:gd name="T11" fmla="*/ 15 h 48"/>
                <a:gd name="T12" fmla="*/ 54 w 66"/>
                <a:gd name="T13" fmla="*/ 12 h 48"/>
                <a:gd name="T14" fmla="*/ 53 w 66"/>
                <a:gd name="T15" fmla="*/ 11 h 48"/>
                <a:gd name="T16" fmla="*/ 51 w 66"/>
                <a:gd name="T17" fmla="*/ 8 h 48"/>
                <a:gd name="T18" fmla="*/ 51 w 66"/>
                <a:gd name="T19" fmla="*/ 8 h 48"/>
                <a:gd name="T20" fmla="*/ 45 w 66"/>
                <a:gd name="T21" fmla="*/ 3 h 48"/>
                <a:gd name="T22" fmla="*/ 45 w 66"/>
                <a:gd name="T23" fmla="*/ 3 h 48"/>
                <a:gd name="T24" fmla="*/ 42 w 66"/>
                <a:gd name="T25" fmla="*/ 2 h 48"/>
                <a:gd name="T26" fmla="*/ 41 w 66"/>
                <a:gd name="T27" fmla="*/ 1 h 48"/>
                <a:gd name="T28" fmla="*/ 37 w 66"/>
                <a:gd name="T29" fmla="*/ 0 h 48"/>
                <a:gd name="T30" fmla="*/ 37 w 66"/>
                <a:gd name="T31" fmla="*/ 0 h 48"/>
                <a:gd name="T32" fmla="*/ 33 w 66"/>
                <a:gd name="T33" fmla="*/ 0 h 48"/>
                <a:gd name="T34" fmla="*/ 33 w 66"/>
                <a:gd name="T35" fmla="*/ 0 h 48"/>
                <a:gd name="T36" fmla="*/ 33 w 66"/>
                <a:gd name="T37" fmla="*/ 0 h 48"/>
                <a:gd name="T38" fmla="*/ 33 w 66"/>
                <a:gd name="T39" fmla="*/ 0 h 48"/>
                <a:gd name="T40" fmla="*/ 33 w 66"/>
                <a:gd name="T41" fmla="*/ 0 h 48"/>
                <a:gd name="T42" fmla="*/ 29 w 66"/>
                <a:gd name="T43" fmla="*/ 0 h 48"/>
                <a:gd name="T44" fmla="*/ 29 w 66"/>
                <a:gd name="T45" fmla="*/ 0 h 48"/>
                <a:gd name="T46" fmla="*/ 25 w 66"/>
                <a:gd name="T47" fmla="*/ 1 h 48"/>
                <a:gd name="T48" fmla="*/ 24 w 66"/>
                <a:gd name="T49" fmla="*/ 2 h 48"/>
                <a:gd name="T50" fmla="*/ 21 w 66"/>
                <a:gd name="T51" fmla="*/ 3 h 48"/>
                <a:gd name="T52" fmla="*/ 21 w 66"/>
                <a:gd name="T53" fmla="*/ 3 h 48"/>
                <a:gd name="T54" fmla="*/ 15 w 66"/>
                <a:gd name="T55" fmla="*/ 8 h 48"/>
                <a:gd name="T56" fmla="*/ 15 w 66"/>
                <a:gd name="T57" fmla="*/ 8 h 48"/>
                <a:gd name="T58" fmla="*/ 13 w 66"/>
                <a:gd name="T59" fmla="*/ 11 h 48"/>
                <a:gd name="T60" fmla="*/ 12 w 66"/>
                <a:gd name="T61" fmla="*/ 12 h 48"/>
                <a:gd name="T62" fmla="*/ 11 w 66"/>
                <a:gd name="T63" fmla="*/ 15 h 48"/>
                <a:gd name="T64" fmla="*/ 11 w 66"/>
                <a:gd name="T65" fmla="*/ 15 h 48"/>
                <a:gd name="T66" fmla="*/ 9 w 66"/>
                <a:gd name="T67" fmla="*/ 18 h 48"/>
                <a:gd name="T68" fmla="*/ 2 w 66"/>
                <a:gd name="T69" fmla="*/ 36 h 48"/>
                <a:gd name="T70" fmla="*/ 5 w 66"/>
                <a:gd name="T71" fmla="*/ 35 h 48"/>
                <a:gd name="T72" fmla="*/ 10 w 66"/>
                <a:gd name="T73" fmla="*/ 30 h 48"/>
                <a:gd name="T74" fmla="*/ 33 w 66"/>
                <a:gd name="T75" fmla="*/ 48 h 48"/>
                <a:gd name="T76" fmla="*/ 56 w 66"/>
                <a:gd name="T77" fmla="*/ 30 h 48"/>
                <a:gd name="T78" fmla="*/ 33 w 66"/>
                <a:gd name="T79" fmla="*/ 44 h 48"/>
                <a:gd name="T80" fmla="*/ 13 w 66"/>
                <a:gd name="T81" fmla="*/ 24 h 48"/>
                <a:gd name="T82" fmla="*/ 13 w 66"/>
                <a:gd name="T83" fmla="*/ 20 h 48"/>
                <a:gd name="T84" fmla="*/ 15 w 66"/>
                <a:gd name="T85" fmla="*/ 20 h 48"/>
                <a:gd name="T86" fmla="*/ 33 w 66"/>
                <a:gd name="T87" fmla="*/ 4 h 48"/>
                <a:gd name="T88" fmla="*/ 33 w 66"/>
                <a:gd name="T89" fmla="*/ 4 h 48"/>
                <a:gd name="T90" fmla="*/ 33 w 66"/>
                <a:gd name="T91" fmla="*/ 4 h 48"/>
                <a:gd name="T92" fmla="*/ 51 w 66"/>
                <a:gd name="T93" fmla="*/ 20 h 48"/>
                <a:gd name="T94" fmla="*/ 53 w 66"/>
                <a:gd name="T95" fmla="*/ 20 h 48"/>
                <a:gd name="T96" fmla="*/ 53 w 66"/>
                <a:gd name="T97" fmla="*/ 24 h 48"/>
                <a:gd name="T98" fmla="*/ 33 w 66"/>
                <a:gd name="T99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6" h="48">
                  <a:moveTo>
                    <a:pt x="56" y="30"/>
                  </a:moveTo>
                  <a:cubicBezTo>
                    <a:pt x="57" y="32"/>
                    <a:pt x="59" y="34"/>
                    <a:pt x="61" y="35"/>
                  </a:cubicBezTo>
                  <a:cubicBezTo>
                    <a:pt x="62" y="35"/>
                    <a:pt x="63" y="36"/>
                    <a:pt x="64" y="36"/>
                  </a:cubicBezTo>
                  <a:cubicBezTo>
                    <a:pt x="66" y="29"/>
                    <a:pt x="63" y="21"/>
                    <a:pt x="57" y="18"/>
                  </a:cubicBezTo>
                  <a:cubicBezTo>
                    <a:pt x="56" y="18"/>
                    <a:pt x="56" y="16"/>
                    <a:pt x="55" y="15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14"/>
                    <a:pt x="54" y="13"/>
                    <a:pt x="54" y="12"/>
                  </a:cubicBezTo>
                  <a:cubicBezTo>
                    <a:pt x="54" y="12"/>
                    <a:pt x="53" y="11"/>
                    <a:pt x="53" y="11"/>
                  </a:cubicBezTo>
                  <a:cubicBezTo>
                    <a:pt x="53" y="10"/>
                    <a:pt x="52" y="9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49" y="6"/>
                    <a:pt x="47" y="5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3" y="2"/>
                    <a:pt x="42" y="2"/>
                  </a:cubicBezTo>
                  <a:cubicBezTo>
                    <a:pt x="41" y="2"/>
                    <a:pt x="41" y="1"/>
                    <a:pt x="41" y="1"/>
                  </a:cubicBezTo>
                  <a:cubicBezTo>
                    <a:pt x="40" y="1"/>
                    <a:pt x="39" y="1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5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1" y="0"/>
                    <a:pt x="30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1"/>
                    <a:pt x="26" y="1"/>
                    <a:pt x="25" y="1"/>
                  </a:cubicBezTo>
                  <a:cubicBezTo>
                    <a:pt x="25" y="1"/>
                    <a:pt x="25" y="2"/>
                    <a:pt x="24" y="2"/>
                  </a:cubicBezTo>
                  <a:cubicBezTo>
                    <a:pt x="23" y="2"/>
                    <a:pt x="22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5"/>
                    <a:pt x="17" y="6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9"/>
                    <a:pt x="13" y="10"/>
                    <a:pt x="13" y="11"/>
                  </a:cubicBezTo>
                  <a:cubicBezTo>
                    <a:pt x="13" y="11"/>
                    <a:pt x="12" y="12"/>
                    <a:pt x="12" y="12"/>
                  </a:cubicBezTo>
                  <a:cubicBezTo>
                    <a:pt x="12" y="13"/>
                    <a:pt x="11" y="14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6"/>
                    <a:pt x="10" y="18"/>
                    <a:pt x="9" y="18"/>
                  </a:cubicBezTo>
                  <a:cubicBezTo>
                    <a:pt x="3" y="21"/>
                    <a:pt x="0" y="29"/>
                    <a:pt x="2" y="36"/>
                  </a:cubicBezTo>
                  <a:cubicBezTo>
                    <a:pt x="3" y="36"/>
                    <a:pt x="4" y="35"/>
                    <a:pt x="5" y="35"/>
                  </a:cubicBezTo>
                  <a:cubicBezTo>
                    <a:pt x="7" y="34"/>
                    <a:pt x="9" y="32"/>
                    <a:pt x="10" y="30"/>
                  </a:cubicBezTo>
                  <a:cubicBezTo>
                    <a:pt x="13" y="41"/>
                    <a:pt x="22" y="48"/>
                    <a:pt x="33" y="48"/>
                  </a:cubicBezTo>
                  <a:cubicBezTo>
                    <a:pt x="44" y="48"/>
                    <a:pt x="53" y="41"/>
                    <a:pt x="56" y="30"/>
                  </a:cubicBezTo>
                  <a:close/>
                  <a:moveTo>
                    <a:pt x="33" y="44"/>
                  </a:moveTo>
                  <a:cubicBezTo>
                    <a:pt x="22" y="44"/>
                    <a:pt x="13" y="35"/>
                    <a:pt x="13" y="24"/>
                  </a:cubicBezTo>
                  <a:cubicBezTo>
                    <a:pt x="13" y="23"/>
                    <a:pt x="13" y="21"/>
                    <a:pt x="13" y="20"/>
                  </a:cubicBezTo>
                  <a:cubicBezTo>
                    <a:pt x="14" y="20"/>
                    <a:pt x="14" y="20"/>
                    <a:pt x="15" y="20"/>
                  </a:cubicBezTo>
                  <a:cubicBezTo>
                    <a:pt x="24" y="20"/>
                    <a:pt x="32" y="13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13"/>
                    <a:pt x="42" y="20"/>
                    <a:pt x="51" y="20"/>
                  </a:cubicBezTo>
                  <a:cubicBezTo>
                    <a:pt x="52" y="20"/>
                    <a:pt x="52" y="20"/>
                    <a:pt x="53" y="20"/>
                  </a:cubicBezTo>
                  <a:cubicBezTo>
                    <a:pt x="53" y="21"/>
                    <a:pt x="53" y="23"/>
                    <a:pt x="53" y="24"/>
                  </a:cubicBezTo>
                  <a:cubicBezTo>
                    <a:pt x="53" y="35"/>
                    <a:pt x="44" y="44"/>
                    <a:pt x="33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69" name="Oval 129">
              <a:extLst>
                <a:ext uri="{FF2B5EF4-FFF2-40B4-BE49-F238E27FC236}">
                  <a16:creationId xmlns:a16="http://schemas.microsoft.com/office/drawing/2014/main" id="{CCDAB6DB-C17F-497A-899C-3E3CF6758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1176" y="2185988"/>
              <a:ext cx="25400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70" name="Oval 130">
              <a:extLst>
                <a:ext uri="{FF2B5EF4-FFF2-40B4-BE49-F238E27FC236}">
                  <a16:creationId xmlns:a16="http://schemas.microsoft.com/office/drawing/2014/main" id="{0B1CEECF-058D-4662-BC14-2E91AEFFF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7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124" name="Group 205">
            <a:extLst>
              <a:ext uri="{FF2B5EF4-FFF2-40B4-BE49-F238E27FC236}">
                <a16:creationId xmlns:a16="http://schemas.microsoft.com/office/drawing/2014/main" id="{15FD856F-B9EA-4E3A-A46C-B53AE6781A07}"/>
              </a:ext>
            </a:extLst>
          </p:cNvPr>
          <p:cNvGrpSpPr/>
          <p:nvPr/>
        </p:nvGrpSpPr>
        <p:grpSpPr>
          <a:xfrm>
            <a:off x="7181648" y="2906050"/>
            <a:ext cx="496316" cy="483590"/>
            <a:chOff x="5508626" y="2106613"/>
            <a:chExt cx="247650" cy="241300"/>
          </a:xfrm>
          <a:solidFill>
            <a:schemeClr val="accent5"/>
          </a:solidFill>
        </p:grpSpPr>
        <p:sp>
          <p:nvSpPr>
            <p:cNvPr id="161" name="Freeform 126">
              <a:extLst>
                <a:ext uri="{FF2B5EF4-FFF2-40B4-BE49-F238E27FC236}">
                  <a16:creationId xmlns:a16="http://schemas.microsoft.com/office/drawing/2014/main" id="{7C044FB8-9A15-49B2-AE22-A505078B9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563" y="2271713"/>
              <a:ext cx="109538" cy="76200"/>
            </a:xfrm>
            <a:custGeom>
              <a:avLst/>
              <a:gdLst>
                <a:gd name="T0" fmla="*/ 22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22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22" y="0"/>
                  </a:moveTo>
                  <a:cubicBezTo>
                    <a:pt x="12" y="3"/>
                    <a:pt x="4" y="11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12"/>
                    <a:pt x="26" y="5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62" name="Freeform 127">
              <a:extLst>
                <a:ext uri="{FF2B5EF4-FFF2-40B4-BE49-F238E27FC236}">
                  <a16:creationId xmlns:a16="http://schemas.microsoft.com/office/drawing/2014/main" id="{240C3323-6C52-40CF-AF4B-D416A7FCF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1801" y="2271713"/>
              <a:ext cx="109538" cy="76200"/>
            </a:xfrm>
            <a:custGeom>
              <a:avLst/>
              <a:gdLst>
                <a:gd name="T0" fmla="*/ 7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7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7" y="0"/>
                  </a:moveTo>
                  <a:cubicBezTo>
                    <a:pt x="3" y="5"/>
                    <a:pt x="0" y="12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5" y="11"/>
                    <a:pt x="17" y="3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63" name="Freeform 128">
              <a:extLst>
                <a:ext uri="{FF2B5EF4-FFF2-40B4-BE49-F238E27FC236}">
                  <a16:creationId xmlns:a16="http://schemas.microsoft.com/office/drawing/2014/main" id="{82D2336D-8619-4480-8AD3-7786E9AD0A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8626" y="2106613"/>
              <a:ext cx="247650" cy="180975"/>
            </a:xfrm>
            <a:custGeom>
              <a:avLst/>
              <a:gdLst>
                <a:gd name="T0" fmla="*/ 56 w 66"/>
                <a:gd name="T1" fmla="*/ 30 h 48"/>
                <a:gd name="T2" fmla="*/ 61 w 66"/>
                <a:gd name="T3" fmla="*/ 35 h 48"/>
                <a:gd name="T4" fmla="*/ 64 w 66"/>
                <a:gd name="T5" fmla="*/ 36 h 48"/>
                <a:gd name="T6" fmla="*/ 57 w 66"/>
                <a:gd name="T7" fmla="*/ 18 h 48"/>
                <a:gd name="T8" fmla="*/ 55 w 66"/>
                <a:gd name="T9" fmla="*/ 15 h 48"/>
                <a:gd name="T10" fmla="*/ 55 w 66"/>
                <a:gd name="T11" fmla="*/ 15 h 48"/>
                <a:gd name="T12" fmla="*/ 54 w 66"/>
                <a:gd name="T13" fmla="*/ 12 h 48"/>
                <a:gd name="T14" fmla="*/ 53 w 66"/>
                <a:gd name="T15" fmla="*/ 11 h 48"/>
                <a:gd name="T16" fmla="*/ 51 w 66"/>
                <a:gd name="T17" fmla="*/ 8 h 48"/>
                <a:gd name="T18" fmla="*/ 51 w 66"/>
                <a:gd name="T19" fmla="*/ 8 h 48"/>
                <a:gd name="T20" fmla="*/ 45 w 66"/>
                <a:gd name="T21" fmla="*/ 3 h 48"/>
                <a:gd name="T22" fmla="*/ 45 w 66"/>
                <a:gd name="T23" fmla="*/ 3 h 48"/>
                <a:gd name="T24" fmla="*/ 42 w 66"/>
                <a:gd name="T25" fmla="*/ 2 h 48"/>
                <a:gd name="T26" fmla="*/ 41 w 66"/>
                <a:gd name="T27" fmla="*/ 1 h 48"/>
                <a:gd name="T28" fmla="*/ 37 w 66"/>
                <a:gd name="T29" fmla="*/ 0 h 48"/>
                <a:gd name="T30" fmla="*/ 37 w 66"/>
                <a:gd name="T31" fmla="*/ 0 h 48"/>
                <a:gd name="T32" fmla="*/ 33 w 66"/>
                <a:gd name="T33" fmla="*/ 0 h 48"/>
                <a:gd name="T34" fmla="*/ 33 w 66"/>
                <a:gd name="T35" fmla="*/ 0 h 48"/>
                <a:gd name="T36" fmla="*/ 33 w 66"/>
                <a:gd name="T37" fmla="*/ 0 h 48"/>
                <a:gd name="T38" fmla="*/ 33 w 66"/>
                <a:gd name="T39" fmla="*/ 0 h 48"/>
                <a:gd name="T40" fmla="*/ 33 w 66"/>
                <a:gd name="T41" fmla="*/ 0 h 48"/>
                <a:gd name="T42" fmla="*/ 29 w 66"/>
                <a:gd name="T43" fmla="*/ 0 h 48"/>
                <a:gd name="T44" fmla="*/ 29 w 66"/>
                <a:gd name="T45" fmla="*/ 0 h 48"/>
                <a:gd name="T46" fmla="*/ 25 w 66"/>
                <a:gd name="T47" fmla="*/ 1 h 48"/>
                <a:gd name="T48" fmla="*/ 24 w 66"/>
                <a:gd name="T49" fmla="*/ 2 h 48"/>
                <a:gd name="T50" fmla="*/ 21 w 66"/>
                <a:gd name="T51" fmla="*/ 3 h 48"/>
                <a:gd name="T52" fmla="*/ 21 w 66"/>
                <a:gd name="T53" fmla="*/ 3 h 48"/>
                <a:gd name="T54" fmla="*/ 15 w 66"/>
                <a:gd name="T55" fmla="*/ 8 h 48"/>
                <a:gd name="T56" fmla="*/ 15 w 66"/>
                <a:gd name="T57" fmla="*/ 8 h 48"/>
                <a:gd name="T58" fmla="*/ 13 w 66"/>
                <a:gd name="T59" fmla="*/ 11 h 48"/>
                <a:gd name="T60" fmla="*/ 12 w 66"/>
                <a:gd name="T61" fmla="*/ 12 h 48"/>
                <a:gd name="T62" fmla="*/ 11 w 66"/>
                <a:gd name="T63" fmla="*/ 15 h 48"/>
                <a:gd name="T64" fmla="*/ 11 w 66"/>
                <a:gd name="T65" fmla="*/ 15 h 48"/>
                <a:gd name="T66" fmla="*/ 9 w 66"/>
                <a:gd name="T67" fmla="*/ 18 h 48"/>
                <a:gd name="T68" fmla="*/ 2 w 66"/>
                <a:gd name="T69" fmla="*/ 36 h 48"/>
                <a:gd name="T70" fmla="*/ 5 w 66"/>
                <a:gd name="T71" fmla="*/ 35 h 48"/>
                <a:gd name="T72" fmla="*/ 10 w 66"/>
                <a:gd name="T73" fmla="*/ 30 h 48"/>
                <a:gd name="T74" fmla="*/ 33 w 66"/>
                <a:gd name="T75" fmla="*/ 48 h 48"/>
                <a:gd name="T76" fmla="*/ 56 w 66"/>
                <a:gd name="T77" fmla="*/ 30 h 48"/>
                <a:gd name="T78" fmla="*/ 33 w 66"/>
                <a:gd name="T79" fmla="*/ 44 h 48"/>
                <a:gd name="T80" fmla="*/ 13 w 66"/>
                <a:gd name="T81" fmla="*/ 24 h 48"/>
                <a:gd name="T82" fmla="*/ 13 w 66"/>
                <a:gd name="T83" fmla="*/ 20 h 48"/>
                <a:gd name="T84" fmla="*/ 15 w 66"/>
                <a:gd name="T85" fmla="*/ 20 h 48"/>
                <a:gd name="T86" fmla="*/ 33 w 66"/>
                <a:gd name="T87" fmla="*/ 4 h 48"/>
                <a:gd name="T88" fmla="*/ 33 w 66"/>
                <a:gd name="T89" fmla="*/ 4 h 48"/>
                <a:gd name="T90" fmla="*/ 33 w 66"/>
                <a:gd name="T91" fmla="*/ 4 h 48"/>
                <a:gd name="T92" fmla="*/ 51 w 66"/>
                <a:gd name="T93" fmla="*/ 20 h 48"/>
                <a:gd name="T94" fmla="*/ 53 w 66"/>
                <a:gd name="T95" fmla="*/ 20 h 48"/>
                <a:gd name="T96" fmla="*/ 53 w 66"/>
                <a:gd name="T97" fmla="*/ 24 h 48"/>
                <a:gd name="T98" fmla="*/ 33 w 66"/>
                <a:gd name="T99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6" h="48">
                  <a:moveTo>
                    <a:pt x="56" y="30"/>
                  </a:moveTo>
                  <a:cubicBezTo>
                    <a:pt x="57" y="32"/>
                    <a:pt x="59" y="34"/>
                    <a:pt x="61" y="35"/>
                  </a:cubicBezTo>
                  <a:cubicBezTo>
                    <a:pt x="62" y="35"/>
                    <a:pt x="63" y="36"/>
                    <a:pt x="64" y="36"/>
                  </a:cubicBezTo>
                  <a:cubicBezTo>
                    <a:pt x="66" y="29"/>
                    <a:pt x="63" y="21"/>
                    <a:pt x="57" y="18"/>
                  </a:cubicBezTo>
                  <a:cubicBezTo>
                    <a:pt x="56" y="18"/>
                    <a:pt x="56" y="16"/>
                    <a:pt x="55" y="15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14"/>
                    <a:pt x="54" y="13"/>
                    <a:pt x="54" y="12"/>
                  </a:cubicBezTo>
                  <a:cubicBezTo>
                    <a:pt x="54" y="12"/>
                    <a:pt x="53" y="11"/>
                    <a:pt x="53" y="11"/>
                  </a:cubicBezTo>
                  <a:cubicBezTo>
                    <a:pt x="53" y="10"/>
                    <a:pt x="52" y="9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49" y="6"/>
                    <a:pt x="47" y="5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3" y="2"/>
                    <a:pt x="42" y="2"/>
                  </a:cubicBezTo>
                  <a:cubicBezTo>
                    <a:pt x="41" y="2"/>
                    <a:pt x="41" y="1"/>
                    <a:pt x="41" y="1"/>
                  </a:cubicBezTo>
                  <a:cubicBezTo>
                    <a:pt x="40" y="1"/>
                    <a:pt x="39" y="1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5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1" y="0"/>
                    <a:pt x="30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1"/>
                    <a:pt x="26" y="1"/>
                    <a:pt x="25" y="1"/>
                  </a:cubicBezTo>
                  <a:cubicBezTo>
                    <a:pt x="25" y="1"/>
                    <a:pt x="25" y="2"/>
                    <a:pt x="24" y="2"/>
                  </a:cubicBezTo>
                  <a:cubicBezTo>
                    <a:pt x="23" y="2"/>
                    <a:pt x="22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5"/>
                    <a:pt x="17" y="6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9"/>
                    <a:pt x="13" y="10"/>
                    <a:pt x="13" y="11"/>
                  </a:cubicBezTo>
                  <a:cubicBezTo>
                    <a:pt x="13" y="11"/>
                    <a:pt x="12" y="12"/>
                    <a:pt x="12" y="12"/>
                  </a:cubicBezTo>
                  <a:cubicBezTo>
                    <a:pt x="12" y="13"/>
                    <a:pt x="11" y="14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6"/>
                    <a:pt x="10" y="18"/>
                    <a:pt x="9" y="18"/>
                  </a:cubicBezTo>
                  <a:cubicBezTo>
                    <a:pt x="3" y="21"/>
                    <a:pt x="0" y="29"/>
                    <a:pt x="2" y="36"/>
                  </a:cubicBezTo>
                  <a:cubicBezTo>
                    <a:pt x="3" y="36"/>
                    <a:pt x="4" y="35"/>
                    <a:pt x="5" y="35"/>
                  </a:cubicBezTo>
                  <a:cubicBezTo>
                    <a:pt x="7" y="34"/>
                    <a:pt x="9" y="32"/>
                    <a:pt x="10" y="30"/>
                  </a:cubicBezTo>
                  <a:cubicBezTo>
                    <a:pt x="13" y="41"/>
                    <a:pt x="22" y="48"/>
                    <a:pt x="33" y="48"/>
                  </a:cubicBezTo>
                  <a:cubicBezTo>
                    <a:pt x="44" y="48"/>
                    <a:pt x="53" y="41"/>
                    <a:pt x="56" y="30"/>
                  </a:cubicBezTo>
                  <a:close/>
                  <a:moveTo>
                    <a:pt x="33" y="44"/>
                  </a:moveTo>
                  <a:cubicBezTo>
                    <a:pt x="22" y="44"/>
                    <a:pt x="13" y="35"/>
                    <a:pt x="13" y="24"/>
                  </a:cubicBezTo>
                  <a:cubicBezTo>
                    <a:pt x="13" y="23"/>
                    <a:pt x="13" y="21"/>
                    <a:pt x="13" y="20"/>
                  </a:cubicBezTo>
                  <a:cubicBezTo>
                    <a:pt x="14" y="20"/>
                    <a:pt x="14" y="20"/>
                    <a:pt x="15" y="20"/>
                  </a:cubicBezTo>
                  <a:cubicBezTo>
                    <a:pt x="24" y="20"/>
                    <a:pt x="32" y="13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13"/>
                    <a:pt x="42" y="20"/>
                    <a:pt x="51" y="20"/>
                  </a:cubicBezTo>
                  <a:cubicBezTo>
                    <a:pt x="52" y="20"/>
                    <a:pt x="52" y="20"/>
                    <a:pt x="53" y="20"/>
                  </a:cubicBezTo>
                  <a:cubicBezTo>
                    <a:pt x="53" y="21"/>
                    <a:pt x="53" y="23"/>
                    <a:pt x="53" y="24"/>
                  </a:cubicBezTo>
                  <a:cubicBezTo>
                    <a:pt x="53" y="35"/>
                    <a:pt x="44" y="44"/>
                    <a:pt x="33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64" name="Oval 129">
              <a:extLst>
                <a:ext uri="{FF2B5EF4-FFF2-40B4-BE49-F238E27FC236}">
                  <a16:creationId xmlns:a16="http://schemas.microsoft.com/office/drawing/2014/main" id="{8C573721-29A1-4578-B04E-9AE46D587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1176" y="2185988"/>
              <a:ext cx="25400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65" name="Oval 130">
              <a:extLst>
                <a:ext uri="{FF2B5EF4-FFF2-40B4-BE49-F238E27FC236}">
                  <a16:creationId xmlns:a16="http://schemas.microsoft.com/office/drawing/2014/main" id="{CC398C70-C374-4AFE-840D-E1E77AA38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7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125" name="Group 206">
            <a:extLst>
              <a:ext uri="{FF2B5EF4-FFF2-40B4-BE49-F238E27FC236}">
                <a16:creationId xmlns:a16="http://schemas.microsoft.com/office/drawing/2014/main" id="{FA59155B-01AC-44BE-AF10-2D83A11F8388}"/>
              </a:ext>
            </a:extLst>
          </p:cNvPr>
          <p:cNvGrpSpPr/>
          <p:nvPr/>
        </p:nvGrpSpPr>
        <p:grpSpPr>
          <a:xfrm>
            <a:off x="7722506" y="2906050"/>
            <a:ext cx="496316" cy="483590"/>
            <a:chOff x="5508626" y="2106613"/>
            <a:chExt cx="247650" cy="241300"/>
          </a:xfrm>
          <a:solidFill>
            <a:schemeClr val="accent5"/>
          </a:solidFill>
        </p:grpSpPr>
        <p:sp>
          <p:nvSpPr>
            <p:cNvPr id="156" name="Freeform 126">
              <a:extLst>
                <a:ext uri="{FF2B5EF4-FFF2-40B4-BE49-F238E27FC236}">
                  <a16:creationId xmlns:a16="http://schemas.microsoft.com/office/drawing/2014/main" id="{D1B2D16F-2A82-43B1-ADE9-2EA1F5236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563" y="2271713"/>
              <a:ext cx="109538" cy="76200"/>
            </a:xfrm>
            <a:custGeom>
              <a:avLst/>
              <a:gdLst>
                <a:gd name="T0" fmla="*/ 22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22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22" y="0"/>
                  </a:moveTo>
                  <a:cubicBezTo>
                    <a:pt x="12" y="3"/>
                    <a:pt x="4" y="11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12"/>
                    <a:pt x="26" y="5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57" name="Freeform 127">
              <a:extLst>
                <a:ext uri="{FF2B5EF4-FFF2-40B4-BE49-F238E27FC236}">
                  <a16:creationId xmlns:a16="http://schemas.microsoft.com/office/drawing/2014/main" id="{56F00F10-65EC-4778-AD6A-6CFA9AF53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1801" y="2271713"/>
              <a:ext cx="109538" cy="76200"/>
            </a:xfrm>
            <a:custGeom>
              <a:avLst/>
              <a:gdLst>
                <a:gd name="T0" fmla="*/ 7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7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7" y="0"/>
                  </a:moveTo>
                  <a:cubicBezTo>
                    <a:pt x="3" y="5"/>
                    <a:pt x="0" y="12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5" y="11"/>
                    <a:pt x="17" y="3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58" name="Freeform 128">
              <a:extLst>
                <a:ext uri="{FF2B5EF4-FFF2-40B4-BE49-F238E27FC236}">
                  <a16:creationId xmlns:a16="http://schemas.microsoft.com/office/drawing/2014/main" id="{A25FF226-B6A8-4BEF-BF5A-427705CC4C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8626" y="2106613"/>
              <a:ext cx="247650" cy="180975"/>
            </a:xfrm>
            <a:custGeom>
              <a:avLst/>
              <a:gdLst>
                <a:gd name="T0" fmla="*/ 56 w 66"/>
                <a:gd name="T1" fmla="*/ 30 h 48"/>
                <a:gd name="T2" fmla="*/ 61 w 66"/>
                <a:gd name="T3" fmla="*/ 35 h 48"/>
                <a:gd name="T4" fmla="*/ 64 w 66"/>
                <a:gd name="T5" fmla="*/ 36 h 48"/>
                <a:gd name="T6" fmla="*/ 57 w 66"/>
                <a:gd name="T7" fmla="*/ 18 h 48"/>
                <a:gd name="T8" fmla="*/ 55 w 66"/>
                <a:gd name="T9" fmla="*/ 15 h 48"/>
                <a:gd name="T10" fmla="*/ 55 w 66"/>
                <a:gd name="T11" fmla="*/ 15 h 48"/>
                <a:gd name="T12" fmla="*/ 54 w 66"/>
                <a:gd name="T13" fmla="*/ 12 h 48"/>
                <a:gd name="T14" fmla="*/ 53 w 66"/>
                <a:gd name="T15" fmla="*/ 11 h 48"/>
                <a:gd name="T16" fmla="*/ 51 w 66"/>
                <a:gd name="T17" fmla="*/ 8 h 48"/>
                <a:gd name="T18" fmla="*/ 51 w 66"/>
                <a:gd name="T19" fmla="*/ 8 h 48"/>
                <a:gd name="T20" fmla="*/ 45 w 66"/>
                <a:gd name="T21" fmla="*/ 3 h 48"/>
                <a:gd name="T22" fmla="*/ 45 w 66"/>
                <a:gd name="T23" fmla="*/ 3 h 48"/>
                <a:gd name="T24" fmla="*/ 42 w 66"/>
                <a:gd name="T25" fmla="*/ 2 h 48"/>
                <a:gd name="T26" fmla="*/ 41 w 66"/>
                <a:gd name="T27" fmla="*/ 1 h 48"/>
                <a:gd name="T28" fmla="*/ 37 w 66"/>
                <a:gd name="T29" fmla="*/ 0 h 48"/>
                <a:gd name="T30" fmla="*/ 37 w 66"/>
                <a:gd name="T31" fmla="*/ 0 h 48"/>
                <a:gd name="T32" fmla="*/ 33 w 66"/>
                <a:gd name="T33" fmla="*/ 0 h 48"/>
                <a:gd name="T34" fmla="*/ 33 w 66"/>
                <a:gd name="T35" fmla="*/ 0 h 48"/>
                <a:gd name="T36" fmla="*/ 33 w 66"/>
                <a:gd name="T37" fmla="*/ 0 h 48"/>
                <a:gd name="T38" fmla="*/ 33 w 66"/>
                <a:gd name="T39" fmla="*/ 0 h 48"/>
                <a:gd name="T40" fmla="*/ 33 w 66"/>
                <a:gd name="T41" fmla="*/ 0 h 48"/>
                <a:gd name="T42" fmla="*/ 29 w 66"/>
                <a:gd name="T43" fmla="*/ 0 h 48"/>
                <a:gd name="T44" fmla="*/ 29 w 66"/>
                <a:gd name="T45" fmla="*/ 0 h 48"/>
                <a:gd name="T46" fmla="*/ 25 w 66"/>
                <a:gd name="T47" fmla="*/ 1 h 48"/>
                <a:gd name="T48" fmla="*/ 24 w 66"/>
                <a:gd name="T49" fmla="*/ 2 h 48"/>
                <a:gd name="T50" fmla="*/ 21 w 66"/>
                <a:gd name="T51" fmla="*/ 3 h 48"/>
                <a:gd name="T52" fmla="*/ 21 w 66"/>
                <a:gd name="T53" fmla="*/ 3 h 48"/>
                <a:gd name="T54" fmla="*/ 15 w 66"/>
                <a:gd name="T55" fmla="*/ 8 h 48"/>
                <a:gd name="T56" fmla="*/ 15 w 66"/>
                <a:gd name="T57" fmla="*/ 8 h 48"/>
                <a:gd name="T58" fmla="*/ 13 w 66"/>
                <a:gd name="T59" fmla="*/ 11 h 48"/>
                <a:gd name="T60" fmla="*/ 12 w 66"/>
                <a:gd name="T61" fmla="*/ 12 h 48"/>
                <a:gd name="T62" fmla="*/ 11 w 66"/>
                <a:gd name="T63" fmla="*/ 15 h 48"/>
                <a:gd name="T64" fmla="*/ 11 w 66"/>
                <a:gd name="T65" fmla="*/ 15 h 48"/>
                <a:gd name="T66" fmla="*/ 9 w 66"/>
                <a:gd name="T67" fmla="*/ 18 h 48"/>
                <a:gd name="T68" fmla="*/ 2 w 66"/>
                <a:gd name="T69" fmla="*/ 36 h 48"/>
                <a:gd name="T70" fmla="*/ 5 w 66"/>
                <a:gd name="T71" fmla="*/ 35 h 48"/>
                <a:gd name="T72" fmla="*/ 10 w 66"/>
                <a:gd name="T73" fmla="*/ 30 h 48"/>
                <a:gd name="T74" fmla="*/ 33 w 66"/>
                <a:gd name="T75" fmla="*/ 48 h 48"/>
                <a:gd name="T76" fmla="*/ 56 w 66"/>
                <a:gd name="T77" fmla="*/ 30 h 48"/>
                <a:gd name="T78" fmla="*/ 33 w 66"/>
                <a:gd name="T79" fmla="*/ 44 h 48"/>
                <a:gd name="T80" fmla="*/ 13 w 66"/>
                <a:gd name="T81" fmla="*/ 24 h 48"/>
                <a:gd name="T82" fmla="*/ 13 w 66"/>
                <a:gd name="T83" fmla="*/ 20 h 48"/>
                <a:gd name="T84" fmla="*/ 15 w 66"/>
                <a:gd name="T85" fmla="*/ 20 h 48"/>
                <a:gd name="T86" fmla="*/ 33 w 66"/>
                <a:gd name="T87" fmla="*/ 4 h 48"/>
                <a:gd name="T88" fmla="*/ 33 w 66"/>
                <a:gd name="T89" fmla="*/ 4 h 48"/>
                <a:gd name="T90" fmla="*/ 33 w 66"/>
                <a:gd name="T91" fmla="*/ 4 h 48"/>
                <a:gd name="T92" fmla="*/ 51 w 66"/>
                <a:gd name="T93" fmla="*/ 20 h 48"/>
                <a:gd name="T94" fmla="*/ 53 w 66"/>
                <a:gd name="T95" fmla="*/ 20 h 48"/>
                <a:gd name="T96" fmla="*/ 53 w 66"/>
                <a:gd name="T97" fmla="*/ 24 h 48"/>
                <a:gd name="T98" fmla="*/ 33 w 66"/>
                <a:gd name="T99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6" h="48">
                  <a:moveTo>
                    <a:pt x="56" y="30"/>
                  </a:moveTo>
                  <a:cubicBezTo>
                    <a:pt x="57" y="32"/>
                    <a:pt x="59" y="34"/>
                    <a:pt x="61" y="35"/>
                  </a:cubicBezTo>
                  <a:cubicBezTo>
                    <a:pt x="62" y="35"/>
                    <a:pt x="63" y="36"/>
                    <a:pt x="64" y="36"/>
                  </a:cubicBezTo>
                  <a:cubicBezTo>
                    <a:pt x="66" y="29"/>
                    <a:pt x="63" y="21"/>
                    <a:pt x="57" y="18"/>
                  </a:cubicBezTo>
                  <a:cubicBezTo>
                    <a:pt x="56" y="18"/>
                    <a:pt x="56" y="16"/>
                    <a:pt x="55" y="15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14"/>
                    <a:pt x="54" y="13"/>
                    <a:pt x="54" y="12"/>
                  </a:cubicBezTo>
                  <a:cubicBezTo>
                    <a:pt x="54" y="12"/>
                    <a:pt x="53" y="11"/>
                    <a:pt x="53" y="11"/>
                  </a:cubicBezTo>
                  <a:cubicBezTo>
                    <a:pt x="53" y="10"/>
                    <a:pt x="52" y="9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49" y="6"/>
                    <a:pt x="47" y="5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3" y="2"/>
                    <a:pt x="42" y="2"/>
                  </a:cubicBezTo>
                  <a:cubicBezTo>
                    <a:pt x="41" y="2"/>
                    <a:pt x="41" y="1"/>
                    <a:pt x="41" y="1"/>
                  </a:cubicBezTo>
                  <a:cubicBezTo>
                    <a:pt x="40" y="1"/>
                    <a:pt x="39" y="1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5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1" y="0"/>
                    <a:pt x="30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1"/>
                    <a:pt x="26" y="1"/>
                    <a:pt x="25" y="1"/>
                  </a:cubicBezTo>
                  <a:cubicBezTo>
                    <a:pt x="25" y="1"/>
                    <a:pt x="25" y="2"/>
                    <a:pt x="24" y="2"/>
                  </a:cubicBezTo>
                  <a:cubicBezTo>
                    <a:pt x="23" y="2"/>
                    <a:pt x="22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5"/>
                    <a:pt x="17" y="6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9"/>
                    <a:pt x="13" y="10"/>
                    <a:pt x="13" y="11"/>
                  </a:cubicBezTo>
                  <a:cubicBezTo>
                    <a:pt x="13" y="11"/>
                    <a:pt x="12" y="12"/>
                    <a:pt x="12" y="12"/>
                  </a:cubicBezTo>
                  <a:cubicBezTo>
                    <a:pt x="12" y="13"/>
                    <a:pt x="11" y="14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6"/>
                    <a:pt x="10" y="18"/>
                    <a:pt x="9" y="18"/>
                  </a:cubicBezTo>
                  <a:cubicBezTo>
                    <a:pt x="3" y="21"/>
                    <a:pt x="0" y="29"/>
                    <a:pt x="2" y="36"/>
                  </a:cubicBezTo>
                  <a:cubicBezTo>
                    <a:pt x="3" y="36"/>
                    <a:pt x="4" y="35"/>
                    <a:pt x="5" y="35"/>
                  </a:cubicBezTo>
                  <a:cubicBezTo>
                    <a:pt x="7" y="34"/>
                    <a:pt x="9" y="32"/>
                    <a:pt x="10" y="30"/>
                  </a:cubicBezTo>
                  <a:cubicBezTo>
                    <a:pt x="13" y="41"/>
                    <a:pt x="22" y="48"/>
                    <a:pt x="33" y="48"/>
                  </a:cubicBezTo>
                  <a:cubicBezTo>
                    <a:pt x="44" y="48"/>
                    <a:pt x="53" y="41"/>
                    <a:pt x="56" y="30"/>
                  </a:cubicBezTo>
                  <a:close/>
                  <a:moveTo>
                    <a:pt x="33" y="44"/>
                  </a:moveTo>
                  <a:cubicBezTo>
                    <a:pt x="22" y="44"/>
                    <a:pt x="13" y="35"/>
                    <a:pt x="13" y="24"/>
                  </a:cubicBezTo>
                  <a:cubicBezTo>
                    <a:pt x="13" y="23"/>
                    <a:pt x="13" y="21"/>
                    <a:pt x="13" y="20"/>
                  </a:cubicBezTo>
                  <a:cubicBezTo>
                    <a:pt x="14" y="20"/>
                    <a:pt x="14" y="20"/>
                    <a:pt x="15" y="20"/>
                  </a:cubicBezTo>
                  <a:cubicBezTo>
                    <a:pt x="24" y="20"/>
                    <a:pt x="32" y="13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13"/>
                    <a:pt x="42" y="20"/>
                    <a:pt x="51" y="20"/>
                  </a:cubicBezTo>
                  <a:cubicBezTo>
                    <a:pt x="52" y="20"/>
                    <a:pt x="52" y="20"/>
                    <a:pt x="53" y="20"/>
                  </a:cubicBezTo>
                  <a:cubicBezTo>
                    <a:pt x="53" y="21"/>
                    <a:pt x="53" y="23"/>
                    <a:pt x="53" y="24"/>
                  </a:cubicBezTo>
                  <a:cubicBezTo>
                    <a:pt x="53" y="35"/>
                    <a:pt x="44" y="44"/>
                    <a:pt x="33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59" name="Oval 129">
              <a:extLst>
                <a:ext uri="{FF2B5EF4-FFF2-40B4-BE49-F238E27FC236}">
                  <a16:creationId xmlns:a16="http://schemas.microsoft.com/office/drawing/2014/main" id="{E290AA66-C5F1-4631-8100-97CB17F6E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1176" y="2185988"/>
              <a:ext cx="25400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60" name="Oval 130">
              <a:extLst>
                <a:ext uri="{FF2B5EF4-FFF2-40B4-BE49-F238E27FC236}">
                  <a16:creationId xmlns:a16="http://schemas.microsoft.com/office/drawing/2014/main" id="{A5568E62-1FB2-4446-956C-033A0C155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7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126" name="Group 207">
            <a:extLst>
              <a:ext uri="{FF2B5EF4-FFF2-40B4-BE49-F238E27FC236}">
                <a16:creationId xmlns:a16="http://schemas.microsoft.com/office/drawing/2014/main" id="{70ADF0F2-0090-4FA3-B5D6-5A0DD765B7CF}"/>
              </a:ext>
            </a:extLst>
          </p:cNvPr>
          <p:cNvGrpSpPr/>
          <p:nvPr/>
        </p:nvGrpSpPr>
        <p:grpSpPr>
          <a:xfrm>
            <a:off x="8263362" y="2906050"/>
            <a:ext cx="496316" cy="483590"/>
            <a:chOff x="5508626" y="2106613"/>
            <a:chExt cx="247650" cy="241300"/>
          </a:xfrm>
          <a:solidFill>
            <a:schemeClr val="accent5"/>
          </a:solidFill>
        </p:grpSpPr>
        <p:sp>
          <p:nvSpPr>
            <p:cNvPr id="151" name="Freeform 126">
              <a:extLst>
                <a:ext uri="{FF2B5EF4-FFF2-40B4-BE49-F238E27FC236}">
                  <a16:creationId xmlns:a16="http://schemas.microsoft.com/office/drawing/2014/main" id="{C5D87022-D478-49DB-AB67-734F1D521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563" y="2271713"/>
              <a:ext cx="109538" cy="76200"/>
            </a:xfrm>
            <a:custGeom>
              <a:avLst/>
              <a:gdLst>
                <a:gd name="T0" fmla="*/ 22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22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22" y="0"/>
                  </a:moveTo>
                  <a:cubicBezTo>
                    <a:pt x="12" y="3"/>
                    <a:pt x="4" y="11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12"/>
                    <a:pt x="26" y="5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52" name="Freeform 127">
              <a:extLst>
                <a:ext uri="{FF2B5EF4-FFF2-40B4-BE49-F238E27FC236}">
                  <a16:creationId xmlns:a16="http://schemas.microsoft.com/office/drawing/2014/main" id="{1300EE4F-502A-4F19-B6D1-AFD99704C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1801" y="2271713"/>
              <a:ext cx="109538" cy="76200"/>
            </a:xfrm>
            <a:custGeom>
              <a:avLst/>
              <a:gdLst>
                <a:gd name="T0" fmla="*/ 7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7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7" y="0"/>
                  </a:moveTo>
                  <a:cubicBezTo>
                    <a:pt x="3" y="5"/>
                    <a:pt x="0" y="12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5" y="11"/>
                    <a:pt x="17" y="3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53" name="Freeform 128">
              <a:extLst>
                <a:ext uri="{FF2B5EF4-FFF2-40B4-BE49-F238E27FC236}">
                  <a16:creationId xmlns:a16="http://schemas.microsoft.com/office/drawing/2014/main" id="{7A152C7C-977C-4415-A18D-D6C9C85840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8626" y="2106613"/>
              <a:ext cx="247650" cy="180975"/>
            </a:xfrm>
            <a:custGeom>
              <a:avLst/>
              <a:gdLst>
                <a:gd name="T0" fmla="*/ 56 w 66"/>
                <a:gd name="T1" fmla="*/ 30 h 48"/>
                <a:gd name="T2" fmla="*/ 61 w 66"/>
                <a:gd name="T3" fmla="*/ 35 h 48"/>
                <a:gd name="T4" fmla="*/ 64 w 66"/>
                <a:gd name="T5" fmla="*/ 36 h 48"/>
                <a:gd name="T6" fmla="*/ 57 w 66"/>
                <a:gd name="T7" fmla="*/ 18 h 48"/>
                <a:gd name="T8" fmla="*/ 55 w 66"/>
                <a:gd name="T9" fmla="*/ 15 h 48"/>
                <a:gd name="T10" fmla="*/ 55 w 66"/>
                <a:gd name="T11" fmla="*/ 15 h 48"/>
                <a:gd name="T12" fmla="*/ 54 w 66"/>
                <a:gd name="T13" fmla="*/ 12 h 48"/>
                <a:gd name="T14" fmla="*/ 53 w 66"/>
                <a:gd name="T15" fmla="*/ 11 h 48"/>
                <a:gd name="T16" fmla="*/ 51 w 66"/>
                <a:gd name="T17" fmla="*/ 8 h 48"/>
                <a:gd name="T18" fmla="*/ 51 w 66"/>
                <a:gd name="T19" fmla="*/ 8 h 48"/>
                <a:gd name="T20" fmla="*/ 45 w 66"/>
                <a:gd name="T21" fmla="*/ 3 h 48"/>
                <a:gd name="T22" fmla="*/ 45 w 66"/>
                <a:gd name="T23" fmla="*/ 3 h 48"/>
                <a:gd name="T24" fmla="*/ 42 w 66"/>
                <a:gd name="T25" fmla="*/ 2 h 48"/>
                <a:gd name="T26" fmla="*/ 41 w 66"/>
                <a:gd name="T27" fmla="*/ 1 h 48"/>
                <a:gd name="T28" fmla="*/ 37 w 66"/>
                <a:gd name="T29" fmla="*/ 0 h 48"/>
                <a:gd name="T30" fmla="*/ 37 w 66"/>
                <a:gd name="T31" fmla="*/ 0 h 48"/>
                <a:gd name="T32" fmla="*/ 33 w 66"/>
                <a:gd name="T33" fmla="*/ 0 h 48"/>
                <a:gd name="T34" fmla="*/ 33 w 66"/>
                <a:gd name="T35" fmla="*/ 0 h 48"/>
                <a:gd name="T36" fmla="*/ 33 w 66"/>
                <a:gd name="T37" fmla="*/ 0 h 48"/>
                <a:gd name="T38" fmla="*/ 33 w 66"/>
                <a:gd name="T39" fmla="*/ 0 h 48"/>
                <a:gd name="T40" fmla="*/ 33 w 66"/>
                <a:gd name="T41" fmla="*/ 0 h 48"/>
                <a:gd name="T42" fmla="*/ 29 w 66"/>
                <a:gd name="T43" fmla="*/ 0 h 48"/>
                <a:gd name="T44" fmla="*/ 29 w 66"/>
                <a:gd name="T45" fmla="*/ 0 h 48"/>
                <a:gd name="T46" fmla="*/ 25 w 66"/>
                <a:gd name="T47" fmla="*/ 1 h 48"/>
                <a:gd name="T48" fmla="*/ 24 w 66"/>
                <a:gd name="T49" fmla="*/ 2 h 48"/>
                <a:gd name="T50" fmla="*/ 21 w 66"/>
                <a:gd name="T51" fmla="*/ 3 h 48"/>
                <a:gd name="T52" fmla="*/ 21 w 66"/>
                <a:gd name="T53" fmla="*/ 3 h 48"/>
                <a:gd name="T54" fmla="*/ 15 w 66"/>
                <a:gd name="T55" fmla="*/ 8 h 48"/>
                <a:gd name="T56" fmla="*/ 15 w 66"/>
                <a:gd name="T57" fmla="*/ 8 h 48"/>
                <a:gd name="T58" fmla="*/ 13 w 66"/>
                <a:gd name="T59" fmla="*/ 11 h 48"/>
                <a:gd name="T60" fmla="*/ 12 w 66"/>
                <a:gd name="T61" fmla="*/ 12 h 48"/>
                <a:gd name="T62" fmla="*/ 11 w 66"/>
                <a:gd name="T63" fmla="*/ 15 h 48"/>
                <a:gd name="T64" fmla="*/ 11 w 66"/>
                <a:gd name="T65" fmla="*/ 15 h 48"/>
                <a:gd name="T66" fmla="*/ 9 w 66"/>
                <a:gd name="T67" fmla="*/ 18 h 48"/>
                <a:gd name="T68" fmla="*/ 2 w 66"/>
                <a:gd name="T69" fmla="*/ 36 h 48"/>
                <a:gd name="T70" fmla="*/ 5 w 66"/>
                <a:gd name="T71" fmla="*/ 35 h 48"/>
                <a:gd name="T72" fmla="*/ 10 w 66"/>
                <a:gd name="T73" fmla="*/ 30 h 48"/>
                <a:gd name="T74" fmla="*/ 33 w 66"/>
                <a:gd name="T75" fmla="*/ 48 h 48"/>
                <a:gd name="T76" fmla="*/ 56 w 66"/>
                <a:gd name="T77" fmla="*/ 30 h 48"/>
                <a:gd name="T78" fmla="*/ 33 w 66"/>
                <a:gd name="T79" fmla="*/ 44 h 48"/>
                <a:gd name="T80" fmla="*/ 13 w 66"/>
                <a:gd name="T81" fmla="*/ 24 h 48"/>
                <a:gd name="T82" fmla="*/ 13 w 66"/>
                <a:gd name="T83" fmla="*/ 20 h 48"/>
                <a:gd name="T84" fmla="*/ 15 w 66"/>
                <a:gd name="T85" fmla="*/ 20 h 48"/>
                <a:gd name="T86" fmla="*/ 33 w 66"/>
                <a:gd name="T87" fmla="*/ 4 h 48"/>
                <a:gd name="T88" fmla="*/ 33 w 66"/>
                <a:gd name="T89" fmla="*/ 4 h 48"/>
                <a:gd name="T90" fmla="*/ 33 w 66"/>
                <a:gd name="T91" fmla="*/ 4 h 48"/>
                <a:gd name="T92" fmla="*/ 51 w 66"/>
                <a:gd name="T93" fmla="*/ 20 h 48"/>
                <a:gd name="T94" fmla="*/ 53 w 66"/>
                <a:gd name="T95" fmla="*/ 20 h 48"/>
                <a:gd name="T96" fmla="*/ 53 w 66"/>
                <a:gd name="T97" fmla="*/ 24 h 48"/>
                <a:gd name="T98" fmla="*/ 33 w 66"/>
                <a:gd name="T99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6" h="48">
                  <a:moveTo>
                    <a:pt x="56" y="30"/>
                  </a:moveTo>
                  <a:cubicBezTo>
                    <a:pt x="57" y="32"/>
                    <a:pt x="59" y="34"/>
                    <a:pt x="61" y="35"/>
                  </a:cubicBezTo>
                  <a:cubicBezTo>
                    <a:pt x="62" y="35"/>
                    <a:pt x="63" y="36"/>
                    <a:pt x="64" y="36"/>
                  </a:cubicBezTo>
                  <a:cubicBezTo>
                    <a:pt x="66" y="29"/>
                    <a:pt x="63" y="21"/>
                    <a:pt x="57" y="18"/>
                  </a:cubicBezTo>
                  <a:cubicBezTo>
                    <a:pt x="56" y="18"/>
                    <a:pt x="56" y="16"/>
                    <a:pt x="55" y="15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14"/>
                    <a:pt x="54" y="13"/>
                    <a:pt x="54" y="12"/>
                  </a:cubicBezTo>
                  <a:cubicBezTo>
                    <a:pt x="54" y="12"/>
                    <a:pt x="53" y="11"/>
                    <a:pt x="53" y="11"/>
                  </a:cubicBezTo>
                  <a:cubicBezTo>
                    <a:pt x="53" y="10"/>
                    <a:pt x="52" y="9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49" y="6"/>
                    <a:pt x="47" y="5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3" y="2"/>
                    <a:pt x="42" y="2"/>
                  </a:cubicBezTo>
                  <a:cubicBezTo>
                    <a:pt x="41" y="2"/>
                    <a:pt x="41" y="1"/>
                    <a:pt x="41" y="1"/>
                  </a:cubicBezTo>
                  <a:cubicBezTo>
                    <a:pt x="40" y="1"/>
                    <a:pt x="39" y="1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5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1" y="0"/>
                    <a:pt x="30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1"/>
                    <a:pt x="26" y="1"/>
                    <a:pt x="25" y="1"/>
                  </a:cubicBezTo>
                  <a:cubicBezTo>
                    <a:pt x="25" y="1"/>
                    <a:pt x="25" y="2"/>
                    <a:pt x="24" y="2"/>
                  </a:cubicBezTo>
                  <a:cubicBezTo>
                    <a:pt x="23" y="2"/>
                    <a:pt x="22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5"/>
                    <a:pt x="17" y="6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9"/>
                    <a:pt x="13" y="10"/>
                    <a:pt x="13" y="11"/>
                  </a:cubicBezTo>
                  <a:cubicBezTo>
                    <a:pt x="13" y="11"/>
                    <a:pt x="12" y="12"/>
                    <a:pt x="12" y="12"/>
                  </a:cubicBezTo>
                  <a:cubicBezTo>
                    <a:pt x="12" y="13"/>
                    <a:pt x="11" y="14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6"/>
                    <a:pt x="10" y="18"/>
                    <a:pt x="9" y="18"/>
                  </a:cubicBezTo>
                  <a:cubicBezTo>
                    <a:pt x="3" y="21"/>
                    <a:pt x="0" y="29"/>
                    <a:pt x="2" y="36"/>
                  </a:cubicBezTo>
                  <a:cubicBezTo>
                    <a:pt x="3" y="36"/>
                    <a:pt x="4" y="35"/>
                    <a:pt x="5" y="35"/>
                  </a:cubicBezTo>
                  <a:cubicBezTo>
                    <a:pt x="7" y="34"/>
                    <a:pt x="9" y="32"/>
                    <a:pt x="10" y="30"/>
                  </a:cubicBezTo>
                  <a:cubicBezTo>
                    <a:pt x="13" y="41"/>
                    <a:pt x="22" y="48"/>
                    <a:pt x="33" y="48"/>
                  </a:cubicBezTo>
                  <a:cubicBezTo>
                    <a:pt x="44" y="48"/>
                    <a:pt x="53" y="41"/>
                    <a:pt x="56" y="30"/>
                  </a:cubicBezTo>
                  <a:close/>
                  <a:moveTo>
                    <a:pt x="33" y="44"/>
                  </a:moveTo>
                  <a:cubicBezTo>
                    <a:pt x="22" y="44"/>
                    <a:pt x="13" y="35"/>
                    <a:pt x="13" y="24"/>
                  </a:cubicBezTo>
                  <a:cubicBezTo>
                    <a:pt x="13" y="23"/>
                    <a:pt x="13" y="21"/>
                    <a:pt x="13" y="20"/>
                  </a:cubicBezTo>
                  <a:cubicBezTo>
                    <a:pt x="14" y="20"/>
                    <a:pt x="14" y="20"/>
                    <a:pt x="15" y="20"/>
                  </a:cubicBezTo>
                  <a:cubicBezTo>
                    <a:pt x="24" y="20"/>
                    <a:pt x="32" y="13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13"/>
                    <a:pt x="42" y="20"/>
                    <a:pt x="51" y="20"/>
                  </a:cubicBezTo>
                  <a:cubicBezTo>
                    <a:pt x="52" y="20"/>
                    <a:pt x="52" y="20"/>
                    <a:pt x="53" y="20"/>
                  </a:cubicBezTo>
                  <a:cubicBezTo>
                    <a:pt x="53" y="21"/>
                    <a:pt x="53" y="23"/>
                    <a:pt x="53" y="24"/>
                  </a:cubicBezTo>
                  <a:cubicBezTo>
                    <a:pt x="53" y="35"/>
                    <a:pt x="44" y="44"/>
                    <a:pt x="33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54" name="Oval 129">
              <a:extLst>
                <a:ext uri="{FF2B5EF4-FFF2-40B4-BE49-F238E27FC236}">
                  <a16:creationId xmlns:a16="http://schemas.microsoft.com/office/drawing/2014/main" id="{599F2DA2-16FC-478F-91AF-B393C3DBA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1176" y="2185988"/>
              <a:ext cx="25400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55" name="Oval 130">
              <a:extLst>
                <a:ext uri="{FF2B5EF4-FFF2-40B4-BE49-F238E27FC236}">
                  <a16:creationId xmlns:a16="http://schemas.microsoft.com/office/drawing/2014/main" id="{95F170A8-5EAB-44F0-8B82-F8538BA2C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7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127" name="Group 208">
            <a:extLst>
              <a:ext uri="{FF2B5EF4-FFF2-40B4-BE49-F238E27FC236}">
                <a16:creationId xmlns:a16="http://schemas.microsoft.com/office/drawing/2014/main" id="{B1C10B48-DD3C-4B07-BB0A-BEE1E78A228B}"/>
              </a:ext>
            </a:extLst>
          </p:cNvPr>
          <p:cNvGrpSpPr/>
          <p:nvPr/>
        </p:nvGrpSpPr>
        <p:grpSpPr>
          <a:xfrm>
            <a:off x="8804219" y="2906050"/>
            <a:ext cx="496316" cy="483590"/>
            <a:chOff x="5508626" y="2106613"/>
            <a:chExt cx="247650" cy="241300"/>
          </a:xfrm>
          <a:solidFill>
            <a:schemeClr val="tx1">
              <a:lumMod val="20000"/>
              <a:lumOff val="80000"/>
            </a:schemeClr>
          </a:solidFill>
        </p:grpSpPr>
        <p:sp>
          <p:nvSpPr>
            <p:cNvPr id="146" name="Freeform 126">
              <a:extLst>
                <a:ext uri="{FF2B5EF4-FFF2-40B4-BE49-F238E27FC236}">
                  <a16:creationId xmlns:a16="http://schemas.microsoft.com/office/drawing/2014/main" id="{93842C06-3CE4-4EC2-AFA6-34D01C7F5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563" y="2271713"/>
              <a:ext cx="109538" cy="76200"/>
            </a:xfrm>
            <a:custGeom>
              <a:avLst/>
              <a:gdLst>
                <a:gd name="T0" fmla="*/ 22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22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22" y="0"/>
                  </a:moveTo>
                  <a:cubicBezTo>
                    <a:pt x="12" y="3"/>
                    <a:pt x="4" y="11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12"/>
                    <a:pt x="26" y="5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47" name="Freeform 127">
              <a:extLst>
                <a:ext uri="{FF2B5EF4-FFF2-40B4-BE49-F238E27FC236}">
                  <a16:creationId xmlns:a16="http://schemas.microsoft.com/office/drawing/2014/main" id="{5E7854BB-DC1D-4A9F-8C19-79F8F4F82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1801" y="2271713"/>
              <a:ext cx="109538" cy="76200"/>
            </a:xfrm>
            <a:custGeom>
              <a:avLst/>
              <a:gdLst>
                <a:gd name="T0" fmla="*/ 7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7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7" y="0"/>
                  </a:moveTo>
                  <a:cubicBezTo>
                    <a:pt x="3" y="5"/>
                    <a:pt x="0" y="12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5" y="11"/>
                    <a:pt x="17" y="3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48" name="Freeform 128">
              <a:extLst>
                <a:ext uri="{FF2B5EF4-FFF2-40B4-BE49-F238E27FC236}">
                  <a16:creationId xmlns:a16="http://schemas.microsoft.com/office/drawing/2014/main" id="{BBEC1902-E327-4DE5-9030-B35D0F71C7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8626" y="2106613"/>
              <a:ext cx="247650" cy="180975"/>
            </a:xfrm>
            <a:custGeom>
              <a:avLst/>
              <a:gdLst>
                <a:gd name="T0" fmla="*/ 56 w 66"/>
                <a:gd name="T1" fmla="*/ 30 h 48"/>
                <a:gd name="T2" fmla="*/ 61 w 66"/>
                <a:gd name="T3" fmla="*/ 35 h 48"/>
                <a:gd name="T4" fmla="*/ 64 w 66"/>
                <a:gd name="T5" fmla="*/ 36 h 48"/>
                <a:gd name="T6" fmla="*/ 57 w 66"/>
                <a:gd name="T7" fmla="*/ 18 h 48"/>
                <a:gd name="T8" fmla="*/ 55 w 66"/>
                <a:gd name="T9" fmla="*/ 15 h 48"/>
                <a:gd name="T10" fmla="*/ 55 w 66"/>
                <a:gd name="T11" fmla="*/ 15 h 48"/>
                <a:gd name="T12" fmla="*/ 54 w 66"/>
                <a:gd name="T13" fmla="*/ 12 h 48"/>
                <a:gd name="T14" fmla="*/ 53 w 66"/>
                <a:gd name="T15" fmla="*/ 11 h 48"/>
                <a:gd name="T16" fmla="*/ 51 w 66"/>
                <a:gd name="T17" fmla="*/ 8 h 48"/>
                <a:gd name="T18" fmla="*/ 51 w 66"/>
                <a:gd name="T19" fmla="*/ 8 h 48"/>
                <a:gd name="T20" fmla="*/ 45 w 66"/>
                <a:gd name="T21" fmla="*/ 3 h 48"/>
                <a:gd name="T22" fmla="*/ 45 w 66"/>
                <a:gd name="T23" fmla="*/ 3 h 48"/>
                <a:gd name="T24" fmla="*/ 42 w 66"/>
                <a:gd name="T25" fmla="*/ 2 h 48"/>
                <a:gd name="T26" fmla="*/ 41 w 66"/>
                <a:gd name="T27" fmla="*/ 1 h 48"/>
                <a:gd name="T28" fmla="*/ 37 w 66"/>
                <a:gd name="T29" fmla="*/ 0 h 48"/>
                <a:gd name="T30" fmla="*/ 37 w 66"/>
                <a:gd name="T31" fmla="*/ 0 h 48"/>
                <a:gd name="T32" fmla="*/ 33 w 66"/>
                <a:gd name="T33" fmla="*/ 0 h 48"/>
                <a:gd name="T34" fmla="*/ 33 w 66"/>
                <a:gd name="T35" fmla="*/ 0 h 48"/>
                <a:gd name="T36" fmla="*/ 33 w 66"/>
                <a:gd name="T37" fmla="*/ 0 h 48"/>
                <a:gd name="T38" fmla="*/ 33 w 66"/>
                <a:gd name="T39" fmla="*/ 0 h 48"/>
                <a:gd name="T40" fmla="*/ 33 w 66"/>
                <a:gd name="T41" fmla="*/ 0 h 48"/>
                <a:gd name="T42" fmla="*/ 29 w 66"/>
                <a:gd name="T43" fmla="*/ 0 h 48"/>
                <a:gd name="T44" fmla="*/ 29 w 66"/>
                <a:gd name="T45" fmla="*/ 0 h 48"/>
                <a:gd name="T46" fmla="*/ 25 w 66"/>
                <a:gd name="T47" fmla="*/ 1 h 48"/>
                <a:gd name="T48" fmla="*/ 24 w 66"/>
                <a:gd name="T49" fmla="*/ 2 h 48"/>
                <a:gd name="T50" fmla="*/ 21 w 66"/>
                <a:gd name="T51" fmla="*/ 3 h 48"/>
                <a:gd name="T52" fmla="*/ 21 w 66"/>
                <a:gd name="T53" fmla="*/ 3 h 48"/>
                <a:gd name="T54" fmla="*/ 15 w 66"/>
                <a:gd name="T55" fmla="*/ 8 h 48"/>
                <a:gd name="T56" fmla="*/ 15 w 66"/>
                <a:gd name="T57" fmla="*/ 8 h 48"/>
                <a:gd name="T58" fmla="*/ 13 w 66"/>
                <a:gd name="T59" fmla="*/ 11 h 48"/>
                <a:gd name="T60" fmla="*/ 12 w 66"/>
                <a:gd name="T61" fmla="*/ 12 h 48"/>
                <a:gd name="T62" fmla="*/ 11 w 66"/>
                <a:gd name="T63" fmla="*/ 15 h 48"/>
                <a:gd name="T64" fmla="*/ 11 w 66"/>
                <a:gd name="T65" fmla="*/ 15 h 48"/>
                <a:gd name="T66" fmla="*/ 9 w 66"/>
                <a:gd name="T67" fmla="*/ 18 h 48"/>
                <a:gd name="T68" fmla="*/ 2 w 66"/>
                <a:gd name="T69" fmla="*/ 36 h 48"/>
                <a:gd name="T70" fmla="*/ 5 w 66"/>
                <a:gd name="T71" fmla="*/ 35 h 48"/>
                <a:gd name="T72" fmla="*/ 10 w 66"/>
                <a:gd name="T73" fmla="*/ 30 h 48"/>
                <a:gd name="T74" fmla="*/ 33 w 66"/>
                <a:gd name="T75" fmla="*/ 48 h 48"/>
                <a:gd name="T76" fmla="*/ 56 w 66"/>
                <a:gd name="T77" fmla="*/ 30 h 48"/>
                <a:gd name="T78" fmla="*/ 33 w 66"/>
                <a:gd name="T79" fmla="*/ 44 h 48"/>
                <a:gd name="T80" fmla="*/ 13 w 66"/>
                <a:gd name="T81" fmla="*/ 24 h 48"/>
                <a:gd name="T82" fmla="*/ 13 w 66"/>
                <a:gd name="T83" fmla="*/ 20 h 48"/>
                <a:gd name="T84" fmla="*/ 15 w 66"/>
                <a:gd name="T85" fmla="*/ 20 h 48"/>
                <a:gd name="T86" fmla="*/ 33 w 66"/>
                <a:gd name="T87" fmla="*/ 4 h 48"/>
                <a:gd name="T88" fmla="*/ 33 w 66"/>
                <a:gd name="T89" fmla="*/ 4 h 48"/>
                <a:gd name="T90" fmla="*/ 33 w 66"/>
                <a:gd name="T91" fmla="*/ 4 h 48"/>
                <a:gd name="T92" fmla="*/ 51 w 66"/>
                <a:gd name="T93" fmla="*/ 20 h 48"/>
                <a:gd name="T94" fmla="*/ 53 w 66"/>
                <a:gd name="T95" fmla="*/ 20 h 48"/>
                <a:gd name="T96" fmla="*/ 53 w 66"/>
                <a:gd name="T97" fmla="*/ 24 h 48"/>
                <a:gd name="T98" fmla="*/ 33 w 66"/>
                <a:gd name="T99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6" h="48">
                  <a:moveTo>
                    <a:pt x="56" y="30"/>
                  </a:moveTo>
                  <a:cubicBezTo>
                    <a:pt x="57" y="32"/>
                    <a:pt x="59" y="34"/>
                    <a:pt x="61" y="35"/>
                  </a:cubicBezTo>
                  <a:cubicBezTo>
                    <a:pt x="62" y="35"/>
                    <a:pt x="63" y="36"/>
                    <a:pt x="64" y="36"/>
                  </a:cubicBezTo>
                  <a:cubicBezTo>
                    <a:pt x="66" y="29"/>
                    <a:pt x="63" y="21"/>
                    <a:pt x="57" y="18"/>
                  </a:cubicBezTo>
                  <a:cubicBezTo>
                    <a:pt x="56" y="18"/>
                    <a:pt x="56" y="16"/>
                    <a:pt x="55" y="15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14"/>
                    <a:pt x="54" y="13"/>
                    <a:pt x="54" y="12"/>
                  </a:cubicBezTo>
                  <a:cubicBezTo>
                    <a:pt x="54" y="12"/>
                    <a:pt x="53" y="11"/>
                    <a:pt x="53" y="11"/>
                  </a:cubicBezTo>
                  <a:cubicBezTo>
                    <a:pt x="53" y="10"/>
                    <a:pt x="52" y="9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49" y="6"/>
                    <a:pt x="47" y="5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3" y="2"/>
                    <a:pt x="42" y="2"/>
                  </a:cubicBezTo>
                  <a:cubicBezTo>
                    <a:pt x="41" y="2"/>
                    <a:pt x="41" y="1"/>
                    <a:pt x="41" y="1"/>
                  </a:cubicBezTo>
                  <a:cubicBezTo>
                    <a:pt x="40" y="1"/>
                    <a:pt x="39" y="1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5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1" y="0"/>
                    <a:pt x="30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1"/>
                    <a:pt x="26" y="1"/>
                    <a:pt x="25" y="1"/>
                  </a:cubicBezTo>
                  <a:cubicBezTo>
                    <a:pt x="25" y="1"/>
                    <a:pt x="25" y="2"/>
                    <a:pt x="24" y="2"/>
                  </a:cubicBezTo>
                  <a:cubicBezTo>
                    <a:pt x="23" y="2"/>
                    <a:pt x="22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5"/>
                    <a:pt x="17" y="6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9"/>
                    <a:pt x="13" y="10"/>
                    <a:pt x="13" y="11"/>
                  </a:cubicBezTo>
                  <a:cubicBezTo>
                    <a:pt x="13" y="11"/>
                    <a:pt x="12" y="12"/>
                    <a:pt x="12" y="12"/>
                  </a:cubicBezTo>
                  <a:cubicBezTo>
                    <a:pt x="12" y="13"/>
                    <a:pt x="11" y="14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6"/>
                    <a:pt x="10" y="18"/>
                    <a:pt x="9" y="18"/>
                  </a:cubicBezTo>
                  <a:cubicBezTo>
                    <a:pt x="3" y="21"/>
                    <a:pt x="0" y="29"/>
                    <a:pt x="2" y="36"/>
                  </a:cubicBezTo>
                  <a:cubicBezTo>
                    <a:pt x="3" y="36"/>
                    <a:pt x="4" y="35"/>
                    <a:pt x="5" y="35"/>
                  </a:cubicBezTo>
                  <a:cubicBezTo>
                    <a:pt x="7" y="34"/>
                    <a:pt x="9" y="32"/>
                    <a:pt x="10" y="30"/>
                  </a:cubicBezTo>
                  <a:cubicBezTo>
                    <a:pt x="13" y="41"/>
                    <a:pt x="22" y="48"/>
                    <a:pt x="33" y="48"/>
                  </a:cubicBezTo>
                  <a:cubicBezTo>
                    <a:pt x="44" y="48"/>
                    <a:pt x="53" y="41"/>
                    <a:pt x="56" y="30"/>
                  </a:cubicBezTo>
                  <a:close/>
                  <a:moveTo>
                    <a:pt x="33" y="44"/>
                  </a:moveTo>
                  <a:cubicBezTo>
                    <a:pt x="22" y="44"/>
                    <a:pt x="13" y="35"/>
                    <a:pt x="13" y="24"/>
                  </a:cubicBezTo>
                  <a:cubicBezTo>
                    <a:pt x="13" y="23"/>
                    <a:pt x="13" y="21"/>
                    <a:pt x="13" y="20"/>
                  </a:cubicBezTo>
                  <a:cubicBezTo>
                    <a:pt x="14" y="20"/>
                    <a:pt x="14" y="20"/>
                    <a:pt x="15" y="20"/>
                  </a:cubicBezTo>
                  <a:cubicBezTo>
                    <a:pt x="24" y="20"/>
                    <a:pt x="32" y="13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13"/>
                    <a:pt x="42" y="20"/>
                    <a:pt x="51" y="20"/>
                  </a:cubicBezTo>
                  <a:cubicBezTo>
                    <a:pt x="52" y="20"/>
                    <a:pt x="52" y="20"/>
                    <a:pt x="53" y="20"/>
                  </a:cubicBezTo>
                  <a:cubicBezTo>
                    <a:pt x="53" y="21"/>
                    <a:pt x="53" y="23"/>
                    <a:pt x="53" y="24"/>
                  </a:cubicBezTo>
                  <a:cubicBezTo>
                    <a:pt x="53" y="35"/>
                    <a:pt x="44" y="44"/>
                    <a:pt x="33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49" name="Oval 129">
              <a:extLst>
                <a:ext uri="{FF2B5EF4-FFF2-40B4-BE49-F238E27FC236}">
                  <a16:creationId xmlns:a16="http://schemas.microsoft.com/office/drawing/2014/main" id="{1111C33F-4430-4787-A8A1-13B17296B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1176" y="2185988"/>
              <a:ext cx="25400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50" name="Oval 130">
              <a:extLst>
                <a:ext uri="{FF2B5EF4-FFF2-40B4-BE49-F238E27FC236}">
                  <a16:creationId xmlns:a16="http://schemas.microsoft.com/office/drawing/2014/main" id="{8BC11BB3-C3AF-4FA0-84FB-98654986A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7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128" name="Group 209">
            <a:extLst>
              <a:ext uri="{FF2B5EF4-FFF2-40B4-BE49-F238E27FC236}">
                <a16:creationId xmlns:a16="http://schemas.microsoft.com/office/drawing/2014/main" id="{C495AA2C-A3F5-4B55-8E33-42418C4C64DB}"/>
              </a:ext>
            </a:extLst>
          </p:cNvPr>
          <p:cNvGrpSpPr/>
          <p:nvPr/>
        </p:nvGrpSpPr>
        <p:grpSpPr>
          <a:xfrm>
            <a:off x="9345076" y="2906050"/>
            <a:ext cx="496316" cy="483590"/>
            <a:chOff x="5508626" y="2106613"/>
            <a:chExt cx="247650" cy="241300"/>
          </a:xfrm>
          <a:solidFill>
            <a:schemeClr val="tx1">
              <a:lumMod val="20000"/>
              <a:lumOff val="80000"/>
            </a:schemeClr>
          </a:solidFill>
        </p:grpSpPr>
        <p:sp>
          <p:nvSpPr>
            <p:cNvPr id="141" name="Freeform 126">
              <a:extLst>
                <a:ext uri="{FF2B5EF4-FFF2-40B4-BE49-F238E27FC236}">
                  <a16:creationId xmlns:a16="http://schemas.microsoft.com/office/drawing/2014/main" id="{5A55687C-8C46-48C5-9EDB-FF0B2F488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563" y="2271713"/>
              <a:ext cx="109538" cy="76200"/>
            </a:xfrm>
            <a:custGeom>
              <a:avLst/>
              <a:gdLst>
                <a:gd name="T0" fmla="*/ 22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22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22" y="0"/>
                  </a:moveTo>
                  <a:cubicBezTo>
                    <a:pt x="12" y="3"/>
                    <a:pt x="4" y="11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12"/>
                    <a:pt x="26" y="5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42" name="Freeform 127">
              <a:extLst>
                <a:ext uri="{FF2B5EF4-FFF2-40B4-BE49-F238E27FC236}">
                  <a16:creationId xmlns:a16="http://schemas.microsoft.com/office/drawing/2014/main" id="{F36BFB2C-482D-4BD4-B773-4F42A85BB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1801" y="2271713"/>
              <a:ext cx="109538" cy="76200"/>
            </a:xfrm>
            <a:custGeom>
              <a:avLst/>
              <a:gdLst>
                <a:gd name="T0" fmla="*/ 7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7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7" y="0"/>
                  </a:moveTo>
                  <a:cubicBezTo>
                    <a:pt x="3" y="5"/>
                    <a:pt x="0" y="12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5" y="11"/>
                    <a:pt x="17" y="3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43" name="Freeform 128">
              <a:extLst>
                <a:ext uri="{FF2B5EF4-FFF2-40B4-BE49-F238E27FC236}">
                  <a16:creationId xmlns:a16="http://schemas.microsoft.com/office/drawing/2014/main" id="{4FF82EA2-1039-469C-91F3-0BEEA9A119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8626" y="2106613"/>
              <a:ext cx="247650" cy="180975"/>
            </a:xfrm>
            <a:custGeom>
              <a:avLst/>
              <a:gdLst>
                <a:gd name="T0" fmla="*/ 56 w 66"/>
                <a:gd name="T1" fmla="*/ 30 h 48"/>
                <a:gd name="T2" fmla="*/ 61 w 66"/>
                <a:gd name="T3" fmla="*/ 35 h 48"/>
                <a:gd name="T4" fmla="*/ 64 w 66"/>
                <a:gd name="T5" fmla="*/ 36 h 48"/>
                <a:gd name="T6" fmla="*/ 57 w 66"/>
                <a:gd name="T7" fmla="*/ 18 h 48"/>
                <a:gd name="T8" fmla="*/ 55 w 66"/>
                <a:gd name="T9" fmla="*/ 15 h 48"/>
                <a:gd name="T10" fmla="*/ 55 w 66"/>
                <a:gd name="T11" fmla="*/ 15 h 48"/>
                <a:gd name="T12" fmla="*/ 54 w 66"/>
                <a:gd name="T13" fmla="*/ 12 h 48"/>
                <a:gd name="T14" fmla="*/ 53 w 66"/>
                <a:gd name="T15" fmla="*/ 11 h 48"/>
                <a:gd name="T16" fmla="*/ 51 w 66"/>
                <a:gd name="T17" fmla="*/ 8 h 48"/>
                <a:gd name="T18" fmla="*/ 51 w 66"/>
                <a:gd name="T19" fmla="*/ 8 h 48"/>
                <a:gd name="T20" fmla="*/ 45 w 66"/>
                <a:gd name="T21" fmla="*/ 3 h 48"/>
                <a:gd name="T22" fmla="*/ 45 w 66"/>
                <a:gd name="T23" fmla="*/ 3 h 48"/>
                <a:gd name="T24" fmla="*/ 42 w 66"/>
                <a:gd name="T25" fmla="*/ 2 h 48"/>
                <a:gd name="T26" fmla="*/ 41 w 66"/>
                <a:gd name="T27" fmla="*/ 1 h 48"/>
                <a:gd name="T28" fmla="*/ 37 w 66"/>
                <a:gd name="T29" fmla="*/ 0 h 48"/>
                <a:gd name="T30" fmla="*/ 37 w 66"/>
                <a:gd name="T31" fmla="*/ 0 h 48"/>
                <a:gd name="T32" fmla="*/ 33 w 66"/>
                <a:gd name="T33" fmla="*/ 0 h 48"/>
                <a:gd name="T34" fmla="*/ 33 w 66"/>
                <a:gd name="T35" fmla="*/ 0 h 48"/>
                <a:gd name="T36" fmla="*/ 33 w 66"/>
                <a:gd name="T37" fmla="*/ 0 h 48"/>
                <a:gd name="T38" fmla="*/ 33 w 66"/>
                <a:gd name="T39" fmla="*/ 0 h 48"/>
                <a:gd name="T40" fmla="*/ 33 w 66"/>
                <a:gd name="T41" fmla="*/ 0 h 48"/>
                <a:gd name="T42" fmla="*/ 29 w 66"/>
                <a:gd name="T43" fmla="*/ 0 h 48"/>
                <a:gd name="T44" fmla="*/ 29 w 66"/>
                <a:gd name="T45" fmla="*/ 0 h 48"/>
                <a:gd name="T46" fmla="*/ 25 w 66"/>
                <a:gd name="T47" fmla="*/ 1 h 48"/>
                <a:gd name="T48" fmla="*/ 24 w 66"/>
                <a:gd name="T49" fmla="*/ 2 h 48"/>
                <a:gd name="T50" fmla="*/ 21 w 66"/>
                <a:gd name="T51" fmla="*/ 3 h 48"/>
                <a:gd name="T52" fmla="*/ 21 w 66"/>
                <a:gd name="T53" fmla="*/ 3 h 48"/>
                <a:gd name="T54" fmla="*/ 15 w 66"/>
                <a:gd name="T55" fmla="*/ 8 h 48"/>
                <a:gd name="T56" fmla="*/ 15 w 66"/>
                <a:gd name="T57" fmla="*/ 8 h 48"/>
                <a:gd name="T58" fmla="*/ 13 w 66"/>
                <a:gd name="T59" fmla="*/ 11 h 48"/>
                <a:gd name="T60" fmla="*/ 12 w 66"/>
                <a:gd name="T61" fmla="*/ 12 h 48"/>
                <a:gd name="T62" fmla="*/ 11 w 66"/>
                <a:gd name="T63" fmla="*/ 15 h 48"/>
                <a:gd name="T64" fmla="*/ 11 w 66"/>
                <a:gd name="T65" fmla="*/ 15 h 48"/>
                <a:gd name="T66" fmla="*/ 9 w 66"/>
                <a:gd name="T67" fmla="*/ 18 h 48"/>
                <a:gd name="T68" fmla="*/ 2 w 66"/>
                <a:gd name="T69" fmla="*/ 36 h 48"/>
                <a:gd name="T70" fmla="*/ 5 w 66"/>
                <a:gd name="T71" fmla="*/ 35 h 48"/>
                <a:gd name="T72" fmla="*/ 10 w 66"/>
                <a:gd name="T73" fmla="*/ 30 h 48"/>
                <a:gd name="T74" fmla="*/ 33 w 66"/>
                <a:gd name="T75" fmla="*/ 48 h 48"/>
                <a:gd name="T76" fmla="*/ 56 w 66"/>
                <a:gd name="T77" fmla="*/ 30 h 48"/>
                <a:gd name="T78" fmla="*/ 33 w 66"/>
                <a:gd name="T79" fmla="*/ 44 h 48"/>
                <a:gd name="T80" fmla="*/ 13 w 66"/>
                <a:gd name="T81" fmla="*/ 24 h 48"/>
                <a:gd name="T82" fmla="*/ 13 w 66"/>
                <a:gd name="T83" fmla="*/ 20 h 48"/>
                <a:gd name="T84" fmla="*/ 15 w 66"/>
                <a:gd name="T85" fmla="*/ 20 h 48"/>
                <a:gd name="T86" fmla="*/ 33 w 66"/>
                <a:gd name="T87" fmla="*/ 4 h 48"/>
                <a:gd name="T88" fmla="*/ 33 w 66"/>
                <a:gd name="T89" fmla="*/ 4 h 48"/>
                <a:gd name="T90" fmla="*/ 33 w 66"/>
                <a:gd name="T91" fmla="*/ 4 h 48"/>
                <a:gd name="T92" fmla="*/ 51 w 66"/>
                <a:gd name="T93" fmla="*/ 20 h 48"/>
                <a:gd name="T94" fmla="*/ 53 w 66"/>
                <a:gd name="T95" fmla="*/ 20 h 48"/>
                <a:gd name="T96" fmla="*/ 53 w 66"/>
                <a:gd name="T97" fmla="*/ 24 h 48"/>
                <a:gd name="T98" fmla="*/ 33 w 66"/>
                <a:gd name="T99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6" h="48">
                  <a:moveTo>
                    <a:pt x="56" y="30"/>
                  </a:moveTo>
                  <a:cubicBezTo>
                    <a:pt x="57" y="32"/>
                    <a:pt x="59" y="34"/>
                    <a:pt x="61" y="35"/>
                  </a:cubicBezTo>
                  <a:cubicBezTo>
                    <a:pt x="62" y="35"/>
                    <a:pt x="63" y="36"/>
                    <a:pt x="64" y="36"/>
                  </a:cubicBezTo>
                  <a:cubicBezTo>
                    <a:pt x="66" y="29"/>
                    <a:pt x="63" y="21"/>
                    <a:pt x="57" y="18"/>
                  </a:cubicBezTo>
                  <a:cubicBezTo>
                    <a:pt x="56" y="18"/>
                    <a:pt x="56" y="16"/>
                    <a:pt x="55" y="15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14"/>
                    <a:pt x="54" y="13"/>
                    <a:pt x="54" y="12"/>
                  </a:cubicBezTo>
                  <a:cubicBezTo>
                    <a:pt x="54" y="12"/>
                    <a:pt x="53" y="11"/>
                    <a:pt x="53" y="11"/>
                  </a:cubicBezTo>
                  <a:cubicBezTo>
                    <a:pt x="53" y="10"/>
                    <a:pt x="52" y="9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49" y="6"/>
                    <a:pt x="47" y="5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3" y="2"/>
                    <a:pt x="42" y="2"/>
                  </a:cubicBezTo>
                  <a:cubicBezTo>
                    <a:pt x="41" y="2"/>
                    <a:pt x="41" y="1"/>
                    <a:pt x="41" y="1"/>
                  </a:cubicBezTo>
                  <a:cubicBezTo>
                    <a:pt x="40" y="1"/>
                    <a:pt x="39" y="1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5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1" y="0"/>
                    <a:pt x="30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1"/>
                    <a:pt x="26" y="1"/>
                    <a:pt x="25" y="1"/>
                  </a:cubicBezTo>
                  <a:cubicBezTo>
                    <a:pt x="25" y="1"/>
                    <a:pt x="25" y="2"/>
                    <a:pt x="24" y="2"/>
                  </a:cubicBezTo>
                  <a:cubicBezTo>
                    <a:pt x="23" y="2"/>
                    <a:pt x="22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5"/>
                    <a:pt x="17" y="6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9"/>
                    <a:pt x="13" y="10"/>
                    <a:pt x="13" y="11"/>
                  </a:cubicBezTo>
                  <a:cubicBezTo>
                    <a:pt x="13" y="11"/>
                    <a:pt x="12" y="12"/>
                    <a:pt x="12" y="12"/>
                  </a:cubicBezTo>
                  <a:cubicBezTo>
                    <a:pt x="12" y="13"/>
                    <a:pt x="11" y="14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6"/>
                    <a:pt x="10" y="18"/>
                    <a:pt x="9" y="18"/>
                  </a:cubicBezTo>
                  <a:cubicBezTo>
                    <a:pt x="3" y="21"/>
                    <a:pt x="0" y="29"/>
                    <a:pt x="2" y="36"/>
                  </a:cubicBezTo>
                  <a:cubicBezTo>
                    <a:pt x="3" y="36"/>
                    <a:pt x="4" y="35"/>
                    <a:pt x="5" y="35"/>
                  </a:cubicBezTo>
                  <a:cubicBezTo>
                    <a:pt x="7" y="34"/>
                    <a:pt x="9" y="32"/>
                    <a:pt x="10" y="30"/>
                  </a:cubicBezTo>
                  <a:cubicBezTo>
                    <a:pt x="13" y="41"/>
                    <a:pt x="22" y="48"/>
                    <a:pt x="33" y="48"/>
                  </a:cubicBezTo>
                  <a:cubicBezTo>
                    <a:pt x="44" y="48"/>
                    <a:pt x="53" y="41"/>
                    <a:pt x="56" y="30"/>
                  </a:cubicBezTo>
                  <a:close/>
                  <a:moveTo>
                    <a:pt x="33" y="44"/>
                  </a:moveTo>
                  <a:cubicBezTo>
                    <a:pt x="22" y="44"/>
                    <a:pt x="13" y="35"/>
                    <a:pt x="13" y="24"/>
                  </a:cubicBezTo>
                  <a:cubicBezTo>
                    <a:pt x="13" y="23"/>
                    <a:pt x="13" y="21"/>
                    <a:pt x="13" y="20"/>
                  </a:cubicBezTo>
                  <a:cubicBezTo>
                    <a:pt x="14" y="20"/>
                    <a:pt x="14" y="20"/>
                    <a:pt x="15" y="20"/>
                  </a:cubicBezTo>
                  <a:cubicBezTo>
                    <a:pt x="24" y="20"/>
                    <a:pt x="32" y="13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13"/>
                    <a:pt x="42" y="20"/>
                    <a:pt x="51" y="20"/>
                  </a:cubicBezTo>
                  <a:cubicBezTo>
                    <a:pt x="52" y="20"/>
                    <a:pt x="52" y="20"/>
                    <a:pt x="53" y="20"/>
                  </a:cubicBezTo>
                  <a:cubicBezTo>
                    <a:pt x="53" y="21"/>
                    <a:pt x="53" y="23"/>
                    <a:pt x="53" y="24"/>
                  </a:cubicBezTo>
                  <a:cubicBezTo>
                    <a:pt x="53" y="35"/>
                    <a:pt x="44" y="44"/>
                    <a:pt x="33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44" name="Oval 129">
              <a:extLst>
                <a:ext uri="{FF2B5EF4-FFF2-40B4-BE49-F238E27FC236}">
                  <a16:creationId xmlns:a16="http://schemas.microsoft.com/office/drawing/2014/main" id="{B2C11BED-4437-4D90-BA89-122DA1524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1176" y="2185988"/>
              <a:ext cx="25400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45" name="Oval 130">
              <a:extLst>
                <a:ext uri="{FF2B5EF4-FFF2-40B4-BE49-F238E27FC236}">
                  <a16:creationId xmlns:a16="http://schemas.microsoft.com/office/drawing/2014/main" id="{FD0723DD-56BE-481D-89CA-0559D0910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7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129" name="Group 210">
            <a:extLst>
              <a:ext uri="{FF2B5EF4-FFF2-40B4-BE49-F238E27FC236}">
                <a16:creationId xmlns:a16="http://schemas.microsoft.com/office/drawing/2014/main" id="{613E9FB7-33FB-45A6-8A66-A0E05F44FDB0}"/>
              </a:ext>
            </a:extLst>
          </p:cNvPr>
          <p:cNvGrpSpPr/>
          <p:nvPr/>
        </p:nvGrpSpPr>
        <p:grpSpPr>
          <a:xfrm>
            <a:off x="9885932" y="2906050"/>
            <a:ext cx="496316" cy="483590"/>
            <a:chOff x="5508626" y="2106613"/>
            <a:chExt cx="247650" cy="241300"/>
          </a:xfrm>
          <a:solidFill>
            <a:schemeClr val="tx1">
              <a:lumMod val="20000"/>
              <a:lumOff val="80000"/>
            </a:schemeClr>
          </a:solidFill>
        </p:grpSpPr>
        <p:sp>
          <p:nvSpPr>
            <p:cNvPr id="136" name="Freeform 126">
              <a:extLst>
                <a:ext uri="{FF2B5EF4-FFF2-40B4-BE49-F238E27FC236}">
                  <a16:creationId xmlns:a16="http://schemas.microsoft.com/office/drawing/2014/main" id="{54439BB3-8C72-4391-939B-8C9CFDD13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563" y="2271713"/>
              <a:ext cx="109538" cy="76200"/>
            </a:xfrm>
            <a:custGeom>
              <a:avLst/>
              <a:gdLst>
                <a:gd name="T0" fmla="*/ 22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22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22" y="0"/>
                  </a:moveTo>
                  <a:cubicBezTo>
                    <a:pt x="12" y="3"/>
                    <a:pt x="4" y="11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12"/>
                    <a:pt x="26" y="5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37" name="Freeform 127">
              <a:extLst>
                <a:ext uri="{FF2B5EF4-FFF2-40B4-BE49-F238E27FC236}">
                  <a16:creationId xmlns:a16="http://schemas.microsoft.com/office/drawing/2014/main" id="{2A173947-3DC3-4D66-8545-1824319BA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1801" y="2271713"/>
              <a:ext cx="109538" cy="76200"/>
            </a:xfrm>
            <a:custGeom>
              <a:avLst/>
              <a:gdLst>
                <a:gd name="T0" fmla="*/ 7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7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7" y="0"/>
                  </a:moveTo>
                  <a:cubicBezTo>
                    <a:pt x="3" y="5"/>
                    <a:pt x="0" y="12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5" y="11"/>
                    <a:pt x="17" y="3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38" name="Freeform 128">
              <a:extLst>
                <a:ext uri="{FF2B5EF4-FFF2-40B4-BE49-F238E27FC236}">
                  <a16:creationId xmlns:a16="http://schemas.microsoft.com/office/drawing/2014/main" id="{83DDF047-F7B3-4AAC-8DA5-10DB82F964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8626" y="2106613"/>
              <a:ext cx="247650" cy="180975"/>
            </a:xfrm>
            <a:custGeom>
              <a:avLst/>
              <a:gdLst>
                <a:gd name="T0" fmla="*/ 56 w 66"/>
                <a:gd name="T1" fmla="*/ 30 h 48"/>
                <a:gd name="T2" fmla="*/ 61 w 66"/>
                <a:gd name="T3" fmla="*/ 35 h 48"/>
                <a:gd name="T4" fmla="*/ 64 w 66"/>
                <a:gd name="T5" fmla="*/ 36 h 48"/>
                <a:gd name="T6" fmla="*/ 57 w 66"/>
                <a:gd name="T7" fmla="*/ 18 h 48"/>
                <a:gd name="T8" fmla="*/ 55 w 66"/>
                <a:gd name="T9" fmla="*/ 15 h 48"/>
                <a:gd name="T10" fmla="*/ 55 w 66"/>
                <a:gd name="T11" fmla="*/ 15 h 48"/>
                <a:gd name="T12" fmla="*/ 54 w 66"/>
                <a:gd name="T13" fmla="*/ 12 h 48"/>
                <a:gd name="T14" fmla="*/ 53 w 66"/>
                <a:gd name="T15" fmla="*/ 11 h 48"/>
                <a:gd name="T16" fmla="*/ 51 w 66"/>
                <a:gd name="T17" fmla="*/ 8 h 48"/>
                <a:gd name="T18" fmla="*/ 51 w 66"/>
                <a:gd name="T19" fmla="*/ 8 h 48"/>
                <a:gd name="T20" fmla="*/ 45 w 66"/>
                <a:gd name="T21" fmla="*/ 3 h 48"/>
                <a:gd name="T22" fmla="*/ 45 w 66"/>
                <a:gd name="T23" fmla="*/ 3 h 48"/>
                <a:gd name="T24" fmla="*/ 42 w 66"/>
                <a:gd name="T25" fmla="*/ 2 h 48"/>
                <a:gd name="T26" fmla="*/ 41 w 66"/>
                <a:gd name="T27" fmla="*/ 1 h 48"/>
                <a:gd name="T28" fmla="*/ 37 w 66"/>
                <a:gd name="T29" fmla="*/ 0 h 48"/>
                <a:gd name="T30" fmla="*/ 37 w 66"/>
                <a:gd name="T31" fmla="*/ 0 h 48"/>
                <a:gd name="T32" fmla="*/ 33 w 66"/>
                <a:gd name="T33" fmla="*/ 0 h 48"/>
                <a:gd name="T34" fmla="*/ 33 w 66"/>
                <a:gd name="T35" fmla="*/ 0 h 48"/>
                <a:gd name="T36" fmla="*/ 33 w 66"/>
                <a:gd name="T37" fmla="*/ 0 h 48"/>
                <a:gd name="T38" fmla="*/ 33 w 66"/>
                <a:gd name="T39" fmla="*/ 0 h 48"/>
                <a:gd name="T40" fmla="*/ 33 w 66"/>
                <a:gd name="T41" fmla="*/ 0 h 48"/>
                <a:gd name="T42" fmla="*/ 29 w 66"/>
                <a:gd name="T43" fmla="*/ 0 h 48"/>
                <a:gd name="T44" fmla="*/ 29 w 66"/>
                <a:gd name="T45" fmla="*/ 0 h 48"/>
                <a:gd name="T46" fmla="*/ 25 w 66"/>
                <a:gd name="T47" fmla="*/ 1 h 48"/>
                <a:gd name="T48" fmla="*/ 24 w 66"/>
                <a:gd name="T49" fmla="*/ 2 h 48"/>
                <a:gd name="T50" fmla="*/ 21 w 66"/>
                <a:gd name="T51" fmla="*/ 3 h 48"/>
                <a:gd name="T52" fmla="*/ 21 w 66"/>
                <a:gd name="T53" fmla="*/ 3 h 48"/>
                <a:gd name="T54" fmla="*/ 15 w 66"/>
                <a:gd name="T55" fmla="*/ 8 h 48"/>
                <a:gd name="T56" fmla="*/ 15 w 66"/>
                <a:gd name="T57" fmla="*/ 8 h 48"/>
                <a:gd name="T58" fmla="*/ 13 w 66"/>
                <a:gd name="T59" fmla="*/ 11 h 48"/>
                <a:gd name="T60" fmla="*/ 12 w 66"/>
                <a:gd name="T61" fmla="*/ 12 h 48"/>
                <a:gd name="T62" fmla="*/ 11 w 66"/>
                <a:gd name="T63" fmla="*/ 15 h 48"/>
                <a:gd name="T64" fmla="*/ 11 w 66"/>
                <a:gd name="T65" fmla="*/ 15 h 48"/>
                <a:gd name="T66" fmla="*/ 9 w 66"/>
                <a:gd name="T67" fmla="*/ 18 h 48"/>
                <a:gd name="T68" fmla="*/ 2 w 66"/>
                <a:gd name="T69" fmla="*/ 36 h 48"/>
                <a:gd name="T70" fmla="*/ 5 w 66"/>
                <a:gd name="T71" fmla="*/ 35 h 48"/>
                <a:gd name="T72" fmla="*/ 10 w 66"/>
                <a:gd name="T73" fmla="*/ 30 h 48"/>
                <a:gd name="T74" fmla="*/ 33 w 66"/>
                <a:gd name="T75" fmla="*/ 48 h 48"/>
                <a:gd name="T76" fmla="*/ 56 w 66"/>
                <a:gd name="T77" fmla="*/ 30 h 48"/>
                <a:gd name="T78" fmla="*/ 33 w 66"/>
                <a:gd name="T79" fmla="*/ 44 h 48"/>
                <a:gd name="T80" fmla="*/ 13 w 66"/>
                <a:gd name="T81" fmla="*/ 24 h 48"/>
                <a:gd name="T82" fmla="*/ 13 w 66"/>
                <a:gd name="T83" fmla="*/ 20 h 48"/>
                <a:gd name="T84" fmla="*/ 15 w 66"/>
                <a:gd name="T85" fmla="*/ 20 h 48"/>
                <a:gd name="T86" fmla="*/ 33 w 66"/>
                <a:gd name="T87" fmla="*/ 4 h 48"/>
                <a:gd name="T88" fmla="*/ 33 w 66"/>
                <a:gd name="T89" fmla="*/ 4 h 48"/>
                <a:gd name="T90" fmla="*/ 33 w 66"/>
                <a:gd name="T91" fmla="*/ 4 h 48"/>
                <a:gd name="T92" fmla="*/ 51 w 66"/>
                <a:gd name="T93" fmla="*/ 20 h 48"/>
                <a:gd name="T94" fmla="*/ 53 w 66"/>
                <a:gd name="T95" fmla="*/ 20 h 48"/>
                <a:gd name="T96" fmla="*/ 53 w 66"/>
                <a:gd name="T97" fmla="*/ 24 h 48"/>
                <a:gd name="T98" fmla="*/ 33 w 66"/>
                <a:gd name="T99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6" h="48">
                  <a:moveTo>
                    <a:pt x="56" y="30"/>
                  </a:moveTo>
                  <a:cubicBezTo>
                    <a:pt x="57" y="32"/>
                    <a:pt x="59" y="34"/>
                    <a:pt x="61" y="35"/>
                  </a:cubicBezTo>
                  <a:cubicBezTo>
                    <a:pt x="62" y="35"/>
                    <a:pt x="63" y="36"/>
                    <a:pt x="64" y="36"/>
                  </a:cubicBezTo>
                  <a:cubicBezTo>
                    <a:pt x="66" y="29"/>
                    <a:pt x="63" y="21"/>
                    <a:pt x="57" y="18"/>
                  </a:cubicBezTo>
                  <a:cubicBezTo>
                    <a:pt x="56" y="18"/>
                    <a:pt x="56" y="16"/>
                    <a:pt x="55" y="15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14"/>
                    <a:pt x="54" y="13"/>
                    <a:pt x="54" y="12"/>
                  </a:cubicBezTo>
                  <a:cubicBezTo>
                    <a:pt x="54" y="12"/>
                    <a:pt x="53" y="11"/>
                    <a:pt x="53" y="11"/>
                  </a:cubicBezTo>
                  <a:cubicBezTo>
                    <a:pt x="53" y="10"/>
                    <a:pt x="52" y="9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49" y="6"/>
                    <a:pt x="47" y="5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3" y="2"/>
                    <a:pt x="42" y="2"/>
                  </a:cubicBezTo>
                  <a:cubicBezTo>
                    <a:pt x="41" y="2"/>
                    <a:pt x="41" y="1"/>
                    <a:pt x="41" y="1"/>
                  </a:cubicBezTo>
                  <a:cubicBezTo>
                    <a:pt x="40" y="1"/>
                    <a:pt x="39" y="1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5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1" y="0"/>
                    <a:pt x="30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1"/>
                    <a:pt x="26" y="1"/>
                    <a:pt x="25" y="1"/>
                  </a:cubicBezTo>
                  <a:cubicBezTo>
                    <a:pt x="25" y="1"/>
                    <a:pt x="25" y="2"/>
                    <a:pt x="24" y="2"/>
                  </a:cubicBezTo>
                  <a:cubicBezTo>
                    <a:pt x="23" y="2"/>
                    <a:pt x="22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5"/>
                    <a:pt x="17" y="6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9"/>
                    <a:pt x="13" y="10"/>
                    <a:pt x="13" y="11"/>
                  </a:cubicBezTo>
                  <a:cubicBezTo>
                    <a:pt x="13" y="11"/>
                    <a:pt x="12" y="12"/>
                    <a:pt x="12" y="12"/>
                  </a:cubicBezTo>
                  <a:cubicBezTo>
                    <a:pt x="12" y="13"/>
                    <a:pt x="11" y="14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6"/>
                    <a:pt x="10" y="18"/>
                    <a:pt x="9" y="18"/>
                  </a:cubicBezTo>
                  <a:cubicBezTo>
                    <a:pt x="3" y="21"/>
                    <a:pt x="0" y="29"/>
                    <a:pt x="2" y="36"/>
                  </a:cubicBezTo>
                  <a:cubicBezTo>
                    <a:pt x="3" y="36"/>
                    <a:pt x="4" y="35"/>
                    <a:pt x="5" y="35"/>
                  </a:cubicBezTo>
                  <a:cubicBezTo>
                    <a:pt x="7" y="34"/>
                    <a:pt x="9" y="32"/>
                    <a:pt x="10" y="30"/>
                  </a:cubicBezTo>
                  <a:cubicBezTo>
                    <a:pt x="13" y="41"/>
                    <a:pt x="22" y="48"/>
                    <a:pt x="33" y="48"/>
                  </a:cubicBezTo>
                  <a:cubicBezTo>
                    <a:pt x="44" y="48"/>
                    <a:pt x="53" y="41"/>
                    <a:pt x="56" y="30"/>
                  </a:cubicBezTo>
                  <a:close/>
                  <a:moveTo>
                    <a:pt x="33" y="44"/>
                  </a:moveTo>
                  <a:cubicBezTo>
                    <a:pt x="22" y="44"/>
                    <a:pt x="13" y="35"/>
                    <a:pt x="13" y="24"/>
                  </a:cubicBezTo>
                  <a:cubicBezTo>
                    <a:pt x="13" y="23"/>
                    <a:pt x="13" y="21"/>
                    <a:pt x="13" y="20"/>
                  </a:cubicBezTo>
                  <a:cubicBezTo>
                    <a:pt x="14" y="20"/>
                    <a:pt x="14" y="20"/>
                    <a:pt x="15" y="20"/>
                  </a:cubicBezTo>
                  <a:cubicBezTo>
                    <a:pt x="24" y="20"/>
                    <a:pt x="32" y="13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13"/>
                    <a:pt x="42" y="20"/>
                    <a:pt x="51" y="20"/>
                  </a:cubicBezTo>
                  <a:cubicBezTo>
                    <a:pt x="52" y="20"/>
                    <a:pt x="52" y="20"/>
                    <a:pt x="53" y="20"/>
                  </a:cubicBezTo>
                  <a:cubicBezTo>
                    <a:pt x="53" y="21"/>
                    <a:pt x="53" y="23"/>
                    <a:pt x="53" y="24"/>
                  </a:cubicBezTo>
                  <a:cubicBezTo>
                    <a:pt x="53" y="35"/>
                    <a:pt x="44" y="44"/>
                    <a:pt x="33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39" name="Oval 129">
              <a:extLst>
                <a:ext uri="{FF2B5EF4-FFF2-40B4-BE49-F238E27FC236}">
                  <a16:creationId xmlns:a16="http://schemas.microsoft.com/office/drawing/2014/main" id="{038F1F5A-F4B1-4738-8AEF-0B7E63AF5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1176" y="2185988"/>
              <a:ext cx="25400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40" name="Oval 130">
              <a:extLst>
                <a:ext uri="{FF2B5EF4-FFF2-40B4-BE49-F238E27FC236}">
                  <a16:creationId xmlns:a16="http://schemas.microsoft.com/office/drawing/2014/main" id="{57DC709A-339E-4220-AC30-0BC349033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7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130" name="Group 211">
            <a:extLst>
              <a:ext uri="{FF2B5EF4-FFF2-40B4-BE49-F238E27FC236}">
                <a16:creationId xmlns:a16="http://schemas.microsoft.com/office/drawing/2014/main" id="{21325EB2-4901-4064-BECC-FFF17581E2E5}"/>
              </a:ext>
            </a:extLst>
          </p:cNvPr>
          <p:cNvGrpSpPr/>
          <p:nvPr/>
        </p:nvGrpSpPr>
        <p:grpSpPr>
          <a:xfrm>
            <a:off x="10426789" y="2906050"/>
            <a:ext cx="496316" cy="483590"/>
            <a:chOff x="5508626" y="2106613"/>
            <a:chExt cx="247650" cy="241300"/>
          </a:xfrm>
          <a:solidFill>
            <a:schemeClr val="tx1">
              <a:lumMod val="20000"/>
              <a:lumOff val="80000"/>
            </a:schemeClr>
          </a:solidFill>
        </p:grpSpPr>
        <p:sp>
          <p:nvSpPr>
            <p:cNvPr id="131" name="Freeform 126">
              <a:extLst>
                <a:ext uri="{FF2B5EF4-FFF2-40B4-BE49-F238E27FC236}">
                  <a16:creationId xmlns:a16="http://schemas.microsoft.com/office/drawing/2014/main" id="{EB7BFB57-BFC7-4738-BAB2-3E2B37E4F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563" y="2271713"/>
              <a:ext cx="109538" cy="76200"/>
            </a:xfrm>
            <a:custGeom>
              <a:avLst/>
              <a:gdLst>
                <a:gd name="T0" fmla="*/ 22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22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22" y="0"/>
                  </a:moveTo>
                  <a:cubicBezTo>
                    <a:pt x="12" y="3"/>
                    <a:pt x="4" y="11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12"/>
                    <a:pt x="26" y="5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32" name="Freeform 127">
              <a:extLst>
                <a:ext uri="{FF2B5EF4-FFF2-40B4-BE49-F238E27FC236}">
                  <a16:creationId xmlns:a16="http://schemas.microsoft.com/office/drawing/2014/main" id="{160CCD44-1673-41D9-81AF-021CFBB41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1801" y="2271713"/>
              <a:ext cx="109538" cy="76200"/>
            </a:xfrm>
            <a:custGeom>
              <a:avLst/>
              <a:gdLst>
                <a:gd name="T0" fmla="*/ 7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7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7" y="0"/>
                  </a:moveTo>
                  <a:cubicBezTo>
                    <a:pt x="3" y="5"/>
                    <a:pt x="0" y="12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5" y="11"/>
                    <a:pt x="17" y="3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33" name="Freeform 128">
              <a:extLst>
                <a:ext uri="{FF2B5EF4-FFF2-40B4-BE49-F238E27FC236}">
                  <a16:creationId xmlns:a16="http://schemas.microsoft.com/office/drawing/2014/main" id="{1447C062-D43F-4D68-9AA1-AF46801AB1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8626" y="2106613"/>
              <a:ext cx="247650" cy="180975"/>
            </a:xfrm>
            <a:custGeom>
              <a:avLst/>
              <a:gdLst>
                <a:gd name="T0" fmla="*/ 56 w 66"/>
                <a:gd name="T1" fmla="*/ 30 h 48"/>
                <a:gd name="T2" fmla="*/ 61 w 66"/>
                <a:gd name="T3" fmla="*/ 35 h 48"/>
                <a:gd name="T4" fmla="*/ 64 w 66"/>
                <a:gd name="T5" fmla="*/ 36 h 48"/>
                <a:gd name="T6" fmla="*/ 57 w 66"/>
                <a:gd name="T7" fmla="*/ 18 h 48"/>
                <a:gd name="T8" fmla="*/ 55 w 66"/>
                <a:gd name="T9" fmla="*/ 15 h 48"/>
                <a:gd name="T10" fmla="*/ 55 w 66"/>
                <a:gd name="T11" fmla="*/ 15 h 48"/>
                <a:gd name="T12" fmla="*/ 54 w 66"/>
                <a:gd name="T13" fmla="*/ 12 h 48"/>
                <a:gd name="T14" fmla="*/ 53 w 66"/>
                <a:gd name="T15" fmla="*/ 11 h 48"/>
                <a:gd name="T16" fmla="*/ 51 w 66"/>
                <a:gd name="T17" fmla="*/ 8 h 48"/>
                <a:gd name="T18" fmla="*/ 51 w 66"/>
                <a:gd name="T19" fmla="*/ 8 h 48"/>
                <a:gd name="T20" fmla="*/ 45 w 66"/>
                <a:gd name="T21" fmla="*/ 3 h 48"/>
                <a:gd name="T22" fmla="*/ 45 w 66"/>
                <a:gd name="T23" fmla="*/ 3 h 48"/>
                <a:gd name="T24" fmla="*/ 42 w 66"/>
                <a:gd name="T25" fmla="*/ 2 h 48"/>
                <a:gd name="T26" fmla="*/ 41 w 66"/>
                <a:gd name="T27" fmla="*/ 1 h 48"/>
                <a:gd name="T28" fmla="*/ 37 w 66"/>
                <a:gd name="T29" fmla="*/ 0 h 48"/>
                <a:gd name="T30" fmla="*/ 37 w 66"/>
                <a:gd name="T31" fmla="*/ 0 h 48"/>
                <a:gd name="T32" fmla="*/ 33 w 66"/>
                <a:gd name="T33" fmla="*/ 0 h 48"/>
                <a:gd name="T34" fmla="*/ 33 w 66"/>
                <a:gd name="T35" fmla="*/ 0 h 48"/>
                <a:gd name="T36" fmla="*/ 33 w 66"/>
                <a:gd name="T37" fmla="*/ 0 h 48"/>
                <a:gd name="T38" fmla="*/ 33 w 66"/>
                <a:gd name="T39" fmla="*/ 0 h 48"/>
                <a:gd name="T40" fmla="*/ 33 w 66"/>
                <a:gd name="T41" fmla="*/ 0 h 48"/>
                <a:gd name="T42" fmla="*/ 29 w 66"/>
                <a:gd name="T43" fmla="*/ 0 h 48"/>
                <a:gd name="T44" fmla="*/ 29 w 66"/>
                <a:gd name="T45" fmla="*/ 0 h 48"/>
                <a:gd name="T46" fmla="*/ 25 w 66"/>
                <a:gd name="T47" fmla="*/ 1 h 48"/>
                <a:gd name="T48" fmla="*/ 24 w 66"/>
                <a:gd name="T49" fmla="*/ 2 h 48"/>
                <a:gd name="T50" fmla="*/ 21 w 66"/>
                <a:gd name="T51" fmla="*/ 3 h 48"/>
                <a:gd name="T52" fmla="*/ 21 w 66"/>
                <a:gd name="T53" fmla="*/ 3 h 48"/>
                <a:gd name="T54" fmla="*/ 15 w 66"/>
                <a:gd name="T55" fmla="*/ 8 h 48"/>
                <a:gd name="T56" fmla="*/ 15 w 66"/>
                <a:gd name="T57" fmla="*/ 8 h 48"/>
                <a:gd name="T58" fmla="*/ 13 w 66"/>
                <a:gd name="T59" fmla="*/ 11 h 48"/>
                <a:gd name="T60" fmla="*/ 12 w 66"/>
                <a:gd name="T61" fmla="*/ 12 h 48"/>
                <a:gd name="T62" fmla="*/ 11 w 66"/>
                <a:gd name="T63" fmla="*/ 15 h 48"/>
                <a:gd name="T64" fmla="*/ 11 w 66"/>
                <a:gd name="T65" fmla="*/ 15 h 48"/>
                <a:gd name="T66" fmla="*/ 9 w 66"/>
                <a:gd name="T67" fmla="*/ 18 h 48"/>
                <a:gd name="T68" fmla="*/ 2 w 66"/>
                <a:gd name="T69" fmla="*/ 36 h 48"/>
                <a:gd name="T70" fmla="*/ 5 w 66"/>
                <a:gd name="T71" fmla="*/ 35 h 48"/>
                <a:gd name="T72" fmla="*/ 10 w 66"/>
                <a:gd name="T73" fmla="*/ 30 h 48"/>
                <a:gd name="T74" fmla="*/ 33 w 66"/>
                <a:gd name="T75" fmla="*/ 48 h 48"/>
                <a:gd name="T76" fmla="*/ 56 w 66"/>
                <a:gd name="T77" fmla="*/ 30 h 48"/>
                <a:gd name="T78" fmla="*/ 33 w 66"/>
                <a:gd name="T79" fmla="*/ 44 h 48"/>
                <a:gd name="T80" fmla="*/ 13 w 66"/>
                <a:gd name="T81" fmla="*/ 24 h 48"/>
                <a:gd name="T82" fmla="*/ 13 w 66"/>
                <a:gd name="T83" fmla="*/ 20 h 48"/>
                <a:gd name="T84" fmla="*/ 15 w 66"/>
                <a:gd name="T85" fmla="*/ 20 h 48"/>
                <a:gd name="T86" fmla="*/ 33 w 66"/>
                <a:gd name="T87" fmla="*/ 4 h 48"/>
                <a:gd name="T88" fmla="*/ 33 w 66"/>
                <a:gd name="T89" fmla="*/ 4 h 48"/>
                <a:gd name="T90" fmla="*/ 33 w 66"/>
                <a:gd name="T91" fmla="*/ 4 h 48"/>
                <a:gd name="T92" fmla="*/ 51 w 66"/>
                <a:gd name="T93" fmla="*/ 20 h 48"/>
                <a:gd name="T94" fmla="*/ 53 w 66"/>
                <a:gd name="T95" fmla="*/ 20 h 48"/>
                <a:gd name="T96" fmla="*/ 53 w 66"/>
                <a:gd name="T97" fmla="*/ 24 h 48"/>
                <a:gd name="T98" fmla="*/ 33 w 66"/>
                <a:gd name="T99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6" h="48">
                  <a:moveTo>
                    <a:pt x="56" y="30"/>
                  </a:moveTo>
                  <a:cubicBezTo>
                    <a:pt x="57" y="32"/>
                    <a:pt x="59" y="34"/>
                    <a:pt x="61" y="35"/>
                  </a:cubicBezTo>
                  <a:cubicBezTo>
                    <a:pt x="62" y="35"/>
                    <a:pt x="63" y="36"/>
                    <a:pt x="64" y="36"/>
                  </a:cubicBezTo>
                  <a:cubicBezTo>
                    <a:pt x="66" y="29"/>
                    <a:pt x="63" y="21"/>
                    <a:pt x="57" y="18"/>
                  </a:cubicBezTo>
                  <a:cubicBezTo>
                    <a:pt x="56" y="18"/>
                    <a:pt x="56" y="16"/>
                    <a:pt x="55" y="15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14"/>
                    <a:pt x="54" y="13"/>
                    <a:pt x="54" y="12"/>
                  </a:cubicBezTo>
                  <a:cubicBezTo>
                    <a:pt x="54" y="12"/>
                    <a:pt x="53" y="11"/>
                    <a:pt x="53" y="11"/>
                  </a:cubicBezTo>
                  <a:cubicBezTo>
                    <a:pt x="53" y="10"/>
                    <a:pt x="52" y="9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49" y="6"/>
                    <a:pt x="47" y="5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3" y="2"/>
                    <a:pt x="42" y="2"/>
                  </a:cubicBezTo>
                  <a:cubicBezTo>
                    <a:pt x="41" y="2"/>
                    <a:pt x="41" y="1"/>
                    <a:pt x="41" y="1"/>
                  </a:cubicBezTo>
                  <a:cubicBezTo>
                    <a:pt x="40" y="1"/>
                    <a:pt x="39" y="1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5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1" y="0"/>
                    <a:pt x="30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1"/>
                    <a:pt x="26" y="1"/>
                    <a:pt x="25" y="1"/>
                  </a:cubicBezTo>
                  <a:cubicBezTo>
                    <a:pt x="25" y="1"/>
                    <a:pt x="25" y="2"/>
                    <a:pt x="24" y="2"/>
                  </a:cubicBezTo>
                  <a:cubicBezTo>
                    <a:pt x="23" y="2"/>
                    <a:pt x="22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5"/>
                    <a:pt x="17" y="6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9"/>
                    <a:pt x="13" y="10"/>
                    <a:pt x="13" y="11"/>
                  </a:cubicBezTo>
                  <a:cubicBezTo>
                    <a:pt x="13" y="11"/>
                    <a:pt x="12" y="12"/>
                    <a:pt x="12" y="12"/>
                  </a:cubicBezTo>
                  <a:cubicBezTo>
                    <a:pt x="12" y="13"/>
                    <a:pt x="11" y="14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6"/>
                    <a:pt x="10" y="18"/>
                    <a:pt x="9" y="18"/>
                  </a:cubicBezTo>
                  <a:cubicBezTo>
                    <a:pt x="3" y="21"/>
                    <a:pt x="0" y="29"/>
                    <a:pt x="2" y="36"/>
                  </a:cubicBezTo>
                  <a:cubicBezTo>
                    <a:pt x="3" y="36"/>
                    <a:pt x="4" y="35"/>
                    <a:pt x="5" y="35"/>
                  </a:cubicBezTo>
                  <a:cubicBezTo>
                    <a:pt x="7" y="34"/>
                    <a:pt x="9" y="32"/>
                    <a:pt x="10" y="30"/>
                  </a:cubicBezTo>
                  <a:cubicBezTo>
                    <a:pt x="13" y="41"/>
                    <a:pt x="22" y="48"/>
                    <a:pt x="33" y="48"/>
                  </a:cubicBezTo>
                  <a:cubicBezTo>
                    <a:pt x="44" y="48"/>
                    <a:pt x="53" y="41"/>
                    <a:pt x="56" y="30"/>
                  </a:cubicBezTo>
                  <a:close/>
                  <a:moveTo>
                    <a:pt x="33" y="44"/>
                  </a:moveTo>
                  <a:cubicBezTo>
                    <a:pt x="22" y="44"/>
                    <a:pt x="13" y="35"/>
                    <a:pt x="13" y="24"/>
                  </a:cubicBezTo>
                  <a:cubicBezTo>
                    <a:pt x="13" y="23"/>
                    <a:pt x="13" y="21"/>
                    <a:pt x="13" y="20"/>
                  </a:cubicBezTo>
                  <a:cubicBezTo>
                    <a:pt x="14" y="20"/>
                    <a:pt x="14" y="20"/>
                    <a:pt x="15" y="20"/>
                  </a:cubicBezTo>
                  <a:cubicBezTo>
                    <a:pt x="24" y="20"/>
                    <a:pt x="32" y="13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13"/>
                    <a:pt x="42" y="20"/>
                    <a:pt x="51" y="20"/>
                  </a:cubicBezTo>
                  <a:cubicBezTo>
                    <a:pt x="52" y="20"/>
                    <a:pt x="52" y="20"/>
                    <a:pt x="53" y="20"/>
                  </a:cubicBezTo>
                  <a:cubicBezTo>
                    <a:pt x="53" y="21"/>
                    <a:pt x="53" y="23"/>
                    <a:pt x="53" y="24"/>
                  </a:cubicBezTo>
                  <a:cubicBezTo>
                    <a:pt x="53" y="35"/>
                    <a:pt x="44" y="44"/>
                    <a:pt x="33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34" name="Oval 129">
              <a:extLst>
                <a:ext uri="{FF2B5EF4-FFF2-40B4-BE49-F238E27FC236}">
                  <a16:creationId xmlns:a16="http://schemas.microsoft.com/office/drawing/2014/main" id="{D557E554-E62C-46BB-A88F-94BEDEE8C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1176" y="2185988"/>
              <a:ext cx="25400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135" name="Oval 130">
              <a:extLst>
                <a:ext uri="{FF2B5EF4-FFF2-40B4-BE49-F238E27FC236}">
                  <a16:creationId xmlns:a16="http://schemas.microsoft.com/office/drawing/2014/main" id="{4033C080-2040-40B2-9F0D-7D06B1D96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7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sp>
        <p:nvSpPr>
          <p:cNvPr id="267" name="TextBox 252">
            <a:extLst>
              <a:ext uri="{FF2B5EF4-FFF2-40B4-BE49-F238E27FC236}">
                <a16:creationId xmlns:a16="http://schemas.microsoft.com/office/drawing/2014/main" id="{7155C76F-592B-4286-844B-79F18E196F15}"/>
              </a:ext>
            </a:extLst>
          </p:cNvPr>
          <p:cNvSpPr txBox="1"/>
          <p:nvPr/>
        </p:nvSpPr>
        <p:spPr>
          <a:xfrm>
            <a:off x="1123927" y="4551247"/>
            <a:ext cx="4495112" cy="76604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请在此处添加详细描述文本，在这里输入文本，更改文字文本。请在此处添加详细描述文本，在这里输入文本，更改文字文本。请在此处添加详细描述文本，在这里输入文本，更改文字文本。</a:t>
            </a:r>
          </a:p>
        </p:txBody>
      </p:sp>
      <p:sp>
        <p:nvSpPr>
          <p:cNvPr id="268" name="TextBox 253">
            <a:extLst>
              <a:ext uri="{FF2B5EF4-FFF2-40B4-BE49-F238E27FC236}">
                <a16:creationId xmlns:a16="http://schemas.microsoft.com/office/drawing/2014/main" id="{BCAE3FAC-08D9-4722-9913-C357B34C2298}"/>
              </a:ext>
            </a:extLst>
          </p:cNvPr>
          <p:cNvSpPr txBox="1"/>
          <p:nvPr/>
        </p:nvSpPr>
        <p:spPr>
          <a:xfrm>
            <a:off x="1119493" y="3507353"/>
            <a:ext cx="2833295" cy="31002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  <a:endParaRPr lang="id-ID" sz="16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9" name="TextBox 254">
            <a:extLst>
              <a:ext uri="{FF2B5EF4-FFF2-40B4-BE49-F238E27FC236}">
                <a16:creationId xmlns:a16="http://schemas.microsoft.com/office/drawing/2014/main" id="{2A07000F-4C1D-4229-8B93-5527096E96E3}"/>
              </a:ext>
            </a:extLst>
          </p:cNvPr>
          <p:cNvSpPr txBox="1"/>
          <p:nvPr/>
        </p:nvSpPr>
        <p:spPr>
          <a:xfrm>
            <a:off x="2530650" y="3863895"/>
            <a:ext cx="3119385" cy="48795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</a:t>
            </a:r>
            <a:endParaRPr lang="id-ID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0" name="TextBox 255">
            <a:extLst>
              <a:ext uri="{FF2B5EF4-FFF2-40B4-BE49-F238E27FC236}">
                <a16:creationId xmlns:a16="http://schemas.microsoft.com/office/drawing/2014/main" id="{BBFC6A85-CAC9-4AF4-A097-09AA01BD8D3C}"/>
              </a:ext>
            </a:extLst>
          </p:cNvPr>
          <p:cNvSpPr txBox="1"/>
          <p:nvPr/>
        </p:nvSpPr>
        <p:spPr>
          <a:xfrm>
            <a:off x="1119493" y="3786566"/>
            <a:ext cx="1190069" cy="70019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sz="4100" b="1" dirty="0">
                <a:solidFill>
                  <a:schemeClr val="accent1"/>
                </a:solidFill>
                <a:cs typeface="+mn-ea"/>
                <a:sym typeface="+mn-lt"/>
              </a:rPr>
              <a:t>00</a:t>
            </a:r>
            <a:r>
              <a:rPr lang="id-ID" sz="4100" b="1" dirty="0">
                <a:solidFill>
                  <a:schemeClr val="accent1"/>
                </a:solidFill>
                <a:cs typeface="+mn-ea"/>
                <a:sym typeface="+mn-lt"/>
              </a:rPr>
              <a:t>%</a:t>
            </a:r>
          </a:p>
        </p:txBody>
      </p:sp>
      <p:sp>
        <p:nvSpPr>
          <p:cNvPr id="271" name="TextBox 260">
            <a:extLst>
              <a:ext uri="{FF2B5EF4-FFF2-40B4-BE49-F238E27FC236}">
                <a16:creationId xmlns:a16="http://schemas.microsoft.com/office/drawing/2014/main" id="{DD72F465-E30C-40DD-AEB5-0FD396E46799}"/>
              </a:ext>
            </a:extLst>
          </p:cNvPr>
          <p:cNvSpPr txBox="1"/>
          <p:nvPr/>
        </p:nvSpPr>
        <p:spPr>
          <a:xfrm>
            <a:off x="6505759" y="4551247"/>
            <a:ext cx="4495112" cy="76604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请在此处添加详细描述文本，在这里输入文本，更改文字文本。请在此处添加详细描述文本，在这里输入文本，更改文字文本。请在此处添加详细描述文本，在这里输入文本，更改文字文本。</a:t>
            </a:r>
          </a:p>
        </p:txBody>
      </p:sp>
      <p:sp>
        <p:nvSpPr>
          <p:cNvPr id="272" name="TextBox 261">
            <a:extLst>
              <a:ext uri="{FF2B5EF4-FFF2-40B4-BE49-F238E27FC236}">
                <a16:creationId xmlns:a16="http://schemas.microsoft.com/office/drawing/2014/main" id="{E3450C8A-329B-4AAD-94AF-630E7B4C6EA7}"/>
              </a:ext>
            </a:extLst>
          </p:cNvPr>
          <p:cNvSpPr txBox="1"/>
          <p:nvPr/>
        </p:nvSpPr>
        <p:spPr>
          <a:xfrm>
            <a:off x="6501324" y="3507353"/>
            <a:ext cx="2799211" cy="31002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  <a:endParaRPr lang="id-ID" sz="16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3" name="TextBox 262">
            <a:extLst>
              <a:ext uri="{FF2B5EF4-FFF2-40B4-BE49-F238E27FC236}">
                <a16:creationId xmlns:a16="http://schemas.microsoft.com/office/drawing/2014/main" id="{6E097334-BB07-4D66-8B6B-5DAFDC804775}"/>
              </a:ext>
            </a:extLst>
          </p:cNvPr>
          <p:cNvSpPr txBox="1"/>
          <p:nvPr/>
        </p:nvSpPr>
        <p:spPr>
          <a:xfrm>
            <a:off x="7912482" y="3863895"/>
            <a:ext cx="3119385" cy="48795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</a:t>
            </a:r>
            <a:endParaRPr lang="id-ID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4" name="TextBox 263">
            <a:extLst>
              <a:ext uri="{FF2B5EF4-FFF2-40B4-BE49-F238E27FC236}">
                <a16:creationId xmlns:a16="http://schemas.microsoft.com/office/drawing/2014/main" id="{8AB8FD45-7904-42E0-B645-FAA51FE77455}"/>
              </a:ext>
            </a:extLst>
          </p:cNvPr>
          <p:cNvSpPr txBox="1"/>
          <p:nvPr/>
        </p:nvSpPr>
        <p:spPr>
          <a:xfrm>
            <a:off x="6501324" y="3786566"/>
            <a:ext cx="1190069" cy="700192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sz="4100" b="1" dirty="0">
                <a:solidFill>
                  <a:schemeClr val="accent5"/>
                </a:solidFill>
                <a:cs typeface="+mn-ea"/>
                <a:sym typeface="+mn-lt"/>
              </a:rPr>
              <a:t>00</a:t>
            </a:r>
            <a:r>
              <a:rPr lang="id-ID" sz="4100" b="1" dirty="0">
                <a:solidFill>
                  <a:schemeClr val="accent5"/>
                </a:solidFill>
                <a:cs typeface="+mn-ea"/>
                <a:sym typeface="+mn-lt"/>
              </a:rPr>
              <a:t>%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51FF7E5-E173-4F01-AB89-2E400E680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11875A42-FAFE-4502-9EF4-AE7136350F62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275" name="组合 274">
            <a:extLst>
              <a:ext uri="{FF2B5EF4-FFF2-40B4-BE49-F238E27FC236}">
                <a16:creationId xmlns:a16="http://schemas.microsoft.com/office/drawing/2014/main" id="{8C11ECAC-021F-410E-88DB-A4B8A7F047F1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7C0B3D65-8BB7-4F3C-A3EE-2C164F1E07C1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49BB0E1D-144D-4562-9C34-03F65D63269E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9" name="矩形 278">
              <a:extLst>
                <a:ext uri="{FF2B5EF4-FFF2-40B4-BE49-F238E27FC236}">
                  <a16:creationId xmlns:a16="http://schemas.microsoft.com/office/drawing/2014/main" id="{487A53D7-46F6-4764-9EFF-D3772A33C962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矩形 279">
              <a:extLst>
                <a:ext uri="{FF2B5EF4-FFF2-40B4-BE49-F238E27FC236}">
                  <a16:creationId xmlns:a16="http://schemas.microsoft.com/office/drawing/2014/main" id="{3F173369-B1E2-4C97-AC90-453A35D3343C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矩形 280">
              <a:extLst>
                <a:ext uri="{FF2B5EF4-FFF2-40B4-BE49-F238E27FC236}">
                  <a16:creationId xmlns:a16="http://schemas.microsoft.com/office/drawing/2014/main" id="{F46F2525-ED59-4097-8EC5-39FAE176ABBB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" name="矩形 281">
              <a:extLst>
                <a:ext uri="{FF2B5EF4-FFF2-40B4-BE49-F238E27FC236}">
                  <a16:creationId xmlns:a16="http://schemas.microsoft.com/office/drawing/2014/main" id="{066844E9-C54E-495E-B7BF-497B2750347D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" name="矩形 282">
              <a:extLst>
                <a:ext uri="{FF2B5EF4-FFF2-40B4-BE49-F238E27FC236}">
                  <a16:creationId xmlns:a16="http://schemas.microsoft.com/office/drawing/2014/main" id="{BCE88D16-2547-4E09-8478-86C5BB8ACE0F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7595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>
            <a:extLst>
              <a:ext uri="{FF2B5EF4-FFF2-40B4-BE49-F238E27FC236}">
                <a16:creationId xmlns:a16="http://schemas.microsoft.com/office/drawing/2014/main" id="{1DD546B1-8761-41E8-9870-591A29A52766}"/>
              </a:ext>
            </a:extLst>
          </p:cNvPr>
          <p:cNvGrpSpPr/>
          <p:nvPr/>
        </p:nvGrpSpPr>
        <p:grpSpPr>
          <a:xfrm>
            <a:off x="2837450" y="1949755"/>
            <a:ext cx="3336575" cy="1133149"/>
            <a:chOff x="1745926" y="1942832"/>
            <a:chExt cx="2861866" cy="971931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8E71C86C-A040-412D-9BCE-34E70CC518E9}"/>
                </a:ext>
              </a:extLst>
            </p:cNvPr>
            <p:cNvGrpSpPr/>
            <p:nvPr/>
          </p:nvGrpSpPr>
          <p:grpSpPr>
            <a:xfrm>
              <a:off x="1745926" y="1942832"/>
              <a:ext cx="2861866" cy="439981"/>
              <a:chOff x="3251641" y="2273352"/>
              <a:chExt cx="4642204" cy="713688"/>
            </a:xfrm>
            <a:solidFill>
              <a:schemeClr val="accent1"/>
            </a:solidFill>
          </p:grpSpPr>
          <p:sp>
            <p:nvSpPr>
              <p:cNvPr id="6" name="Freeform 85">
                <a:extLst>
                  <a:ext uri="{FF2B5EF4-FFF2-40B4-BE49-F238E27FC236}">
                    <a16:creationId xmlns:a16="http://schemas.microsoft.com/office/drawing/2014/main" id="{BE101FCA-4613-40D4-A89B-41EAA867C3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5164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7" name="Freeform 85">
                <a:extLst>
                  <a:ext uri="{FF2B5EF4-FFF2-40B4-BE49-F238E27FC236}">
                    <a16:creationId xmlns:a16="http://schemas.microsoft.com/office/drawing/2014/main" id="{18CC5B26-9386-4244-BE46-15A6B1C06A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5108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8" name="Freeform 85">
                <a:extLst>
                  <a:ext uri="{FF2B5EF4-FFF2-40B4-BE49-F238E27FC236}">
                    <a16:creationId xmlns:a16="http://schemas.microsoft.com/office/drawing/2014/main" id="{F1DFB441-08E0-4D18-8FDC-706544540A4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5052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9" name="Freeform 85">
                <a:extLst>
                  <a:ext uri="{FF2B5EF4-FFF2-40B4-BE49-F238E27FC236}">
                    <a16:creationId xmlns:a16="http://schemas.microsoft.com/office/drawing/2014/main" id="{1402FBCB-14F9-4EBB-8E0B-EF748F2267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4996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0" name="Freeform 85">
                <a:extLst>
                  <a:ext uri="{FF2B5EF4-FFF2-40B4-BE49-F238E27FC236}">
                    <a16:creationId xmlns:a16="http://schemas.microsoft.com/office/drawing/2014/main" id="{A9E612BB-409E-4A69-BD4D-00F6E5A159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940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1" name="Freeform 85">
                <a:extLst>
                  <a:ext uri="{FF2B5EF4-FFF2-40B4-BE49-F238E27FC236}">
                    <a16:creationId xmlns:a16="http://schemas.microsoft.com/office/drawing/2014/main" id="{3AB49B9A-9784-4C30-BC87-8E4F073371E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639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2" name="Freeform 85">
                <a:extLst>
                  <a:ext uri="{FF2B5EF4-FFF2-40B4-BE49-F238E27FC236}">
                    <a16:creationId xmlns:a16="http://schemas.microsoft.com/office/drawing/2014/main" id="{EBEE06A7-AAAF-47F0-A727-E9EC950730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0583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" name="Freeform 85">
                <a:extLst>
                  <a:ext uri="{FF2B5EF4-FFF2-40B4-BE49-F238E27FC236}">
                    <a16:creationId xmlns:a16="http://schemas.microsoft.com/office/drawing/2014/main" id="{2023A83A-8203-4090-A0A3-E2172F3EF7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40527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41A854BE-55D0-43D8-8DD2-F96CF9130F6D}"/>
                </a:ext>
              </a:extLst>
            </p:cNvPr>
            <p:cNvGrpSpPr/>
            <p:nvPr/>
          </p:nvGrpSpPr>
          <p:grpSpPr>
            <a:xfrm>
              <a:off x="1745926" y="2474782"/>
              <a:ext cx="2861866" cy="439981"/>
              <a:chOff x="3251641" y="2273352"/>
              <a:chExt cx="4642204" cy="713688"/>
            </a:xfrm>
            <a:solidFill>
              <a:schemeClr val="accent1"/>
            </a:solidFill>
          </p:grpSpPr>
          <p:sp>
            <p:nvSpPr>
              <p:cNvPr id="31" name="Freeform 85">
                <a:extLst>
                  <a:ext uri="{FF2B5EF4-FFF2-40B4-BE49-F238E27FC236}">
                    <a16:creationId xmlns:a16="http://schemas.microsoft.com/office/drawing/2014/main" id="{0661FBD1-DAC7-4DA4-8658-87F2C042B3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5164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32" name="Freeform 85">
                <a:extLst>
                  <a:ext uri="{FF2B5EF4-FFF2-40B4-BE49-F238E27FC236}">
                    <a16:creationId xmlns:a16="http://schemas.microsoft.com/office/drawing/2014/main" id="{DCA4F6F0-DBD5-491A-9FD9-D0716B37BE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5108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33" name="Freeform 85">
                <a:extLst>
                  <a:ext uri="{FF2B5EF4-FFF2-40B4-BE49-F238E27FC236}">
                    <a16:creationId xmlns:a16="http://schemas.microsoft.com/office/drawing/2014/main" id="{D576F2BD-91D4-4830-9A52-D803DF25A1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5052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34" name="Freeform 85">
                <a:extLst>
                  <a:ext uri="{FF2B5EF4-FFF2-40B4-BE49-F238E27FC236}">
                    <a16:creationId xmlns:a16="http://schemas.microsoft.com/office/drawing/2014/main" id="{51D60CEB-4EBE-4C02-8BFD-569550DCD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4996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35" name="Freeform 85">
                <a:extLst>
                  <a:ext uri="{FF2B5EF4-FFF2-40B4-BE49-F238E27FC236}">
                    <a16:creationId xmlns:a16="http://schemas.microsoft.com/office/drawing/2014/main" id="{CD36BCD5-FAF7-4682-92E1-8420671E07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4940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36" name="Freeform 85">
                <a:extLst>
                  <a:ext uri="{FF2B5EF4-FFF2-40B4-BE49-F238E27FC236}">
                    <a16:creationId xmlns:a16="http://schemas.microsoft.com/office/drawing/2014/main" id="{E8FEB23B-171B-474E-B5B2-4785694A90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639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37" name="Freeform 85">
                <a:extLst>
                  <a:ext uri="{FF2B5EF4-FFF2-40B4-BE49-F238E27FC236}">
                    <a16:creationId xmlns:a16="http://schemas.microsoft.com/office/drawing/2014/main" id="{5A317373-6861-4B8E-AA46-C8D9A8E6A1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0583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38" name="Freeform 85">
                <a:extLst>
                  <a:ext uri="{FF2B5EF4-FFF2-40B4-BE49-F238E27FC236}">
                    <a16:creationId xmlns:a16="http://schemas.microsoft.com/office/drawing/2014/main" id="{FC0B924F-65A9-4544-9279-1099B77CC7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405271" y="2273352"/>
                <a:ext cx="488574" cy="713688"/>
              </a:xfrm>
              <a:custGeom>
                <a:avLst/>
                <a:gdLst>
                  <a:gd name="T0" fmla="*/ 62 w 124"/>
                  <a:gd name="T1" fmla="*/ 82 h 181"/>
                  <a:gd name="T2" fmla="*/ 103 w 124"/>
                  <a:gd name="T3" fmla="*/ 41 h 181"/>
                  <a:gd name="T4" fmla="*/ 62 w 124"/>
                  <a:gd name="T5" fmla="*/ 0 h 181"/>
                  <a:gd name="T6" fmla="*/ 21 w 124"/>
                  <a:gd name="T7" fmla="*/ 41 h 181"/>
                  <a:gd name="T8" fmla="*/ 62 w 124"/>
                  <a:gd name="T9" fmla="*/ 82 h 181"/>
                  <a:gd name="T10" fmla="*/ 123 w 124"/>
                  <a:gd name="T11" fmla="*/ 171 h 181"/>
                  <a:gd name="T12" fmla="*/ 122 w 124"/>
                  <a:gd name="T13" fmla="*/ 168 h 181"/>
                  <a:gd name="T14" fmla="*/ 103 w 124"/>
                  <a:gd name="T15" fmla="*/ 112 h 181"/>
                  <a:gd name="T16" fmla="*/ 69 w 124"/>
                  <a:gd name="T17" fmla="*/ 97 h 181"/>
                  <a:gd name="T18" fmla="*/ 49 w 124"/>
                  <a:gd name="T19" fmla="*/ 97 h 181"/>
                  <a:gd name="T20" fmla="*/ 20 w 124"/>
                  <a:gd name="T21" fmla="*/ 112 h 181"/>
                  <a:gd name="T22" fmla="*/ 2 w 124"/>
                  <a:gd name="T23" fmla="*/ 167 h 181"/>
                  <a:gd name="T24" fmla="*/ 1 w 124"/>
                  <a:gd name="T25" fmla="*/ 171 h 181"/>
                  <a:gd name="T26" fmla="*/ 9 w 124"/>
                  <a:gd name="T27" fmla="*/ 181 h 181"/>
                  <a:gd name="T28" fmla="*/ 115 w 124"/>
                  <a:gd name="T29" fmla="*/ 181 h 181"/>
                  <a:gd name="T30" fmla="*/ 123 w 124"/>
                  <a:gd name="T31" fmla="*/ 17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4" h="181">
                    <a:moveTo>
                      <a:pt x="62" y="82"/>
                    </a:moveTo>
                    <a:cubicBezTo>
                      <a:pt x="84" y="82"/>
                      <a:pt x="103" y="64"/>
                      <a:pt x="103" y="41"/>
                    </a:cubicBezTo>
                    <a:cubicBezTo>
                      <a:pt x="103" y="19"/>
                      <a:pt x="84" y="0"/>
                      <a:pt x="62" y="0"/>
                    </a:cubicBezTo>
                    <a:cubicBezTo>
                      <a:pt x="39" y="0"/>
                      <a:pt x="21" y="19"/>
                      <a:pt x="21" y="41"/>
                    </a:cubicBezTo>
                    <a:cubicBezTo>
                      <a:pt x="21" y="64"/>
                      <a:pt x="39" y="82"/>
                      <a:pt x="62" y="82"/>
                    </a:cubicBezTo>
                    <a:close/>
                    <a:moveTo>
                      <a:pt x="123" y="171"/>
                    </a:moveTo>
                    <a:cubicBezTo>
                      <a:pt x="122" y="168"/>
                      <a:pt x="122" y="168"/>
                      <a:pt x="122" y="168"/>
                    </a:cubicBezTo>
                    <a:cubicBezTo>
                      <a:pt x="119" y="154"/>
                      <a:pt x="109" y="121"/>
                      <a:pt x="103" y="112"/>
                    </a:cubicBezTo>
                    <a:cubicBezTo>
                      <a:pt x="94" y="96"/>
                      <a:pt x="69" y="97"/>
                      <a:pt x="69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49" y="97"/>
                      <a:pt x="31" y="96"/>
                      <a:pt x="20" y="112"/>
                    </a:cubicBezTo>
                    <a:cubicBezTo>
                      <a:pt x="15" y="120"/>
                      <a:pt x="6" y="151"/>
                      <a:pt x="2" y="167"/>
                    </a:cubicBezTo>
                    <a:cubicBezTo>
                      <a:pt x="1" y="169"/>
                      <a:pt x="1" y="171"/>
                      <a:pt x="1" y="171"/>
                    </a:cubicBezTo>
                    <a:cubicBezTo>
                      <a:pt x="0" y="176"/>
                      <a:pt x="3" y="181"/>
                      <a:pt x="9" y="181"/>
                    </a:cubicBezTo>
                    <a:cubicBezTo>
                      <a:pt x="115" y="181"/>
                      <a:pt x="115" y="181"/>
                      <a:pt x="115" y="181"/>
                    </a:cubicBezTo>
                    <a:cubicBezTo>
                      <a:pt x="121" y="181"/>
                      <a:pt x="124" y="176"/>
                      <a:pt x="123" y="17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sp>
        <p:nvSpPr>
          <p:cNvPr id="64" name="TextBox 252">
            <a:extLst>
              <a:ext uri="{FF2B5EF4-FFF2-40B4-BE49-F238E27FC236}">
                <a16:creationId xmlns:a16="http://schemas.microsoft.com/office/drawing/2014/main" id="{87B78726-A180-4547-BD91-02258385AFBA}"/>
              </a:ext>
            </a:extLst>
          </p:cNvPr>
          <p:cNvSpPr txBox="1"/>
          <p:nvPr/>
        </p:nvSpPr>
        <p:spPr>
          <a:xfrm>
            <a:off x="6488762" y="2305333"/>
            <a:ext cx="4495112" cy="76604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请在此处添加详细描述文本，在这里输入文本，更改文字文本。请在此处添加详细描述文本，在这里输入文本，更改文字文本。请在此处添加详细描述文本，在这里输入文本，更改文字文本。</a:t>
            </a:r>
          </a:p>
        </p:txBody>
      </p:sp>
      <p:sp>
        <p:nvSpPr>
          <p:cNvPr id="65" name="TextBox 253">
            <a:extLst>
              <a:ext uri="{FF2B5EF4-FFF2-40B4-BE49-F238E27FC236}">
                <a16:creationId xmlns:a16="http://schemas.microsoft.com/office/drawing/2014/main" id="{3B7BAEEB-E9C1-4EDE-B68A-425EF8223D10}"/>
              </a:ext>
            </a:extLst>
          </p:cNvPr>
          <p:cNvSpPr txBox="1"/>
          <p:nvPr/>
        </p:nvSpPr>
        <p:spPr>
          <a:xfrm>
            <a:off x="6488762" y="1919475"/>
            <a:ext cx="2833295" cy="32573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  <a:endParaRPr lang="id-ID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FE7B50C-C1D0-4901-B41C-1658289FB5D8}"/>
              </a:ext>
            </a:extLst>
          </p:cNvPr>
          <p:cNvSpPr/>
          <p:nvPr/>
        </p:nvSpPr>
        <p:spPr>
          <a:xfrm>
            <a:off x="2548940" y="1796329"/>
            <a:ext cx="36000" cy="14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72" name="TextBox 255">
            <a:extLst>
              <a:ext uri="{FF2B5EF4-FFF2-40B4-BE49-F238E27FC236}">
                <a16:creationId xmlns:a16="http://schemas.microsoft.com/office/drawing/2014/main" id="{E88B2415-26B3-4FDF-8A76-BFB4DE23EF3E}"/>
              </a:ext>
            </a:extLst>
          </p:cNvPr>
          <p:cNvSpPr txBox="1"/>
          <p:nvPr/>
        </p:nvSpPr>
        <p:spPr>
          <a:xfrm>
            <a:off x="1208127" y="2166233"/>
            <a:ext cx="1061829" cy="623248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cs typeface="+mn-ea"/>
                <a:sym typeface="+mn-lt"/>
              </a:rPr>
              <a:t>00</a:t>
            </a:r>
            <a:r>
              <a:rPr lang="id-ID" sz="3600" b="1" dirty="0">
                <a:solidFill>
                  <a:schemeClr val="accent1"/>
                </a:solidFill>
                <a:cs typeface="+mn-ea"/>
                <a:sym typeface="+mn-lt"/>
              </a:rPr>
              <a:t>%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4A7FD780-BA56-4E84-B663-F4B83DF528CE}"/>
              </a:ext>
            </a:extLst>
          </p:cNvPr>
          <p:cNvGrpSpPr/>
          <p:nvPr/>
        </p:nvGrpSpPr>
        <p:grpSpPr>
          <a:xfrm>
            <a:off x="6055422" y="4158369"/>
            <a:ext cx="3209331" cy="1431646"/>
            <a:chOff x="6324207" y="4229526"/>
            <a:chExt cx="3209331" cy="1431646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939C3F1B-C043-422E-9472-3024F6DD542D}"/>
                </a:ext>
              </a:extLst>
            </p:cNvPr>
            <p:cNvGrpSpPr/>
            <p:nvPr/>
          </p:nvGrpSpPr>
          <p:grpSpPr>
            <a:xfrm>
              <a:off x="6336907" y="4229526"/>
              <a:ext cx="3180133" cy="658429"/>
              <a:chOff x="6336907" y="4191426"/>
              <a:chExt cx="3180133" cy="658429"/>
            </a:xfrm>
          </p:grpSpPr>
          <p:sp>
            <p:nvSpPr>
              <p:cNvPr id="40" name="Freeform 119">
                <a:extLst>
                  <a:ext uri="{FF2B5EF4-FFF2-40B4-BE49-F238E27FC236}">
                    <a16:creationId xmlns:a16="http://schemas.microsoft.com/office/drawing/2014/main" id="{7B8C88AC-B70B-4085-BDD8-48B964E3D6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9237946" y="4191428"/>
                <a:ext cx="279094" cy="658427"/>
              </a:xfrm>
              <a:custGeom>
                <a:avLst/>
                <a:gdLst>
                  <a:gd name="connsiteX0" fmla="*/ 370873 w 1290638"/>
                  <a:gd name="connsiteY0" fmla="*/ 598487 h 3044825"/>
                  <a:gd name="connsiteX1" fmla="*/ 519222 w 1290638"/>
                  <a:gd name="connsiteY1" fmla="*/ 598487 h 3044825"/>
                  <a:gd name="connsiteX2" fmla="*/ 548892 w 1290638"/>
                  <a:gd name="connsiteY2" fmla="*/ 598487 h 3044825"/>
                  <a:gd name="connsiteX3" fmla="*/ 919765 w 1290638"/>
                  <a:gd name="connsiteY3" fmla="*/ 598487 h 3044825"/>
                  <a:gd name="connsiteX4" fmla="*/ 1290638 w 1290638"/>
                  <a:gd name="connsiteY4" fmla="*/ 962526 h 3044825"/>
                  <a:gd name="connsiteX5" fmla="*/ 1290638 w 1290638"/>
                  <a:gd name="connsiteY5" fmla="*/ 1661479 h 3044825"/>
                  <a:gd name="connsiteX6" fmla="*/ 1171959 w 1290638"/>
                  <a:gd name="connsiteY6" fmla="*/ 1777972 h 3044825"/>
                  <a:gd name="connsiteX7" fmla="*/ 1053279 w 1290638"/>
                  <a:gd name="connsiteY7" fmla="*/ 1661479 h 3044825"/>
                  <a:gd name="connsiteX8" fmla="*/ 1053279 w 1290638"/>
                  <a:gd name="connsiteY8" fmla="*/ 1253756 h 3044825"/>
                  <a:gd name="connsiteX9" fmla="*/ 1053279 w 1290638"/>
                  <a:gd name="connsiteY9" fmla="*/ 1006210 h 3044825"/>
                  <a:gd name="connsiteX10" fmla="*/ 993940 w 1290638"/>
                  <a:gd name="connsiteY10" fmla="*/ 1006210 h 3044825"/>
                  <a:gd name="connsiteX11" fmla="*/ 993940 w 1290638"/>
                  <a:gd name="connsiteY11" fmla="*/ 1268318 h 3044825"/>
                  <a:gd name="connsiteX12" fmla="*/ 993940 w 1290638"/>
                  <a:gd name="connsiteY12" fmla="*/ 1719725 h 3044825"/>
                  <a:gd name="connsiteX13" fmla="*/ 993940 w 1290638"/>
                  <a:gd name="connsiteY13" fmla="*/ 1777972 h 3044825"/>
                  <a:gd name="connsiteX14" fmla="*/ 993940 w 1290638"/>
                  <a:gd name="connsiteY14" fmla="*/ 2884648 h 3044825"/>
                  <a:gd name="connsiteX15" fmla="*/ 830756 w 1290638"/>
                  <a:gd name="connsiteY15" fmla="*/ 3044825 h 3044825"/>
                  <a:gd name="connsiteX16" fmla="*/ 667572 w 1290638"/>
                  <a:gd name="connsiteY16" fmla="*/ 2884648 h 3044825"/>
                  <a:gd name="connsiteX17" fmla="*/ 667572 w 1290638"/>
                  <a:gd name="connsiteY17" fmla="*/ 1777972 h 3044825"/>
                  <a:gd name="connsiteX18" fmla="*/ 608232 w 1290638"/>
                  <a:gd name="connsiteY18" fmla="*/ 1777972 h 3044825"/>
                  <a:gd name="connsiteX19" fmla="*/ 608232 w 1290638"/>
                  <a:gd name="connsiteY19" fmla="*/ 2884648 h 3044825"/>
                  <a:gd name="connsiteX20" fmla="*/ 459883 w 1290638"/>
                  <a:gd name="connsiteY20" fmla="*/ 3044825 h 3044825"/>
                  <a:gd name="connsiteX21" fmla="*/ 296698 w 1290638"/>
                  <a:gd name="connsiteY21" fmla="*/ 2884648 h 3044825"/>
                  <a:gd name="connsiteX22" fmla="*/ 296698 w 1290638"/>
                  <a:gd name="connsiteY22" fmla="*/ 1777972 h 3044825"/>
                  <a:gd name="connsiteX23" fmla="*/ 296698 w 1290638"/>
                  <a:gd name="connsiteY23" fmla="*/ 1719725 h 3044825"/>
                  <a:gd name="connsiteX24" fmla="*/ 296698 w 1290638"/>
                  <a:gd name="connsiteY24" fmla="*/ 1268318 h 3044825"/>
                  <a:gd name="connsiteX25" fmla="*/ 296698 w 1290638"/>
                  <a:gd name="connsiteY25" fmla="*/ 1006210 h 3044825"/>
                  <a:gd name="connsiteX26" fmla="*/ 237358 w 1290638"/>
                  <a:gd name="connsiteY26" fmla="*/ 1006210 h 3044825"/>
                  <a:gd name="connsiteX27" fmla="*/ 237358 w 1290638"/>
                  <a:gd name="connsiteY27" fmla="*/ 1253756 h 3044825"/>
                  <a:gd name="connsiteX28" fmla="*/ 237358 w 1290638"/>
                  <a:gd name="connsiteY28" fmla="*/ 1661479 h 3044825"/>
                  <a:gd name="connsiteX29" fmla="*/ 118679 w 1290638"/>
                  <a:gd name="connsiteY29" fmla="*/ 1777972 h 3044825"/>
                  <a:gd name="connsiteX30" fmla="*/ 0 w 1290638"/>
                  <a:gd name="connsiteY30" fmla="*/ 1661479 h 3044825"/>
                  <a:gd name="connsiteX31" fmla="*/ 0 w 1290638"/>
                  <a:gd name="connsiteY31" fmla="*/ 962526 h 3044825"/>
                  <a:gd name="connsiteX32" fmla="*/ 370873 w 1290638"/>
                  <a:gd name="connsiteY32" fmla="*/ 598487 h 3044825"/>
                  <a:gd name="connsiteX33" fmla="*/ 646113 w 1290638"/>
                  <a:gd name="connsiteY33" fmla="*/ 0 h 3044825"/>
                  <a:gd name="connsiteX34" fmla="*/ 920751 w 1290638"/>
                  <a:gd name="connsiteY34" fmla="*/ 269875 h 3044825"/>
                  <a:gd name="connsiteX35" fmla="*/ 646113 w 1290638"/>
                  <a:gd name="connsiteY35" fmla="*/ 539750 h 3044825"/>
                  <a:gd name="connsiteX36" fmla="*/ 371475 w 1290638"/>
                  <a:gd name="connsiteY36" fmla="*/ 269875 h 3044825"/>
                  <a:gd name="connsiteX37" fmla="*/ 646113 w 1290638"/>
                  <a:gd name="connsiteY37" fmla="*/ 0 h 304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90638" h="3044825">
                    <a:moveTo>
                      <a:pt x="370873" y="598487"/>
                    </a:moveTo>
                    <a:cubicBezTo>
                      <a:pt x="370873" y="598487"/>
                      <a:pt x="370873" y="598487"/>
                      <a:pt x="519222" y="598487"/>
                    </a:cubicBezTo>
                    <a:cubicBezTo>
                      <a:pt x="519222" y="598487"/>
                      <a:pt x="519222" y="598487"/>
                      <a:pt x="548892" y="598487"/>
                    </a:cubicBezTo>
                    <a:cubicBezTo>
                      <a:pt x="548892" y="598487"/>
                      <a:pt x="548892" y="598487"/>
                      <a:pt x="919765" y="598487"/>
                    </a:cubicBezTo>
                    <a:cubicBezTo>
                      <a:pt x="1112619" y="598487"/>
                      <a:pt x="1275803" y="758664"/>
                      <a:pt x="1290638" y="962526"/>
                    </a:cubicBezTo>
                    <a:cubicBezTo>
                      <a:pt x="1290638" y="962526"/>
                      <a:pt x="1290638" y="962526"/>
                      <a:pt x="1290638" y="1661479"/>
                    </a:cubicBezTo>
                    <a:cubicBezTo>
                      <a:pt x="1290638" y="1734287"/>
                      <a:pt x="1231299" y="1777972"/>
                      <a:pt x="1171959" y="1777972"/>
                    </a:cubicBezTo>
                    <a:cubicBezTo>
                      <a:pt x="1097784" y="1777972"/>
                      <a:pt x="1053279" y="1734287"/>
                      <a:pt x="1053279" y="1661479"/>
                    </a:cubicBezTo>
                    <a:cubicBezTo>
                      <a:pt x="1053279" y="1661479"/>
                      <a:pt x="1053279" y="1661479"/>
                      <a:pt x="1053279" y="1253756"/>
                    </a:cubicBezTo>
                    <a:cubicBezTo>
                      <a:pt x="1053279" y="1253756"/>
                      <a:pt x="1053279" y="1253756"/>
                      <a:pt x="1053279" y="1006210"/>
                    </a:cubicBezTo>
                    <a:cubicBezTo>
                      <a:pt x="1053279" y="1006210"/>
                      <a:pt x="1053279" y="1006210"/>
                      <a:pt x="993940" y="1006210"/>
                    </a:cubicBezTo>
                    <a:cubicBezTo>
                      <a:pt x="993940" y="1006210"/>
                      <a:pt x="993940" y="1006210"/>
                      <a:pt x="993940" y="1268318"/>
                    </a:cubicBezTo>
                    <a:cubicBezTo>
                      <a:pt x="993940" y="1268318"/>
                      <a:pt x="993940" y="1268318"/>
                      <a:pt x="993940" y="1719725"/>
                    </a:cubicBezTo>
                    <a:cubicBezTo>
                      <a:pt x="993940" y="1719725"/>
                      <a:pt x="993940" y="1719725"/>
                      <a:pt x="993940" y="1777972"/>
                    </a:cubicBezTo>
                    <a:cubicBezTo>
                      <a:pt x="993940" y="1777972"/>
                      <a:pt x="993940" y="1777972"/>
                      <a:pt x="993940" y="2884648"/>
                    </a:cubicBezTo>
                    <a:cubicBezTo>
                      <a:pt x="993940" y="2972017"/>
                      <a:pt x="919765" y="3044825"/>
                      <a:pt x="830756" y="3044825"/>
                    </a:cubicBezTo>
                    <a:cubicBezTo>
                      <a:pt x="741746" y="3044825"/>
                      <a:pt x="667572" y="2972017"/>
                      <a:pt x="667572" y="2884648"/>
                    </a:cubicBezTo>
                    <a:cubicBezTo>
                      <a:pt x="667572" y="2884648"/>
                      <a:pt x="667572" y="2884648"/>
                      <a:pt x="667572" y="1777972"/>
                    </a:cubicBezTo>
                    <a:cubicBezTo>
                      <a:pt x="667572" y="1777972"/>
                      <a:pt x="667572" y="1777972"/>
                      <a:pt x="608232" y="1777972"/>
                    </a:cubicBezTo>
                    <a:cubicBezTo>
                      <a:pt x="608232" y="1777972"/>
                      <a:pt x="608232" y="1777972"/>
                      <a:pt x="608232" y="2884648"/>
                    </a:cubicBezTo>
                    <a:cubicBezTo>
                      <a:pt x="608232" y="2972017"/>
                      <a:pt x="548892" y="3044825"/>
                      <a:pt x="459883" y="3044825"/>
                    </a:cubicBezTo>
                    <a:cubicBezTo>
                      <a:pt x="370873" y="3044825"/>
                      <a:pt x="296698" y="2972017"/>
                      <a:pt x="296698" y="2884648"/>
                    </a:cubicBezTo>
                    <a:cubicBezTo>
                      <a:pt x="296698" y="2884648"/>
                      <a:pt x="296698" y="2884648"/>
                      <a:pt x="296698" y="1777972"/>
                    </a:cubicBezTo>
                    <a:cubicBezTo>
                      <a:pt x="296698" y="1777972"/>
                      <a:pt x="296698" y="1777972"/>
                      <a:pt x="296698" y="1719725"/>
                    </a:cubicBezTo>
                    <a:cubicBezTo>
                      <a:pt x="296698" y="1719725"/>
                      <a:pt x="296698" y="1719725"/>
                      <a:pt x="296698" y="1268318"/>
                    </a:cubicBezTo>
                    <a:cubicBezTo>
                      <a:pt x="296698" y="1268318"/>
                      <a:pt x="296698" y="1268318"/>
                      <a:pt x="296698" y="1006210"/>
                    </a:cubicBezTo>
                    <a:cubicBezTo>
                      <a:pt x="296698" y="1006210"/>
                      <a:pt x="296698" y="1006210"/>
                      <a:pt x="237358" y="1006210"/>
                    </a:cubicBezTo>
                    <a:cubicBezTo>
                      <a:pt x="237358" y="1006210"/>
                      <a:pt x="237358" y="1006210"/>
                      <a:pt x="237358" y="1253756"/>
                    </a:cubicBezTo>
                    <a:cubicBezTo>
                      <a:pt x="237358" y="1253756"/>
                      <a:pt x="237358" y="1253756"/>
                      <a:pt x="237358" y="1661479"/>
                    </a:cubicBezTo>
                    <a:cubicBezTo>
                      <a:pt x="237358" y="1734287"/>
                      <a:pt x="192854" y="1777972"/>
                      <a:pt x="118679" y="1777972"/>
                    </a:cubicBezTo>
                    <a:cubicBezTo>
                      <a:pt x="59340" y="1777972"/>
                      <a:pt x="0" y="1734287"/>
                      <a:pt x="0" y="1661479"/>
                    </a:cubicBezTo>
                    <a:cubicBezTo>
                      <a:pt x="0" y="1661479"/>
                      <a:pt x="0" y="1661479"/>
                      <a:pt x="0" y="962526"/>
                    </a:cubicBezTo>
                    <a:cubicBezTo>
                      <a:pt x="0" y="758664"/>
                      <a:pt x="178019" y="598487"/>
                      <a:pt x="370873" y="598487"/>
                    </a:cubicBezTo>
                    <a:close/>
                    <a:moveTo>
                      <a:pt x="646113" y="0"/>
                    </a:moveTo>
                    <a:cubicBezTo>
                      <a:pt x="797791" y="0"/>
                      <a:pt x="920751" y="120827"/>
                      <a:pt x="920751" y="269875"/>
                    </a:cubicBezTo>
                    <a:cubicBezTo>
                      <a:pt x="920751" y="418923"/>
                      <a:pt x="797791" y="539750"/>
                      <a:pt x="646113" y="539750"/>
                    </a:cubicBezTo>
                    <a:cubicBezTo>
                      <a:pt x="494435" y="539750"/>
                      <a:pt x="371475" y="418923"/>
                      <a:pt x="371475" y="269875"/>
                    </a:cubicBezTo>
                    <a:cubicBezTo>
                      <a:pt x="371475" y="120827"/>
                      <a:pt x="494435" y="0"/>
                      <a:pt x="646113" y="0"/>
                    </a:cubicBezTo>
                    <a:close/>
                  </a:path>
                </a:pathLst>
              </a:custGeom>
              <a:solidFill>
                <a:schemeClr val="bg2">
                  <a:lumMod val="8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  <p:sp>
            <p:nvSpPr>
              <p:cNvPr id="41" name="Freeform 120">
                <a:extLst>
                  <a:ext uri="{FF2B5EF4-FFF2-40B4-BE49-F238E27FC236}">
                    <a16:creationId xmlns:a16="http://schemas.microsoft.com/office/drawing/2014/main" id="{DF3D6B94-F178-4FC9-BD09-7B422F8002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8915913" y="4191428"/>
                <a:ext cx="279094" cy="658427"/>
              </a:xfrm>
              <a:custGeom>
                <a:avLst/>
                <a:gdLst>
                  <a:gd name="connsiteX0" fmla="*/ 370873 w 1290638"/>
                  <a:gd name="connsiteY0" fmla="*/ 598487 h 3044825"/>
                  <a:gd name="connsiteX1" fmla="*/ 519222 w 1290638"/>
                  <a:gd name="connsiteY1" fmla="*/ 598487 h 3044825"/>
                  <a:gd name="connsiteX2" fmla="*/ 548892 w 1290638"/>
                  <a:gd name="connsiteY2" fmla="*/ 598487 h 3044825"/>
                  <a:gd name="connsiteX3" fmla="*/ 919765 w 1290638"/>
                  <a:gd name="connsiteY3" fmla="*/ 598487 h 3044825"/>
                  <a:gd name="connsiteX4" fmla="*/ 1290638 w 1290638"/>
                  <a:gd name="connsiteY4" fmla="*/ 962526 h 3044825"/>
                  <a:gd name="connsiteX5" fmla="*/ 1290638 w 1290638"/>
                  <a:gd name="connsiteY5" fmla="*/ 1661479 h 3044825"/>
                  <a:gd name="connsiteX6" fmla="*/ 1171959 w 1290638"/>
                  <a:gd name="connsiteY6" fmla="*/ 1777972 h 3044825"/>
                  <a:gd name="connsiteX7" fmla="*/ 1053279 w 1290638"/>
                  <a:gd name="connsiteY7" fmla="*/ 1661479 h 3044825"/>
                  <a:gd name="connsiteX8" fmla="*/ 1053279 w 1290638"/>
                  <a:gd name="connsiteY8" fmla="*/ 1253756 h 3044825"/>
                  <a:gd name="connsiteX9" fmla="*/ 1053279 w 1290638"/>
                  <a:gd name="connsiteY9" fmla="*/ 1006210 h 3044825"/>
                  <a:gd name="connsiteX10" fmla="*/ 993940 w 1290638"/>
                  <a:gd name="connsiteY10" fmla="*/ 1006210 h 3044825"/>
                  <a:gd name="connsiteX11" fmla="*/ 993940 w 1290638"/>
                  <a:gd name="connsiteY11" fmla="*/ 1268318 h 3044825"/>
                  <a:gd name="connsiteX12" fmla="*/ 993940 w 1290638"/>
                  <a:gd name="connsiteY12" fmla="*/ 1719725 h 3044825"/>
                  <a:gd name="connsiteX13" fmla="*/ 993940 w 1290638"/>
                  <a:gd name="connsiteY13" fmla="*/ 1777972 h 3044825"/>
                  <a:gd name="connsiteX14" fmla="*/ 993940 w 1290638"/>
                  <a:gd name="connsiteY14" fmla="*/ 2884648 h 3044825"/>
                  <a:gd name="connsiteX15" fmla="*/ 830756 w 1290638"/>
                  <a:gd name="connsiteY15" fmla="*/ 3044825 h 3044825"/>
                  <a:gd name="connsiteX16" fmla="*/ 667572 w 1290638"/>
                  <a:gd name="connsiteY16" fmla="*/ 2884648 h 3044825"/>
                  <a:gd name="connsiteX17" fmla="*/ 667572 w 1290638"/>
                  <a:gd name="connsiteY17" fmla="*/ 1777972 h 3044825"/>
                  <a:gd name="connsiteX18" fmla="*/ 608232 w 1290638"/>
                  <a:gd name="connsiteY18" fmla="*/ 1777972 h 3044825"/>
                  <a:gd name="connsiteX19" fmla="*/ 608232 w 1290638"/>
                  <a:gd name="connsiteY19" fmla="*/ 2884648 h 3044825"/>
                  <a:gd name="connsiteX20" fmla="*/ 459883 w 1290638"/>
                  <a:gd name="connsiteY20" fmla="*/ 3044825 h 3044825"/>
                  <a:gd name="connsiteX21" fmla="*/ 296698 w 1290638"/>
                  <a:gd name="connsiteY21" fmla="*/ 2884648 h 3044825"/>
                  <a:gd name="connsiteX22" fmla="*/ 296698 w 1290638"/>
                  <a:gd name="connsiteY22" fmla="*/ 1777972 h 3044825"/>
                  <a:gd name="connsiteX23" fmla="*/ 296698 w 1290638"/>
                  <a:gd name="connsiteY23" fmla="*/ 1719725 h 3044825"/>
                  <a:gd name="connsiteX24" fmla="*/ 296698 w 1290638"/>
                  <a:gd name="connsiteY24" fmla="*/ 1268318 h 3044825"/>
                  <a:gd name="connsiteX25" fmla="*/ 296698 w 1290638"/>
                  <a:gd name="connsiteY25" fmla="*/ 1006210 h 3044825"/>
                  <a:gd name="connsiteX26" fmla="*/ 237358 w 1290638"/>
                  <a:gd name="connsiteY26" fmla="*/ 1006210 h 3044825"/>
                  <a:gd name="connsiteX27" fmla="*/ 237358 w 1290638"/>
                  <a:gd name="connsiteY27" fmla="*/ 1253756 h 3044825"/>
                  <a:gd name="connsiteX28" fmla="*/ 237358 w 1290638"/>
                  <a:gd name="connsiteY28" fmla="*/ 1661479 h 3044825"/>
                  <a:gd name="connsiteX29" fmla="*/ 118679 w 1290638"/>
                  <a:gd name="connsiteY29" fmla="*/ 1777972 h 3044825"/>
                  <a:gd name="connsiteX30" fmla="*/ 0 w 1290638"/>
                  <a:gd name="connsiteY30" fmla="*/ 1661479 h 3044825"/>
                  <a:gd name="connsiteX31" fmla="*/ 0 w 1290638"/>
                  <a:gd name="connsiteY31" fmla="*/ 962526 h 3044825"/>
                  <a:gd name="connsiteX32" fmla="*/ 370873 w 1290638"/>
                  <a:gd name="connsiteY32" fmla="*/ 598487 h 3044825"/>
                  <a:gd name="connsiteX33" fmla="*/ 646113 w 1290638"/>
                  <a:gd name="connsiteY33" fmla="*/ 0 h 3044825"/>
                  <a:gd name="connsiteX34" fmla="*/ 920751 w 1290638"/>
                  <a:gd name="connsiteY34" fmla="*/ 269875 h 3044825"/>
                  <a:gd name="connsiteX35" fmla="*/ 646113 w 1290638"/>
                  <a:gd name="connsiteY35" fmla="*/ 539750 h 3044825"/>
                  <a:gd name="connsiteX36" fmla="*/ 371475 w 1290638"/>
                  <a:gd name="connsiteY36" fmla="*/ 269875 h 3044825"/>
                  <a:gd name="connsiteX37" fmla="*/ 646113 w 1290638"/>
                  <a:gd name="connsiteY37" fmla="*/ 0 h 304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90638" h="3044825">
                    <a:moveTo>
                      <a:pt x="370873" y="598487"/>
                    </a:moveTo>
                    <a:cubicBezTo>
                      <a:pt x="370873" y="598487"/>
                      <a:pt x="370873" y="598487"/>
                      <a:pt x="519222" y="598487"/>
                    </a:cubicBezTo>
                    <a:cubicBezTo>
                      <a:pt x="519222" y="598487"/>
                      <a:pt x="519222" y="598487"/>
                      <a:pt x="548892" y="598487"/>
                    </a:cubicBezTo>
                    <a:cubicBezTo>
                      <a:pt x="548892" y="598487"/>
                      <a:pt x="548892" y="598487"/>
                      <a:pt x="919765" y="598487"/>
                    </a:cubicBezTo>
                    <a:cubicBezTo>
                      <a:pt x="1112619" y="598487"/>
                      <a:pt x="1275803" y="758664"/>
                      <a:pt x="1290638" y="962526"/>
                    </a:cubicBezTo>
                    <a:cubicBezTo>
                      <a:pt x="1290638" y="962526"/>
                      <a:pt x="1290638" y="962526"/>
                      <a:pt x="1290638" y="1661479"/>
                    </a:cubicBezTo>
                    <a:cubicBezTo>
                      <a:pt x="1290638" y="1734287"/>
                      <a:pt x="1231299" y="1777972"/>
                      <a:pt x="1171959" y="1777972"/>
                    </a:cubicBezTo>
                    <a:cubicBezTo>
                      <a:pt x="1097784" y="1777972"/>
                      <a:pt x="1053279" y="1734287"/>
                      <a:pt x="1053279" y="1661479"/>
                    </a:cubicBezTo>
                    <a:cubicBezTo>
                      <a:pt x="1053279" y="1661479"/>
                      <a:pt x="1053279" y="1661479"/>
                      <a:pt x="1053279" y="1253756"/>
                    </a:cubicBezTo>
                    <a:cubicBezTo>
                      <a:pt x="1053279" y="1253756"/>
                      <a:pt x="1053279" y="1253756"/>
                      <a:pt x="1053279" y="1006210"/>
                    </a:cubicBezTo>
                    <a:cubicBezTo>
                      <a:pt x="1053279" y="1006210"/>
                      <a:pt x="1053279" y="1006210"/>
                      <a:pt x="993940" y="1006210"/>
                    </a:cubicBezTo>
                    <a:cubicBezTo>
                      <a:pt x="993940" y="1006210"/>
                      <a:pt x="993940" y="1006210"/>
                      <a:pt x="993940" y="1268318"/>
                    </a:cubicBezTo>
                    <a:cubicBezTo>
                      <a:pt x="993940" y="1268318"/>
                      <a:pt x="993940" y="1268318"/>
                      <a:pt x="993940" y="1719725"/>
                    </a:cubicBezTo>
                    <a:cubicBezTo>
                      <a:pt x="993940" y="1719725"/>
                      <a:pt x="993940" y="1719725"/>
                      <a:pt x="993940" y="1777972"/>
                    </a:cubicBezTo>
                    <a:cubicBezTo>
                      <a:pt x="993940" y="1777972"/>
                      <a:pt x="993940" y="1777972"/>
                      <a:pt x="993940" y="2884648"/>
                    </a:cubicBezTo>
                    <a:cubicBezTo>
                      <a:pt x="993940" y="2972017"/>
                      <a:pt x="919765" y="3044825"/>
                      <a:pt x="830756" y="3044825"/>
                    </a:cubicBezTo>
                    <a:cubicBezTo>
                      <a:pt x="741746" y="3044825"/>
                      <a:pt x="667572" y="2972017"/>
                      <a:pt x="667572" y="2884648"/>
                    </a:cubicBezTo>
                    <a:cubicBezTo>
                      <a:pt x="667572" y="2884648"/>
                      <a:pt x="667572" y="2884648"/>
                      <a:pt x="667572" y="1777972"/>
                    </a:cubicBezTo>
                    <a:cubicBezTo>
                      <a:pt x="667572" y="1777972"/>
                      <a:pt x="667572" y="1777972"/>
                      <a:pt x="608232" y="1777972"/>
                    </a:cubicBezTo>
                    <a:cubicBezTo>
                      <a:pt x="608232" y="1777972"/>
                      <a:pt x="608232" y="1777972"/>
                      <a:pt x="608232" y="2884648"/>
                    </a:cubicBezTo>
                    <a:cubicBezTo>
                      <a:pt x="608232" y="2972017"/>
                      <a:pt x="548892" y="3044825"/>
                      <a:pt x="459883" y="3044825"/>
                    </a:cubicBezTo>
                    <a:cubicBezTo>
                      <a:pt x="370873" y="3044825"/>
                      <a:pt x="296698" y="2972017"/>
                      <a:pt x="296698" y="2884648"/>
                    </a:cubicBezTo>
                    <a:cubicBezTo>
                      <a:pt x="296698" y="2884648"/>
                      <a:pt x="296698" y="2884648"/>
                      <a:pt x="296698" y="1777972"/>
                    </a:cubicBezTo>
                    <a:cubicBezTo>
                      <a:pt x="296698" y="1777972"/>
                      <a:pt x="296698" y="1777972"/>
                      <a:pt x="296698" y="1719725"/>
                    </a:cubicBezTo>
                    <a:cubicBezTo>
                      <a:pt x="296698" y="1719725"/>
                      <a:pt x="296698" y="1719725"/>
                      <a:pt x="296698" y="1268318"/>
                    </a:cubicBezTo>
                    <a:cubicBezTo>
                      <a:pt x="296698" y="1268318"/>
                      <a:pt x="296698" y="1268318"/>
                      <a:pt x="296698" y="1006210"/>
                    </a:cubicBezTo>
                    <a:cubicBezTo>
                      <a:pt x="296698" y="1006210"/>
                      <a:pt x="296698" y="1006210"/>
                      <a:pt x="237358" y="1006210"/>
                    </a:cubicBezTo>
                    <a:cubicBezTo>
                      <a:pt x="237358" y="1006210"/>
                      <a:pt x="237358" y="1006210"/>
                      <a:pt x="237358" y="1253756"/>
                    </a:cubicBezTo>
                    <a:cubicBezTo>
                      <a:pt x="237358" y="1253756"/>
                      <a:pt x="237358" y="1253756"/>
                      <a:pt x="237358" y="1661479"/>
                    </a:cubicBezTo>
                    <a:cubicBezTo>
                      <a:pt x="237358" y="1734287"/>
                      <a:pt x="192854" y="1777972"/>
                      <a:pt x="118679" y="1777972"/>
                    </a:cubicBezTo>
                    <a:cubicBezTo>
                      <a:pt x="59340" y="1777972"/>
                      <a:pt x="0" y="1734287"/>
                      <a:pt x="0" y="1661479"/>
                    </a:cubicBezTo>
                    <a:cubicBezTo>
                      <a:pt x="0" y="1661479"/>
                      <a:pt x="0" y="1661479"/>
                      <a:pt x="0" y="962526"/>
                    </a:cubicBezTo>
                    <a:cubicBezTo>
                      <a:pt x="0" y="758664"/>
                      <a:pt x="178019" y="598487"/>
                      <a:pt x="370873" y="598487"/>
                    </a:cubicBezTo>
                    <a:close/>
                    <a:moveTo>
                      <a:pt x="646113" y="0"/>
                    </a:moveTo>
                    <a:cubicBezTo>
                      <a:pt x="797791" y="0"/>
                      <a:pt x="920751" y="120827"/>
                      <a:pt x="920751" y="269875"/>
                    </a:cubicBezTo>
                    <a:cubicBezTo>
                      <a:pt x="920751" y="418923"/>
                      <a:pt x="797791" y="539750"/>
                      <a:pt x="646113" y="539750"/>
                    </a:cubicBezTo>
                    <a:cubicBezTo>
                      <a:pt x="494435" y="539750"/>
                      <a:pt x="371475" y="418923"/>
                      <a:pt x="371475" y="269875"/>
                    </a:cubicBezTo>
                    <a:cubicBezTo>
                      <a:pt x="371475" y="120827"/>
                      <a:pt x="494435" y="0"/>
                      <a:pt x="646113" y="0"/>
                    </a:cubicBezTo>
                    <a:close/>
                  </a:path>
                </a:pathLst>
              </a:custGeom>
              <a:solidFill>
                <a:schemeClr val="bg2">
                  <a:lumMod val="8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  <p:sp>
            <p:nvSpPr>
              <p:cNvPr id="42" name="Freeform 121">
                <a:extLst>
                  <a:ext uri="{FF2B5EF4-FFF2-40B4-BE49-F238E27FC236}">
                    <a16:creationId xmlns:a16="http://schemas.microsoft.com/office/drawing/2014/main" id="{8F5FA289-F6C3-4F88-A25E-E48210692A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8589912" y="4191428"/>
                <a:ext cx="279094" cy="658427"/>
              </a:xfrm>
              <a:custGeom>
                <a:avLst/>
                <a:gdLst>
                  <a:gd name="connsiteX0" fmla="*/ 370873 w 1290638"/>
                  <a:gd name="connsiteY0" fmla="*/ 598487 h 3044825"/>
                  <a:gd name="connsiteX1" fmla="*/ 519222 w 1290638"/>
                  <a:gd name="connsiteY1" fmla="*/ 598487 h 3044825"/>
                  <a:gd name="connsiteX2" fmla="*/ 548892 w 1290638"/>
                  <a:gd name="connsiteY2" fmla="*/ 598487 h 3044825"/>
                  <a:gd name="connsiteX3" fmla="*/ 919765 w 1290638"/>
                  <a:gd name="connsiteY3" fmla="*/ 598487 h 3044825"/>
                  <a:gd name="connsiteX4" fmla="*/ 1290638 w 1290638"/>
                  <a:gd name="connsiteY4" fmla="*/ 962526 h 3044825"/>
                  <a:gd name="connsiteX5" fmla="*/ 1290638 w 1290638"/>
                  <a:gd name="connsiteY5" fmla="*/ 1661479 h 3044825"/>
                  <a:gd name="connsiteX6" fmla="*/ 1171959 w 1290638"/>
                  <a:gd name="connsiteY6" fmla="*/ 1777972 h 3044825"/>
                  <a:gd name="connsiteX7" fmla="*/ 1053279 w 1290638"/>
                  <a:gd name="connsiteY7" fmla="*/ 1661479 h 3044825"/>
                  <a:gd name="connsiteX8" fmla="*/ 1053279 w 1290638"/>
                  <a:gd name="connsiteY8" fmla="*/ 1253756 h 3044825"/>
                  <a:gd name="connsiteX9" fmla="*/ 1053279 w 1290638"/>
                  <a:gd name="connsiteY9" fmla="*/ 1006210 h 3044825"/>
                  <a:gd name="connsiteX10" fmla="*/ 993940 w 1290638"/>
                  <a:gd name="connsiteY10" fmla="*/ 1006210 h 3044825"/>
                  <a:gd name="connsiteX11" fmla="*/ 993940 w 1290638"/>
                  <a:gd name="connsiteY11" fmla="*/ 1268318 h 3044825"/>
                  <a:gd name="connsiteX12" fmla="*/ 993940 w 1290638"/>
                  <a:gd name="connsiteY12" fmla="*/ 1719725 h 3044825"/>
                  <a:gd name="connsiteX13" fmla="*/ 993940 w 1290638"/>
                  <a:gd name="connsiteY13" fmla="*/ 1777972 h 3044825"/>
                  <a:gd name="connsiteX14" fmla="*/ 993940 w 1290638"/>
                  <a:gd name="connsiteY14" fmla="*/ 2884648 h 3044825"/>
                  <a:gd name="connsiteX15" fmla="*/ 830756 w 1290638"/>
                  <a:gd name="connsiteY15" fmla="*/ 3044825 h 3044825"/>
                  <a:gd name="connsiteX16" fmla="*/ 667572 w 1290638"/>
                  <a:gd name="connsiteY16" fmla="*/ 2884648 h 3044825"/>
                  <a:gd name="connsiteX17" fmla="*/ 667572 w 1290638"/>
                  <a:gd name="connsiteY17" fmla="*/ 1777972 h 3044825"/>
                  <a:gd name="connsiteX18" fmla="*/ 608232 w 1290638"/>
                  <a:gd name="connsiteY18" fmla="*/ 1777972 h 3044825"/>
                  <a:gd name="connsiteX19" fmla="*/ 608232 w 1290638"/>
                  <a:gd name="connsiteY19" fmla="*/ 2884648 h 3044825"/>
                  <a:gd name="connsiteX20" fmla="*/ 459883 w 1290638"/>
                  <a:gd name="connsiteY20" fmla="*/ 3044825 h 3044825"/>
                  <a:gd name="connsiteX21" fmla="*/ 296698 w 1290638"/>
                  <a:gd name="connsiteY21" fmla="*/ 2884648 h 3044825"/>
                  <a:gd name="connsiteX22" fmla="*/ 296698 w 1290638"/>
                  <a:gd name="connsiteY22" fmla="*/ 1777972 h 3044825"/>
                  <a:gd name="connsiteX23" fmla="*/ 296698 w 1290638"/>
                  <a:gd name="connsiteY23" fmla="*/ 1719725 h 3044825"/>
                  <a:gd name="connsiteX24" fmla="*/ 296698 w 1290638"/>
                  <a:gd name="connsiteY24" fmla="*/ 1268318 h 3044825"/>
                  <a:gd name="connsiteX25" fmla="*/ 296698 w 1290638"/>
                  <a:gd name="connsiteY25" fmla="*/ 1006210 h 3044825"/>
                  <a:gd name="connsiteX26" fmla="*/ 237358 w 1290638"/>
                  <a:gd name="connsiteY26" fmla="*/ 1006210 h 3044825"/>
                  <a:gd name="connsiteX27" fmla="*/ 237358 w 1290638"/>
                  <a:gd name="connsiteY27" fmla="*/ 1253756 h 3044825"/>
                  <a:gd name="connsiteX28" fmla="*/ 237358 w 1290638"/>
                  <a:gd name="connsiteY28" fmla="*/ 1661479 h 3044825"/>
                  <a:gd name="connsiteX29" fmla="*/ 118679 w 1290638"/>
                  <a:gd name="connsiteY29" fmla="*/ 1777972 h 3044825"/>
                  <a:gd name="connsiteX30" fmla="*/ 0 w 1290638"/>
                  <a:gd name="connsiteY30" fmla="*/ 1661479 h 3044825"/>
                  <a:gd name="connsiteX31" fmla="*/ 0 w 1290638"/>
                  <a:gd name="connsiteY31" fmla="*/ 962526 h 3044825"/>
                  <a:gd name="connsiteX32" fmla="*/ 370873 w 1290638"/>
                  <a:gd name="connsiteY32" fmla="*/ 598487 h 3044825"/>
                  <a:gd name="connsiteX33" fmla="*/ 646113 w 1290638"/>
                  <a:gd name="connsiteY33" fmla="*/ 0 h 3044825"/>
                  <a:gd name="connsiteX34" fmla="*/ 920751 w 1290638"/>
                  <a:gd name="connsiteY34" fmla="*/ 269875 h 3044825"/>
                  <a:gd name="connsiteX35" fmla="*/ 646113 w 1290638"/>
                  <a:gd name="connsiteY35" fmla="*/ 539750 h 3044825"/>
                  <a:gd name="connsiteX36" fmla="*/ 371475 w 1290638"/>
                  <a:gd name="connsiteY36" fmla="*/ 269875 h 3044825"/>
                  <a:gd name="connsiteX37" fmla="*/ 646113 w 1290638"/>
                  <a:gd name="connsiteY37" fmla="*/ 0 h 304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90638" h="3044825">
                    <a:moveTo>
                      <a:pt x="370873" y="598487"/>
                    </a:moveTo>
                    <a:cubicBezTo>
                      <a:pt x="370873" y="598487"/>
                      <a:pt x="370873" y="598487"/>
                      <a:pt x="519222" y="598487"/>
                    </a:cubicBezTo>
                    <a:cubicBezTo>
                      <a:pt x="519222" y="598487"/>
                      <a:pt x="519222" y="598487"/>
                      <a:pt x="548892" y="598487"/>
                    </a:cubicBezTo>
                    <a:cubicBezTo>
                      <a:pt x="548892" y="598487"/>
                      <a:pt x="548892" y="598487"/>
                      <a:pt x="919765" y="598487"/>
                    </a:cubicBezTo>
                    <a:cubicBezTo>
                      <a:pt x="1112619" y="598487"/>
                      <a:pt x="1275803" y="758664"/>
                      <a:pt x="1290638" y="962526"/>
                    </a:cubicBezTo>
                    <a:cubicBezTo>
                      <a:pt x="1290638" y="962526"/>
                      <a:pt x="1290638" y="962526"/>
                      <a:pt x="1290638" y="1661479"/>
                    </a:cubicBezTo>
                    <a:cubicBezTo>
                      <a:pt x="1290638" y="1734287"/>
                      <a:pt x="1231299" y="1777972"/>
                      <a:pt x="1171959" y="1777972"/>
                    </a:cubicBezTo>
                    <a:cubicBezTo>
                      <a:pt x="1097784" y="1777972"/>
                      <a:pt x="1053279" y="1734287"/>
                      <a:pt x="1053279" y="1661479"/>
                    </a:cubicBezTo>
                    <a:cubicBezTo>
                      <a:pt x="1053279" y="1661479"/>
                      <a:pt x="1053279" y="1661479"/>
                      <a:pt x="1053279" y="1253756"/>
                    </a:cubicBezTo>
                    <a:cubicBezTo>
                      <a:pt x="1053279" y="1253756"/>
                      <a:pt x="1053279" y="1253756"/>
                      <a:pt x="1053279" y="1006210"/>
                    </a:cubicBezTo>
                    <a:cubicBezTo>
                      <a:pt x="1053279" y="1006210"/>
                      <a:pt x="1053279" y="1006210"/>
                      <a:pt x="993940" y="1006210"/>
                    </a:cubicBezTo>
                    <a:cubicBezTo>
                      <a:pt x="993940" y="1006210"/>
                      <a:pt x="993940" y="1006210"/>
                      <a:pt x="993940" y="1268318"/>
                    </a:cubicBezTo>
                    <a:cubicBezTo>
                      <a:pt x="993940" y="1268318"/>
                      <a:pt x="993940" y="1268318"/>
                      <a:pt x="993940" y="1719725"/>
                    </a:cubicBezTo>
                    <a:cubicBezTo>
                      <a:pt x="993940" y="1719725"/>
                      <a:pt x="993940" y="1719725"/>
                      <a:pt x="993940" y="1777972"/>
                    </a:cubicBezTo>
                    <a:cubicBezTo>
                      <a:pt x="993940" y="1777972"/>
                      <a:pt x="993940" y="1777972"/>
                      <a:pt x="993940" y="2884648"/>
                    </a:cubicBezTo>
                    <a:cubicBezTo>
                      <a:pt x="993940" y="2972017"/>
                      <a:pt x="919765" y="3044825"/>
                      <a:pt x="830756" y="3044825"/>
                    </a:cubicBezTo>
                    <a:cubicBezTo>
                      <a:pt x="741746" y="3044825"/>
                      <a:pt x="667572" y="2972017"/>
                      <a:pt x="667572" y="2884648"/>
                    </a:cubicBezTo>
                    <a:cubicBezTo>
                      <a:pt x="667572" y="2884648"/>
                      <a:pt x="667572" y="2884648"/>
                      <a:pt x="667572" y="1777972"/>
                    </a:cubicBezTo>
                    <a:cubicBezTo>
                      <a:pt x="667572" y="1777972"/>
                      <a:pt x="667572" y="1777972"/>
                      <a:pt x="608232" y="1777972"/>
                    </a:cubicBezTo>
                    <a:cubicBezTo>
                      <a:pt x="608232" y="1777972"/>
                      <a:pt x="608232" y="1777972"/>
                      <a:pt x="608232" y="2884648"/>
                    </a:cubicBezTo>
                    <a:cubicBezTo>
                      <a:pt x="608232" y="2972017"/>
                      <a:pt x="548892" y="3044825"/>
                      <a:pt x="459883" y="3044825"/>
                    </a:cubicBezTo>
                    <a:cubicBezTo>
                      <a:pt x="370873" y="3044825"/>
                      <a:pt x="296698" y="2972017"/>
                      <a:pt x="296698" y="2884648"/>
                    </a:cubicBezTo>
                    <a:cubicBezTo>
                      <a:pt x="296698" y="2884648"/>
                      <a:pt x="296698" y="2884648"/>
                      <a:pt x="296698" y="1777972"/>
                    </a:cubicBezTo>
                    <a:cubicBezTo>
                      <a:pt x="296698" y="1777972"/>
                      <a:pt x="296698" y="1777972"/>
                      <a:pt x="296698" y="1719725"/>
                    </a:cubicBezTo>
                    <a:cubicBezTo>
                      <a:pt x="296698" y="1719725"/>
                      <a:pt x="296698" y="1719725"/>
                      <a:pt x="296698" y="1268318"/>
                    </a:cubicBezTo>
                    <a:cubicBezTo>
                      <a:pt x="296698" y="1268318"/>
                      <a:pt x="296698" y="1268318"/>
                      <a:pt x="296698" y="1006210"/>
                    </a:cubicBezTo>
                    <a:cubicBezTo>
                      <a:pt x="296698" y="1006210"/>
                      <a:pt x="296698" y="1006210"/>
                      <a:pt x="237358" y="1006210"/>
                    </a:cubicBezTo>
                    <a:cubicBezTo>
                      <a:pt x="237358" y="1006210"/>
                      <a:pt x="237358" y="1006210"/>
                      <a:pt x="237358" y="1253756"/>
                    </a:cubicBezTo>
                    <a:cubicBezTo>
                      <a:pt x="237358" y="1253756"/>
                      <a:pt x="237358" y="1253756"/>
                      <a:pt x="237358" y="1661479"/>
                    </a:cubicBezTo>
                    <a:cubicBezTo>
                      <a:pt x="237358" y="1734287"/>
                      <a:pt x="192854" y="1777972"/>
                      <a:pt x="118679" y="1777972"/>
                    </a:cubicBezTo>
                    <a:cubicBezTo>
                      <a:pt x="59340" y="1777972"/>
                      <a:pt x="0" y="1734287"/>
                      <a:pt x="0" y="1661479"/>
                    </a:cubicBezTo>
                    <a:cubicBezTo>
                      <a:pt x="0" y="1661479"/>
                      <a:pt x="0" y="1661479"/>
                      <a:pt x="0" y="962526"/>
                    </a:cubicBezTo>
                    <a:cubicBezTo>
                      <a:pt x="0" y="758664"/>
                      <a:pt x="178019" y="598487"/>
                      <a:pt x="370873" y="598487"/>
                    </a:cubicBezTo>
                    <a:close/>
                    <a:moveTo>
                      <a:pt x="646113" y="0"/>
                    </a:moveTo>
                    <a:cubicBezTo>
                      <a:pt x="797791" y="0"/>
                      <a:pt x="920751" y="120827"/>
                      <a:pt x="920751" y="269875"/>
                    </a:cubicBezTo>
                    <a:cubicBezTo>
                      <a:pt x="920751" y="418923"/>
                      <a:pt x="797791" y="539750"/>
                      <a:pt x="646113" y="539750"/>
                    </a:cubicBezTo>
                    <a:cubicBezTo>
                      <a:pt x="494435" y="539750"/>
                      <a:pt x="371475" y="418923"/>
                      <a:pt x="371475" y="269875"/>
                    </a:cubicBezTo>
                    <a:cubicBezTo>
                      <a:pt x="371475" y="120827"/>
                      <a:pt x="494435" y="0"/>
                      <a:pt x="64611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  <p:sp>
            <p:nvSpPr>
              <p:cNvPr id="43" name="Freeform 122">
                <a:extLst>
                  <a:ext uri="{FF2B5EF4-FFF2-40B4-BE49-F238E27FC236}">
                    <a16:creationId xmlns:a16="http://schemas.microsoft.com/office/drawing/2014/main" id="{C18C6D60-6FDC-46D4-8972-B7CFD2EC7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8267878" y="4191428"/>
                <a:ext cx="279094" cy="658427"/>
              </a:xfrm>
              <a:custGeom>
                <a:avLst/>
                <a:gdLst>
                  <a:gd name="connsiteX0" fmla="*/ 370873 w 1290638"/>
                  <a:gd name="connsiteY0" fmla="*/ 598487 h 3044825"/>
                  <a:gd name="connsiteX1" fmla="*/ 519222 w 1290638"/>
                  <a:gd name="connsiteY1" fmla="*/ 598487 h 3044825"/>
                  <a:gd name="connsiteX2" fmla="*/ 548892 w 1290638"/>
                  <a:gd name="connsiteY2" fmla="*/ 598487 h 3044825"/>
                  <a:gd name="connsiteX3" fmla="*/ 919765 w 1290638"/>
                  <a:gd name="connsiteY3" fmla="*/ 598487 h 3044825"/>
                  <a:gd name="connsiteX4" fmla="*/ 1290638 w 1290638"/>
                  <a:gd name="connsiteY4" fmla="*/ 962526 h 3044825"/>
                  <a:gd name="connsiteX5" fmla="*/ 1290638 w 1290638"/>
                  <a:gd name="connsiteY5" fmla="*/ 1661479 h 3044825"/>
                  <a:gd name="connsiteX6" fmla="*/ 1171959 w 1290638"/>
                  <a:gd name="connsiteY6" fmla="*/ 1777972 h 3044825"/>
                  <a:gd name="connsiteX7" fmla="*/ 1053279 w 1290638"/>
                  <a:gd name="connsiteY7" fmla="*/ 1661479 h 3044825"/>
                  <a:gd name="connsiteX8" fmla="*/ 1053279 w 1290638"/>
                  <a:gd name="connsiteY8" fmla="*/ 1253756 h 3044825"/>
                  <a:gd name="connsiteX9" fmla="*/ 1053279 w 1290638"/>
                  <a:gd name="connsiteY9" fmla="*/ 1006210 h 3044825"/>
                  <a:gd name="connsiteX10" fmla="*/ 993940 w 1290638"/>
                  <a:gd name="connsiteY10" fmla="*/ 1006210 h 3044825"/>
                  <a:gd name="connsiteX11" fmla="*/ 993940 w 1290638"/>
                  <a:gd name="connsiteY11" fmla="*/ 1268318 h 3044825"/>
                  <a:gd name="connsiteX12" fmla="*/ 993940 w 1290638"/>
                  <a:gd name="connsiteY12" fmla="*/ 1719725 h 3044825"/>
                  <a:gd name="connsiteX13" fmla="*/ 993940 w 1290638"/>
                  <a:gd name="connsiteY13" fmla="*/ 1777972 h 3044825"/>
                  <a:gd name="connsiteX14" fmla="*/ 993940 w 1290638"/>
                  <a:gd name="connsiteY14" fmla="*/ 2884648 h 3044825"/>
                  <a:gd name="connsiteX15" fmla="*/ 830756 w 1290638"/>
                  <a:gd name="connsiteY15" fmla="*/ 3044825 h 3044825"/>
                  <a:gd name="connsiteX16" fmla="*/ 667572 w 1290638"/>
                  <a:gd name="connsiteY16" fmla="*/ 2884648 h 3044825"/>
                  <a:gd name="connsiteX17" fmla="*/ 667572 w 1290638"/>
                  <a:gd name="connsiteY17" fmla="*/ 1777972 h 3044825"/>
                  <a:gd name="connsiteX18" fmla="*/ 608232 w 1290638"/>
                  <a:gd name="connsiteY18" fmla="*/ 1777972 h 3044825"/>
                  <a:gd name="connsiteX19" fmla="*/ 608232 w 1290638"/>
                  <a:gd name="connsiteY19" fmla="*/ 2884648 h 3044825"/>
                  <a:gd name="connsiteX20" fmla="*/ 459883 w 1290638"/>
                  <a:gd name="connsiteY20" fmla="*/ 3044825 h 3044825"/>
                  <a:gd name="connsiteX21" fmla="*/ 296698 w 1290638"/>
                  <a:gd name="connsiteY21" fmla="*/ 2884648 h 3044825"/>
                  <a:gd name="connsiteX22" fmla="*/ 296698 w 1290638"/>
                  <a:gd name="connsiteY22" fmla="*/ 1777972 h 3044825"/>
                  <a:gd name="connsiteX23" fmla="*/ 296698 w 1290638"/>
                  <a:gd name="connsiteY23" fmla="*/ 1719725 h 3044825"/>
                  <a:gd name="connsiteX24" fmla="*/ 296698 w 1290638"/>
                  <a:gd name="connsiteY24" fmla="*/ 1268318 h 3044825"/>
                  <a:gd name="connsiteX25" fmla="*/ 296698 w 1290638"/>
                  <a:gd name="connsiteY25" fmla="*/ 1006210 h 3044825"/>
                  <a:gd name="connsiteX26" fmla="*/ 237358 w 1290638"/>
                  <a:gd name="connsiteY26" fmla="*/ 1006210 h 3044825"/>
                  <a:gd name="connsiteX27" fmla="*/ 237358 w 1290638"/>
                  <a:gd name="connsiteY27" fmla="*/ 1253756 h 3044825"/>
                  <a:gd name="connsiteX28" fmla="*/ 237358 w 1290638"/>
                  <a:gd name="connsiteY28" fmla="*/ 1661479 h 3044825"/>
                  <a:gd name="connsiteX29" fmla="*/ 118679 w 1290638"/>
                  <a:gd name="connsiteY29" fmla="*/ 1777972 h 3044825"/>
                  <a:gd name="connsiteX30" fmla="*/ 0 w 1290638"/>
                  <a:gd name="connsiteY30" fmla="*/ 1661479 h 3044825"/>
                  <a:gd name="connsiteX31" fmla="*/ 0 w 1290638"/>
                  <a:gd name="connsiteY31" fmla="*/ 962526 h 3044825"/>
                  <a:gd name="connsiteX32" fmla="*/ 370873 w 1290638"/>
                  <a:gd name="connsiteY32" fmla="*/ 598487 h 3044825"/>
                  <a:gd name="connsiteX33" fmla="*/ 646113 w 1290638"/>
                  <a:gd name="connsiteY33" fmla="*/ 0 h 3044825"/>
                  <a:gd name="connsiteX34" fmla="*/ 920751 w 1290638"/>
                  <a:gd name="connsiteY34" fmla="*/ 269875 h 3044825"/>
                  <a:gd name="connsiteX35" fmla="*/ 646113 w 1290638"/>
                  <a:gd name="connsiteY35" fmla="*/ 539750 h 3044825"/>
                  <a:gd name="connsiteX36" fmla="*/ 371475 w 1290638"/>
                  <a:gd name="connsiteY36" fmla="*/ 269875 h 3044825"/>
                  <a:gd name="connsiteX37" fmla="*/ 646113 w 1290638"/>
                  <a:gd name="connsiteY37" fmla="*/ 0 h 304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90638" h="3044825">
                    <a:moveTo>
                      <a:pt x="370873" y="598487"/>
                    </a:moveTo>
                    <a:cubicBezTo>
                      <a:pt x="370873" y="598487"/>
                      <a:pt x="370873" y="598487"/>
                      <a:pt x="519222" y="598487"/>
                    </a:cubicBezTo>
                    <a:cubicBezTo>
                      <a:pt x="519222" y="598487"/>
                      <a:pt x="519222" y="598487"/>
                      <a:pt x="548892" y="598487"/>
                    </a:cubicBezTo>
                    <a:cubicBezTo>
                      <a:pt x="548892" y="598487"/>
                      <a:pt x="548892" y="598487"/>
                      <a:pt x="919765" y="598487"/>
                    </a:cubicBezTo>
                    <a:cubicBezTo>
                      <a:pt x="1112619" y="598487"/>
                      <a:pt x="1275803" y="758664"/>
                      <a:pt x="1290638" y="962526"/>
                    </a:cubicBezTo>
                    <a:cubicBezTo>
                      <a:pt x="1290638" y="962526"/>
                      <a:pt x="1290638" y="962526"/>
                      <a:pt x="1290638" y="1661479"/>
                    </a:cubicBezTo>
                    <a:cubicBezTo>
                      <a:pt x="1290638" y="1734287"/>
                      <a:pt x="1231299" y="1777972"/>
                      <a:pt x="1171959" y="1777972"/>
                    </a:cubicBezTo>
                    <a:cubicBezTo>
                      <a:pt x="1097784" y="1777972"/>
                      <a:pt x="1053279" y="1734287"/>
                      <a:pt x="1053279" y="1661479"/>
                    </a:cubicBezTo>
                    <a:cubicBezTo>
                      <a:pt x="1053279" y="1661479"/>
                      <a:pt x="1053279" y="1661479"/>
                      <a:pt x="1053279" y="1253756"/>
                    </a:cubicBezTo>
                    <a:cubicBezTo>
                      <a:pt x="1053279" y="1253756"/>
                      <a:pt x="1053279" y="1253756"/>
                      <a:pt x="1053279" y="1006210"/>
                    </a:cubicBezTo>
                    <a:cubicBezTo>
                      <a:pt x="1053279" y="1006210"/>
                      <a:pt x="1053279" y="1006210"/>
                      <a:pt x="993940" y="1006210"/>
                    </a:cubicBezTo>
                    <a:cubicBezTo>
                      <a:pt x="993940" y="1006210"/>
                      <a:pt x="993940" y="1006210"/>
                      <a:pt x="993940" y="1268318"/>
                    </a:cubicBezTo>
                    <a:cubicBezTo>
                      <a:pt x="993940" y="1268318"/>
                      <a:pt x="993940" y="1268318"/>
                      <a:pt x="993940" y="1719725"/>
                    </a:cubicBezTo>
                    <a:cubicBezTo>
                      <a:pt x="993940" y="1719725"/>
                      <a:pt x="993940" y="1719725"/>
                      <a:pt x="993940" y="1777972"/>
                    </a:cubicBezTo>
                    <a:cubicBezTo>
                      <a:pt x="993940" y="1777972"/>
                      <a:pt x="993940" y="1777972"/>
                      <a:pt x="993940" y="2884648"/>
                    </a:cubicBezTo>
                    <a:cubicBezTo>
                      <a:pt x="993940" y="2972017"/>
                      <a:pt x="919765" y="3044825"/>
                      <a:pt x="830756" y="3044825"/>
                    </a:cubicBezTo>
                    <a:cubicBezTo>
                      <a:pt x="741746" y="3044825"/>
                      <a:pt x="667572" y="2972017"/>
                      <a:pt x="667572" y="2884648"/>
                    </a:cubicBezTo>
                    <a:cubicBezTo>
                      <a:pt x="667572" y="2884648"/>
                      <a:pt x="667572" y="2884648"/>
                      <a:pt x="667572" y="1777972"/>
                    </a:cubicBezTo>
                    <a:cubicBezTo>
                      <a:pt x="667572" y="1777972"/>
                      <a:pt x="667572" y="1777972"/>
                      <a:pt x="608232" y="1777972"/>
                    </a:cubicBezTo>
                    <a:cubicBezTo>
                      <a:pt x="608232" y="1777972"/>
                      <a:pt x="608232" y="1777972"/>
                      <a:pt x="608232" y="2884648"/>
                    </a:cubicBezTo>
                    <a:cubicBezTo>
                      <a:pt x="608232" y="2972017"/>
                      <a:pt x="548892" y="3044825"/>
                      <a:pt x="459883" y="3044825"/>
                    </a:cubicBezTo>
                    <a:cubicBezTo>
                      <a:pt x="370873" y="3044825"/>
                      <a:pt x="296698" y="2972017"/>
                      <a:pt x="296698" y="2884648"/>
                    </a:cubicBezTo>
                    <a:cubicBezTo>
                      <a:pt x="296698" y="2884648"/>
                      <a:pt x="296698" y="2884648"/>
                      <a:pt x="296698" y="1777972"/>
                    </a:cubicBezTo>
                    <a:cubicBezTo>
                      <a:pt x="296698" y="1777972"/>
                      <a:pt x="296698" y="1777972"/>
                      <a:pt x="296698" y="1719725"/>
                    </a:cubicBezTo>
                    <a:cubicBezTo>
                      <a:pt x="296698" y="1719725"/>
                      <a:pt x="296698" y="1719725"/>
                      <a:pt x="296698" y="1268318"/>
                    </a:cubicBezTo>
                    <a:cubicBezTo>
                      <a:pt x="296698" y="1268318"/>
                      <a:pt x="296698" y="1268318"/>
                      <a:pt x="296698" y="1006210"/>
                    </a:cubicBezTo>
                    <a:cubicBezTo>
                      <a:pt x="296698" y="1006210"/>
                      <a:pt x="296698" y="1006210"/>
                      <a:pt x="237358" y="1006210"/>
                    </a:cubicBezTo>
                    <a:cubicBezTo>
                      <a:pt x="237358" y="1006210"/>
                      <a:pt x="237358" y="1006210"/>
                      <a:pt x="237358" y="1253756"/>
                    </a:cubicBezTo>
                    <a:cubicBezTo>
                      <a:pt x="237358" y="1253756"/>
                      <a:pt x="237358" y="1253756"/>
                      <a:pt x="237358" y="1661479"/>
                    </a:cubicBezTo>
                    <a:cubicBezTo>
                      <a:pt x="237358" y="1734287"/>
                      <a:pt x="192854" y="1777972"/>
                      <a:pt x="118679" y="1777972"/>
                    </a:cubicBezTo>
                    <a:cubicBezTo>
                      <a:pt x="59340" y="1777972"/>
                      <a:pt x="0" y="1734287"/>
                      <a:pt x="0" y="1661479"/>
                    </a:cubicBezTo>
                    <a:cubicBezTo>
                      <a:pt x="0" y="1661479"/>
                      <a:pt x="0" y="1661479"/>
                      <a:pt x="0" y="962526"/>
                    </a:cubicBezTo>
                    <a:cubicBezTo>
                      <a:pt x="0" y="758664"/>
                      <a:pt x="178019" y="598487"/>
                      <a:pt x="370873" y="598487"/>
                    </a:cubicBezTo>
                    <a:close/>
                    <a:moveTo>
                      <a:pt x="646113" y="0"/>
                    </a:moveTo>
                    <a:cubicBezTo>
                      <a:pt x="797791" y="0"/>
                      <a:pt x="920751" y="120827"/>
                      <a:pt x="920751" y="269875"/>
                    </a:cubicBezTo>
                    <a:cubicBezTo>
                      <a:pt x="920751" y="418923"/>
                      <a:pt x="797791" y="539750"/>
                      <a:pt x="646113" y="539750"/>
                    </a:cubicBezTo>
                    <a:cubicBezTo>
                      <a:pt x="494435" y="539750"/>
                      <a:pt x="371475" y="418923"/>
                      <a:pt x="371475" y="269875"/>
                    </a:cubicBezTo>
                    <a:cubicBezTo>
                      <a:pt x="371475" y="120827"/>
                      <a:pt x="494435" y="0"/>
                      <a:pt x="64611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  <p:sp>
            <p:nvSpPr>
              <p:cNvPr id="44" name="Freeform 123">
                <a:extLst>
                  <a:ext uri="{FF2B5EF4-FFF2-40B4-BE49-F238E27FC236}">
                    <a16:creationId xmlns:a16="http://schemas.microsoft.com/office/drawing/2014/main" id="{165B7078-AA64-40B0-8B1D-64FC3F4199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7943628" y="4191428"/>
                <a:ext cx="279094" cy="658427"/>
              </a:xfrm>
              <a:custGeom>
                <a:avLst/>
                <a:gdLst>
                  <a:gd name="connsiteX0" fmla="*/ 370873 w 1290638"/>
                  <a:gd name="connsiteY0" fmla="*/ 598487 h 3044825"/>
                  <a:gd name="connsiteX1" fmla="*/ 519222 w 1290638"/>
                  <a:gd name="connsiteY1" fmla="*/ 598487 h 3044825"/>
                  <a:gd name="connsiteX2" fmla="*/ 548892 w 1290638"/>
                  <a:gd name="connsiteY2" fmla="*/ 598487 h 3044825"/>
                  <a:gd name="connsiteX3" fmla="*/ 919765 w 1290638"/>
                  <a:gd name="connsiteY3" fmla="*/ 598487 h 3044825"/>
                  <a:gd name="connsiteX4" fmla="*/ 1290638 w 1290638"/>
                  <a:gd name="connsiteY4" fmla="*/ 962526 h 3044825"/>
                  <a:gd name="connsiteX5" fmla="*/ 1290638 w 1290638"/>
                  <a:gd name="connsiteY5" fmla="*/ 1661479 h 3044825"/>
                  <a:gd name="connsiteX6" fmla="*/ 1171959 w 1290638"/>
                  <a:gd name="connsiteY6" fmla="*/ 1777972 h 3044825"/>
                  <a:gd name="connsiteX7" fmla="*/ 1053279 w 1290638"/>
                  <a:gd name="connsiteY7" fmla="*/ 1661479 h 3044825"/>
                  <a:gd name="connsiteX8" fmla="*/ 1053279 w 1290638"/>
                  <a:gd name="connsiteY8" fmla="*/ 1253756 h 3044825"/>
                  <a:gd name="connsiteX9" fmla="*/ 1053279 w 1290638"/>
                  <a:gd name="connsiteY9" fmla="*/ 1006210 h 3044825"/>
                  <a:gd name="connsiteX10" fmla="*/ 993940 w 1290638"/>
                  <a:gd name="connsiteY10" fmla="*/ 1006210 h 3044825"/>
                  <a:gd name="connsiteX11" fmla="*/ 993940 w 1290638"/>
                  <a:gd name="connsiteY11" fmla="*/ 1268318 h 3044825"/>
                  <a:gd name="connsiteX12" fmla="*/ 993940 w 1290638"/>
                  <a:gd name="connsiteY12" fmla="*/ 1719725 h 3044825"/>
                  <a:gd name="connsiteX13" fmla="*/ 993940 w 1290638"/>
                  <a:gd name="connsiteY13" fmla="*/ 1777972 h 3044825"/>
                  <a:gd name="connsiteX14" fmla="*/ 993940 w 1290638"/>
                  <a:gd name="connsiteY14" fmla="*/ 2884648 h 3044825"/>
                  <a:gd name="connsiteX15" fmla="*/ 830756 w 1290638"/>
                  <a:gd name="connsiteY15" fmla="*/ 3044825 h 3044825"/>
                  <a:gd name="connsiteX16" fmla="*/ 667572 w 1290638"/>
                  <a:gd name="connsiteY16" fmla="*/ 2884648 h 3044825"/>
                  <a:gd name="connsiteX17" fmla="*/ 667572 w 1290638"/>
                  <a:gd name="connsiteY17" fmla="*/ 1777972 h 3044825"/>
                  <a:gd name="connsiteX18" fmla="*/ 608232 w 1290638"/>
                  <a:gd name="connsiteY18" fmla="*/ 1777972 h 3044825"/>
                  <a:gd name="connsiteX19" fmla="*/ 608232 w 1290638"/>
                  <a:gd name="connsiteY19" fmla="*/ 2884648 h 3044825"/>
                  <a:gd name="connsiteX20" fmla="*/ 459883 w 1290638"/>
                  <a:gd name="connsiteY20" fmla="*/ 3044825 h 3044825"/>
                  <a:gd name="connsiteX21" fmla="*/ 296698 w 1290638"/>
                  <a:gd name="connsiteY21" fmla="*/ 2884648 h 3044825"/>
                  <a:gd name="connsiteX22" fmla="*/ 296698 w 1290638"/>
                  <a:gd name="connsiteY22" fmla="*/ 1777972 h 3044825"/>
                  <a:gd name="connsiteX23" fmla="*/ 296698 w 1290638"/>
                  <a:gd name="connsiteY23" fmla="*/ 1719725 h 3044825"/>
                  <a:gd name="connsiteX24" fmla="*/ 296698 w 1290638"/>
                  <a:gd name="connsiteY24" fmla="*/ 1268318 h 3044825"/>
                  <a:gd name="connsiteX25" fmla="*/ 296698 w 1290638"/>
                  <a:gd name="connsiteY25" fmla="*/ 1006210 h 3044825"/>
                  <a:gd name="connsiteX26" fmla="*/ 237358 w 1290638"/>
                  <a:gd name="connsiteY26" fmla="*/ 1006210 h 3044825"/>
                  <a:gd name="connsiteX27" fmla="*/ 237358 w 1290638"/>
                  <a:gd name="connsiteY27" fmla="*/ 1253756 h 3044825"/>
                  <a:gd name="connsiteX28" fmla="*/ 237358 w 1290638"/>
                  <a:gd name="connsiteY28" fmla="*/ 1661479 h 3044825"/>
                  <a:gd name="connsiteX29" fmla="*/ 118679 w 1290638"/>
                  <a:gd name="connsiteY29" fmla="*/ 1777972 h 3044825"/>
                  <a:gd name="connsiteX30" fmla="*/ 0 w 1290638"/>
                  <a:gd name="connsiteY30" fmla="*/ 1661479 h 3044825"/>
                  <a:gd name="connsiteX31" fmla="*/ 0 w 1290638"/>
                  <a:gd name="connsiteY31" fmla="*/ 962526 h 3044825"/>
                  <a:gd name="connsiteX32" fmla="*/ 370873 w 1290638"/>
                  <a:gd name="connsiteY32" fmla="*/ 598487 h 3044825"/>
                  <a:gd name="connsiteX33" fmla="*/ 646113 w 1290638"/>
                  <a:gd name="connsiteY33" fmla="*/ 0 h 3044825"/>
                  <a:gd name="connsiteX34" fmla="*/ 920751 w 1290638"/>
                  <a:gd name="connsiteY34" fmla="*/ 269875 h 3044825"/>
                  <a:gd name="connsiteX35" fmla="*/ 646113 w 1290638"/>
                  <a:gd name="connsiteY35" fmla="*/ 539750 h 3044825"/>
                  <a:gd name="connsiteX36" fmla="*/ 371475 w 1290638"/>
                  <a:gd name="connsiteY36" fmla="*/ 269875 h 3044825"/>
                  <a:gd name="connsiteX37" fmla="*/ 646113 w 1290638"/>
                  <a:gd name="connsiteY37" fmla="*/ 0 h 304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90638" h="3044825">
                    <a:moveTo>
                      <a:pt x="370873" y="598487"/>
                    </a:moveTo>
                    <a:cubicBezTo>
                      <a:pt x="370873" y="598487"/>
                      <a:pt x="370873" y="598487"/>
                      <a:pt x="519222" y="598487"/>
                    </a:cubicBezTo>
                    <a:cubicBezTo>
                      <a:pt x="519222" y="598487"/>
                      <a:pt x="519222" y="598487"/>
                      <a:pt x="548892" y="598487"/>
                    </a:cubicBezTo>
                    <a:cubicBezTo>
                      <a:pt x="548892" y="598487"/>
                      <a:pt x="548892" y="598487"/>
                      <a:pt x="919765" y="598487"/>
                    </a:cubicBezTo>
                    <a:cubicBezTo>
                      <a:pt x="1112619" y="598487"/>
                      <a:pt x="1275803" y="758664"/>
                      <a:pt x="1290638" y="962526"/>
                    </a:cubicBezTo>
                    <a:cubicBezTo>
                      <a:pt x="1290638" y="962526"/>
                      <a:pt x="1290638" y="962526"/>
                      <a:pt x="1290638" y="1661479"/>
                    </a:cubicBezTo>
                    <a:cubicBezTo>
                      <a:pt x="1290638" y="1734287"/>
                      <a:pt x="1231299" y="1777972"/>
                      <a:pt x="1171959" y="1777972"/>
                    </a:cubicBezTo>
                    <a:cubicBezTo>
                      <a:pt x="1097784" y="1777972"/>
                      <a:pt x="1053279" y="1734287"/>
                      <a:pt x="1053279" y="1661479"/>
                    </a:cubicBezTo>
                    <a:cubicBezTo>
                      <a:pt x="1053279" y="1661479"/>
                      <a:pt x="1053279" y="1661479"/>
                      <a:pt x="1053279" y="1253756"/>
                    </a:cubicBezTo>
                    <a:cubicBezTo>
                      <a:pt x="1053279" y="1253756"/>
                      <a:pt x="1053279" y="1253756"/>
                      <a:pt x="1053279" y="1006210"/>
                    </a:cubicBezTo>
                    <a:cubicBezTo>
                      <a:pt x="1053279" y="1006210"/>
                      <a:pt x="1053279" y="1006210"/>
                      <a:pt x="993940" y="1006210"/>
                    </a:cubicBezTo>
                    <a:cubicBezTo>
                      <a:pt x="993940" y="1006210"/>
                      <a:pt x="993940" y="1006210"/>
                      <a:pt x="993940" y="1268318"/>
                    </a:cubicBezTo>
                    <a:cubicBezTo>
                      <a:pt x="993940" y="1268318"/>
                      <a:pt x="993940" y="1268318"/>
                      <a:pt x="993940" y="1719725"/>
                    </a:cubicBezTo>
                    <a:cubicBezTo>
                      <a:pt x="993940" y="1719725"/>
                      <a:pt x="993940" y="1719725"/>
                      <a:pt x="993940" y="1777972"/>
                    </a:cubicBezTo>
                    <a:cubicBezTo>
                      <a:pt x="993940" y="1777972"/>
                      <a:pt x="993940" y="1777972"/>
                      <a:pt x="993940" y="2884648"/>
                    </a:cubicBezTo>
                    <a:cubicBezTo>
                      <a:pt x="993940" y="2972017"/>
                      <a:pt x="919765" y="3044825"/>
                      <a:pt x="830756" y="3044825"/>
                    </a:cubicBezTo>
                    <a:cubicBezTo>
                      <a:pt x="741746" y="3044825"/>
                      <a:pt x="667572" y="2972017"/>
                      <a:pt x="667572" y="2884648"/>
                    </a:cubicBezTo>
                    <a:cubicBezTo>
                      <a:pt x="667572" y="2884648"/>
                      <a:pt x="667572" y="2884648"/>
                      <a:pt x="667572" y="1777972"/>
                    </a:cubicBezTo>
                    <a:cubicBezTo>
                      <a:pt x="667572" y="1777972"/>
                      <a:pt x="667572" y="1777972"/>
                      <a:pt x="608232" y="1777972"/>
                    </a:cubicBezTo>
                    <a:cubicBezTo>
                      <a:pt x="608232" y="1777972"/>
                      <a:pt x="608232" y="1777972"/>
                      <a:pt x="608232" y="2884648"/>
                    </a:cubicBezTo>
                    <a:cubicBezTo>
                      <a:pt x="608232" y="2972017"/>
                      <a:pt x="548892" y="3044825"/>
                      <a:pt x="459883" y="3044825"/>
                    </a:cubicBezTo>
                    <a:cubicBezTo>
                      <a:pt x="370873" y="3044825"/>
                      <a:pt x="296698" y="2972017"/>
                      <a:pt x="296698" y="2884648"/>
                    </a:cubicBezTo>
                    <a:cubicBezTo>
                      <a:pt x="296698" y="2884648"/>
                      <a:pt x="296698" y="2884648"/>
                      <a:pt x="296698" y="1777972"/>
                    </a:cubicBezTo>
                    <a:cubicBezTo>
                      <a:pt x="296698" y="1777972"/>
                      <a:pt x="296698" y="1777972"/>
                      <a:pt x="296698" y="1719725"/>
                    </a:cubicBezTo>
                    <a:cubicBezTo>
                      <a:pt x="296698" y="1719725"/>
                      <a:pt x="296698" y="1719725"/>
                      <a:pt x="296698" y="1268318"/>
                    </a:cubicBezTo>
                    <a:cubicBezTo>
                      <a:pt x="296698" y="1268318"/>
                      <a:pt x="296698" y="1268318"/>
                      <a:pt x="296698" y="1006210"/>
                    </a:cubicBezTo>
                    <a:cubicBezTo>
                      <a:pt x="296698" y="1006210"/>
                      <a:pt x="296698" y="1006210"/>
                      <a:pt x="237358" y="1006210"/>
                    </a:cubicBezTo>
                    <a:cubicBezTo>
                      <a:pt x="237358" y="1006210"/>
                      <a:pt x="237358" y="1006210"/>
                      <a:pt x="237358" y="1253756"/>
                    </a:cubicBezTo>
                    <a:cubicBezTo>
                      <a:pt x="237358" y="1253756"/>
                      <a:pt x="237358" y="1253756"/>
                      <a:pt x="237358" y="1661479"/>
                    </a:cubicBezTo>
                    <a:cubicBezTo>
                      <a:pt x="237358" y="1734287"/>
                      <a:pt x="192854" y="1777972"/>
                      <a:pt x="118679" y="1777972"/>
                    </a:cubicBezTo>
                    <a:cubicBezTo>
                      <a:pt x="59340" y="1777972"/>
                      <a:pt x="0" y="1734287"/>
                      <a:pt x="0" y="1661479"/>
                    </a:cubicBezTo>
                    <a:cubicBezTo>
                      <a:pt x="0" y="1661479"/>
                      <a:pt x="0" y="1661479"/>
                      <a:pt x="0" y="962526"/>
                    </a:cubicBezTo>
                    <a:cubicBezTo>
                      <a:pt x="0" y="758664"/>
                      <a:pt x="178019" y="598487"/>
                      <a:pt x="370873" y="598487"/>
                    </a:cubicBezTo>
                    <a:close/>
                    <a:moveTo>
                      <a:pt x="646113" y="0"/>
                    </a:moveTo>
                    <a:cubicBezTo>
                      <a:pt x="797791" y="0"/>
                      <a:pt x="920751" y="120827"/>
                      <a:pt x="920751" y="269875"/>
                    </a:cubicBezTo>
                    <a:cubicBezTo>
                      <a:pt x="920751" y="418923"/>
                      <a:pt x="797791" y="539750"/>
                      <a:pt x="646113" y="539750"/>
                    </a:cubicBezTo>
                    <a:cubicBezTo>
                      <a:pt x="494435" y="539750"/>
                      <a:pt x="371475" y="418923"/>
                      <a:pt x="371475" y="269875"/>
                    </a:cubicBezTo>
                    <a:cubicBezTo>
                      <a:pt x="371475" y="120827"/>
                      <a:pt x="494435" y="0"/>
                      <a:pt x="64611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  <p:sp>
            <p:nvSpPr>
              <p:cNvPr id="45" name="Freeform 124">
                <a:extLst>
                  <a:ext uri="{FF2B5EF4-FFF2-40B4-BE49-F238E27FC236}">
                    <a16:creationId xmlns:a16="http://schemas.microsoft.com/office/drawing/2014/main" id="{8667AD38-2A18-41CE-BE88-5BF79C6B8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7621593" y="4191426"/>
                <a:ext cx="279094" cy="658427"/>
              </a:xfrm>
              <a:custGeom>
                <a:avLst/>
                <a:gdLst>
                  <a:gd name="connsiteX0" fmla="*/ 370873 w 1290638"/>
                  <a:gd name="connsiteY0" fmla="*/ 598487 h 3044825"/>
                  <a:gd name="connsiteX1" fmla="*/ 519222 w 1290638"/>
                  <a:gd name="connsiteY1" fmla="*/ 598487 h 3044825"/>
                  <a:gd name="connsiteX2" fmla="*/ 548892 w 1290638"/>
                  <a:gd name="connsiteY2" fmla="*/ 598487 h 3044825"/>
                  <a:gd name="connsiteX3" fmla="*/ 919765 w 1290638"/>
                  <a:gd name="connsiteY3" fmla="*/ 598487 h 3044825"/>
                  <a:gd name="connsiteX4" fmla="*/ 1290638 w 1290638"/>
                  <a:gd name="connsiteY4" fmla="*/ 962526 h 3044825"/>
                  <a:gd name="connsiteX5" fmla="*/ 1290638 w 1290638"/>
                  <a:gd name="connsiteY5" fmla="*/ 1661479 h 3044825"/>
                  <a:gd name="connsiteX6" fmla="*/ 1171959 w 1290638"/>
                  <a:gd name="connsiteY6" fmla="*/ 1777972 h 3044825"/>
                  <a:gd name="connsiteX7" fmla="*/ 1053279 w 1290638"/>
                  <a:gd name="connsiteY7" fmla="*/ 1661479 h 3044825"/>
                  <a:gd name="connsiteX8" fmla="*/ 1053279 w 1290638"/>
                  <a:gd name="connsiteY8" fmla="*/ 1253756 h 3044825"/>
                  <a:gd name="connsiteX9" fmla="*/ 1053279 w 1290638"/>
                  <a:gd name="connsiteY9" fmla="*/ 1006210 h 3044825"/>
                  <a:gd name="connsiteX10" fmla="*/ 993940 w 1290638"/>
                  <a:gd name="connsiteY10" fmla="*/ 1006210 h 3044825"/>
                  <a:gd name="connsiteX11" fmla="*/ 993940 w 1290638"/>
                  <a:gd name="connsiteY11" fmla="*/ 1268318 h 3044825"/>
                  <a:gd name="connsiteX12" fmla="*/ 993940 w 1290638"/>
                  <a:gd name="connsiteY12" fmla="*/ 1719725 h 3044825"/>
                  <a:gd name="connsiteX13" fmla="*/ 993940 w 1290638"/>
                  <a:gd name="connsiteY13" fmla="*/ 1777972 h 3044825"/>
                  <a:gd name="connsiteX14" fmla="*/ 993940 w 1290638"/>
                  <a:gd name="connsiteY14" fmla="*/ 2884648 h 3044825"/>
                  <a:gd name="connsiteX15" fmla="*/ 830756 w 1290638"/>
                  <a:gd name="connsiteY15" fmla="*/ 3044825 h 3044825"/>
                  <a:gd name="connsiteX16" fmla="*/ 667572 w 1290638"/>
                  <a:gd name="connsiteY16" fmla="*/ 2884648 h 3044825"/>
                  <a:gd name="connsiteX17" fmla="*/ 667572 w 1290638"/>
                  <a:gd name="connsiteY17" fmla="*/ 1777972 h 3044825"/>
                  <a:gd name="connsiteX18" fmla="*/ 608232 w 1290638"/>
                  <a:gd name="connsiteY18" fmla="*/ 1777972 h 3044825"/>
                  <a:gd name="connsiteX19" fmla="*/ 608232 w 1290638"/>
                  <a:gd name="connsiteY19" fmla="*/ 2884648 h 3044825"/>
                  <a:gd name="connsiteX20" fmla="*/ 459883 w 1290638"/>
                  <a:gd name="connsiteY20" fmla="*/ 3044825 h 3044825"/>
                  <a:gd name="connsiteX21" fmla="*/ 296698 w 1290638"/>
                  <a:gd name="connsiteY21" fmla="*/ 2884648 h 3044825"/>
                  <a:gd name="connsiteX22" fmla="*/ 296698 w 1290638"/>
                  <a:gd name="connsiteY22" fmla="*/ 1777972 h 3044825"/>
                  <a:gd name="connsiteX23" fmla="*/ 296698 w 1290638"/>
                  <a:gd name="connsiteY23" fmla="*/ 1719725 h 3044825"/>
                  <a:gd name="connsiteX24" fmla="*/ 296698 w 1290638"/>
                  <a:gd name="connsiteY24" fmla="*/ 1268318 h 3044825"/>
                  <a:gd name="connsiteX25" fmla="*/ 296698 w 1290638"/>
                  <a:gd name="connsiteY25" fmla="*/ 1006210 h 3044825"/>
                  <a:gd name="connsiteX26" fmla="*/ 237358 w 1290638"/>
                  <a:gd name="connsiteY26" fmla="*/ 1006210 h 3044825"/>
                  <a:gd name="connsiteX27" fmla="*/ 237358 w 1290638"/>
                  <a:gd name="connsiteY27" fmla="*/ 1253756 h 3044825"/>
                  <a:gd name="connsiteX28" fmla="*/ 237358 w 1290638"/>
                  <a:gd name="connsiteY28" fmla="*/ 1661479 h 3044825"/>
                  <a:gd name="connsiteX29" fmla="*/ 118679 w 1290638"/>
                  <a:gd name="connsiteY29" fmla="*/ 1777972 h 3044825"/>
                  <a:gd name="connsiteX30" fmla="*/ 0 w 1290638"/>
                  <a:gd name="connsiteY30" fmla="*/ 1661479 h 3044825"/>
                  <a:gd name="connsiteX31" fmla="*/ 0 w 1290638"/>
                  <a:gd name="connsiteY31" fmla="*/ 962526 h 3044825"/>
                  <a:gd name="connsiteX32" fmla="*/ 370873 w 1290638"/>
                  <a:gd name="connsiteY32" fmla="*/ 598487 h 3044825"/>
                  <a:gd name="connsiteX33" fmla="*/ 646113 w 1290638"/>
                  <a:gd name="connsiteY33" fmla="*/ 0 h 3044825"/>
                  <a:gd name="connsiteX34" fmla="*/ 920751 w 1290638"/>
                  <a:gd name="connsiteY34" fmla="*/ 269875 h 3044825"/>
                  <a:gd name="connsiteX35" fmla="*/ 646113 w 1290638"/>
                  <a:gd name="connsiteY35" fmla="*/ 539750 h 3044825"/>
                  <a:gd name="connsiteX36" fmla="*/ 371475 w 1290638"/>
                  <a:gd name="connsiteY36" fmla="*/ 269875 h 3044825"/>
                  <a:gd name="connsiteX37" fmla="*/ 646113 w 1290638"/>
                  <a:gd name="connsiteY37" fmla="*/ 0 h 304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90638" h="3044825">
                    <a:moveTo>
                      <a:pt x="370873" y="598487"/>
                    </a:moveTo>
                    <a:cubicBezTo>
                      <a:pt x="370873" y="598487"/>
                      <a:pt x="370873" y="598487"/>
                      <a:pt x="519222" y="598487"/>
                    </a:cubicBezTo>
                    <a:cubicBezTo>
                      <a:pt x="519222" y="598487"/>
                      <a:pt x="519222" y="598487"/>
                      <a:pt x="548892" y="598487"/>
                    </a:cubicBezTo>
                    <a:cubicBezTo>
                      <a:pt x="548892" y="598487"/>
                      <a:pt x="548892" y="598487"/>
                      <a:pt x="919765" y="598487"/>
                    </a:cubicBezTo>
                    <a:cubicBezTo>
                      <a:pt x="1112619" y="598487"/>
                      <a:pt x="1275803" y="758664"/>
                      <a:pt x="1290638" y="962526"/>
                    </a:cubicBezTo>
                    <a:cubicBezTo>
                      <a:pt x="1290638" y="962526"/>
                      <a:pt x="1290638" y="962526"/>
                      <a:pt x="1290638" y="1661479"/>
                    </a:cubicBezTo>
                    <a:cubicBezTo>
                      <a:pt x="1290638" y="1734287"/>
                      <a:pt x="1231299" y="1777972"/>
                      <a:pt x="1171959" y="1777972"/>
                    </a:cubicBezTo>
                    <a:cubicBezTo>
                      <a:pt x="1097784" y="1777972"/>
                      <a:pt x="1053279" y="1734287"/>
                      <a:pt x="1053279" y="1661479"/>
                    </a:cubicBezTo>
                    <a:cubicBezTo>
                      <a:pt x="1053279" y="1661479"/>
                      <a:pt x="1053279" y="1661479"/>
                      <a:pt x="1053279" y="1253756"/>
                    </a:cubicBezTo>
                    <a:cubicBezTo>
                      <a:pt x="1053279" y="1253756"/>
                      <a:pt x="1053279" y="1253756"/>
                      <a:pt x="1053279" y="1006210"/>
                    </a:cubicBezTo>
                    <a:cubicBezTo>
                      <a:pt x="1053279" y="1006210"/>
                      <a:pt x="1053279" y="1006210"/>
                      <a:pt x="993940" y="1006210"/>
                    </a:cubicBezTo>
                    <a:cubicBezTo>
                      <a:pt x="993940" y="1006210"/>
                      <a:pt x="993940" y="1006210"/>
                      <a:pt x="993940" y="1268318"/>
                    </a:cubicBezTo>
                    <a:cubicBezTo>
                      <a:pt x="993940" y="1268318"/>
                      <a:pt x="993940" y="1268318"/>
                      <a:pt x="993940" y="1719725"/>
                    </a:cubicBezTo>
                    <a:cubicBezTo>
                      <a:pt x="993940" y="1719725"/>
                      <a:pt x="993940" y="1719725"/>
                      <a:pt x="993940" y="1777972"/>
                    </a:cubicBezTo>
                    <a:cubicBezTo>
                      <a:pt x="993940" y="1777972"/>
                      <a:pt x="993940" y="1777972"/>
                      <a:pt x="993940" y="2884648"/>
                    </a:cubicBezTo>
                    <a:cubicBezTo>
                      <a:pt x="993940" y="2972017"/>
                      <a:pt x="919765" y="3044825"/>
                      <a:pt x="830756" y="3044825"/>
                    </a:cubicBezTo>
                    <a:cubicBezTo>
                      <a:pt x="741746" y="3044825"/>
                      <a:pt x="667572" y="2972017"/>
                      <a:pt x="667572" y="2884648"/>
                    </a:cubicBezTo>
                    <a:cubicBezTo>
                      <a:pt x="667572" y="2884648"/>
                      <a:pt x="667572" y="2884648"/>
                      <a:pt x="667572" y="1777972"/>
                    </a:cubicBezTo>
                    <a:cubicBezTo>
                      <a:pt x="667572" y="1777972"/>
                      <a:pt x="667572" y="1777972"/>
                      <a:pt x="608232" y="1777972"/>
                    </a:cubicBezTo>
                    <a:cubicBezTo>
                      <a:pt x="608232" y="1777972"/>
                      <a:pt x="608232" y="1777972"/>
                      <a:pt x="608232" y="2884648"/>
                    </a:cubicBezTo>
                    <a:cubicBezTo>
                      <a:pt x="608232" y="2972017"/>
                      <a:pt x="548892" y="3044825"/>
                      <a:pt x="459883" y="3044825"/>
                    </a:cubicBezTo>
                    <a:cubicBezTo>
                      <a:pt x="370873" y="3044825"/>
                      <a:pt x="296698" y="2972017"/>
                      <a:pt x="296698" y="2884648"/>
                    </a:cubicBezTo>
                    <a:cubicBezTo>
                      <a:pt x="296698" y="2884648"/>
                      <a:pt x="296698" y="2884648"/>
                      <a:pt x="296698" y="1777972"/>
                    </a:cubicBezTo>
                    <a:cubicBezTo>
                      <a:pt x="296698" y="1777972"/>
                      <a:pt x="296698" y="1777972"/>
                      <a:pt x="296698" y="1719725"/>
                    </a:cubicBezTo>
                    <a:cubicBezTo>
                      <a:pt x="296698" y="1719725"/>
                      <a:pt x="296698" y="1719725"/>
                      <a:pt x="296698" y="1268318"/>
                    </a:cubicBezTo>
                    <a:cubicBezTo>
                      <a:pt x="296698" y="1268318"/>
                      <a:pt x="296698" y="1268318"/>
                      <a:pt x="296698" y="1006210"/>
                    </a:cubicBezTo>
                    <a:cubicBezTo>
                      <a:pt x="296698" y="1006210"/>
                      <a:pt x="296698" y="1006210"/>
                      <a:pt x="237358" y="1006210"/>
                    </a:cubicBezTo>
                    <a:cubicBezTo>
                      <a:pt x="237358" y="1006210"/>
                      <a:pt x="237358" y="1006210"/>
                      <a:pt x="237358" y="1253756"/>
                    </a:cubicBezTo>
                    <a:cubicBezTo>
                      <a:pt x="237358" y="1253756"/>
                      <a:pt x="237358" y="1253756"/>
                      <a:pt x="237358" y="1661479"/>
                    </a:cubicBezTo>
                    <a:cubicBezTo>
                      <a:pt x="237358" y="1734287"/>
                      <a:pt x="192854" y="1777972"/>
                      <a:pt x="118679" y="1777972"/>
                    </a:cubicBezTo>
                    <a:cubicBezTo>
                      <a:pt x="59340" y="1777972"/>
                      <a:pt x="0" y="1734287"/>
                      <a:pt x="0" y="1661479"/>
                    </a:cubicBezTo>
                    <a:cubicBezTo>
                      <a:pt x="0" y="1661479"/>
                      <a:pt x="0" y="1661479"/>
                      <a:pt x="0" y="962526"/>
                    </a:cubicBezTo>
                    <a:cubicBezTo>
                      <a:pt x="0" y="758664"/>
                      <a:pt x="178019" y="598487"/>
                      <a:pt x="370873" y="598487"/>
                    </a:cubicBezTo>
                    <a:close/>
                    <a:moveTo>
                      <a:pt x="646113" y="0"/>
                    </a:moveTo>
                    <a:cubicBezTo>
                      <a:pt x="797791" y="0"/>
                      <a:pt x="920751" y="120827"/>
                      <a:pt x="920751" y="269875"/>
                    </a:cubicBezTo>
                    <a:cubicBezTo>
                      <a:pt x="920751" y="418923"/>
                      <a:pt x="797791" y="539750"/>
                      <a:pt x="646113" y="539750"/>
                    </a:cubicBezTo>
                    <a:cubicBezTo>
                      <a:pt x="494435" y="539750"/>
                      <a:pt x="371475" y="418923"/>
                      <a:pt x="371475" y="269875"/>
                    </a:cubicBezTo>
                    <a:cubicBezTo>
                      <a:pt x="371475" y="120827"/>
                      <a:pt x="494435" y="0"/>
                      <a:pt x="64611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  <p:sp>
            <p:nvSpPr>
              <p:cNvPr id="46" name="Freeform 125">
                <a:extLst>
                  <a:ext uri="{FF2B5EF4-FFF2-40B4-BE49-F238E27FC236}">
                    <a16:creationId xmlns:a16="http://schemas.microsoft.com/office/drawing/2014/main" id="{154732EC-170B-4D1C-A0F9-C0FDEB55EE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7295595" y="4191428"/>
                <a:ext cx="279094" cy="658427"/>
              </a:xfrm>
              <a:custGeom>
                <a:avLst/>
                <a:gdLst>
                  <a:gd name="connsiteX0" fmla="*/ 370873 w 1290638"/>
                  <a:gd name="connsiteY0" fmla="*/ 598487 h 3044825"/>
                  <a:gd name="connsiteX1" fmla="*/ 519222 w 1290638"/>
                  <a:gd name="connsiteY1" fmla="*/ 598487 h 3044825"/>
                  <a:gd name="connsiteX2" fmla="*/ 548892 w 1290638"/>
                  <a:gd name="connsiteY2" fmla="*/ 598487 h 3044825"/>
                  <a:gd name="connsiteX3" fmla="*/ 919765 w 1290638"/>
                  <a:gd name="connsiteY3" fmla="*/ 598487 h 3044825"/>
                  <a:gd name="connsiteX4" fmla="*/ 1290638 w 1290638"/>
                  <a:gd name="connsiteY4" fmla="*/ 962526 h 3044825"/>
                  <a:gd name="connsiteX5" fmla="*/ 1290638 w 1290638"/>
                  <a:gd name="connsiteY5" fmla="*/ 1661479 h 3044825"/>
                  <a:gd name="connsiteX6" fmla="*/ 1171959 w 1290638"/>
                  <a:gd name="connsiteY6" fmla="*/ 1777972 h 3044825"/>
                  <a:gd name="connsiteX7" fmla="*/ 1053279 w 1290638"/>
                  <a:gd name="connsiteY7" fmla="*/ 1661479 h 3044825"/>
                  <a:gd name="connsiteX8" fmla="*/ 1053279 w 1290638"/>
                  <a:gd name="connsiteY8" fmla="*/ 1253756 h 3044825"/>
                  <a:gd name="connsiteX9" fmla="*/ 1053279 w 1290638"/>
                  <a:gd name="connsiteY9" fmla="*/ 1006210 h 3044825"/>
                  <a:gd name="connsiteX10" fmla="*/ 993940 w 1290638"/>
                  <a:gd name="connsiteY10" fmla="*/ 1006210 h 3044825"/>
                  <a:gd name="connsiteX11" fmla="*/ 993940 w 1290638"/>
                  <a:gd name="connsiteY11" fmla="*/ 1268318 h 3044825"/>
                  <a:gd name="connsiteX12" fmla="*/ 993940 w 1290638"/>
                  <a:gd name="connsiteY12" fmla="*/ 1719725 h 3044825"/>
                  <a:gd name="connsiteX13" fmla="*/ 993940 w 1290638"/>
                  <a:gd name="connsiteY13" fmla="*/ 1777972 h 3044825"/>
                  <a:gd name="connsiteX14" fmla="*/ 993940 w 1290638"/>
                  <a:gd name="connsiteY14" fmla="*/ 2884648 h 3044825"/>
                  <a:gd name="connsiteX15" fmla="*/ 830756 w 1290638"/>
                  <a:gd name="connsiteY15" fmla="*/ 3044825 h 3044825"/>
                  <a:gd name="connsiteX16" fmla="*/ 667572 w 1290638"/>
                  <a:gd name="connsiteY16" fmla="*/ 2884648 h 3044825"/>
                  <a:gd name="connsiteX17" fmla="*/ 667572 w 1290638"/>
                  <a:gd name="connsiteY17" fmla="*/ 1777972 h 3044825"/>
                  <a:gd name="connsiteX18" fmla="*/ 608232 w 1290638"/>
                  <a:gd name="connsiteY18" fmla="*/ 1777972 h 3044825"/>
                  <a:gd name="connsiteX19" fmla="*/ 608232 w 1290638"/>
                  <a:gd name="connsiteY19" fmla="*/ 2884648 h 3044825"/>
                  <a:gd name="connsiteX20" fmla="*/ 459883 w 1290638"/>
                  <a:gd name="connsiteY20" fmla="*/ 3044825 h 3044825"/>
                  <a:gd name="connsiteX21" fmla="*/ 296698 w 1290638"/>
                  <a:gd name="connsiteY21" fmla="*/ 2884648 h 3044825"/>
                  <a:gd name="connsiteX22" fmla="*/ 296698 w 1290638"/>
                  <a:gd name="connsiteY22" fmla="*/ 1777972 h 3044825"/>
                  <a:gd name="connsiteX23" fmla="*/ 296698 w 1290638"/>
                  <a:gd name="connsiteY23" fmla="*/ 1719725 h 3044825"/>
                  <a:gd name="connsiteX24" fmla="*/ 296698 w 1290638"/>
                  <a:gd name="connsiteY24" fmla="*/ 1268318 h 3044825"/>
                  <a:gd name="connsiteX25" fmla="*/ 296698 w 1290638"/>
                  <a:gd name="connsiteY25" fmla="*/ 1006210 h 3044825"/>
                  <a:gd name="connsiteX26" fmla="*/ 237358 w 1290638"/>
                  <a:gd name="connsiteY26" fmla="*/ 1006210 h 3044825"/>
                  <a:gd name="connsiteX27" fmla="*/ 237358 w 1290638"/>
                  <a:gd name="connsiteY27" fmla="*/ 1253756 h 3044825"/>
                  <a:gd name="connsiteX28" fmla="*/ 237358 w 1290638"/>
                  <a:gd name="connsiteY28" fmla="*/ 1661479 h 3044825"/>
                  <a:gd name="connsiteX29" fmla="*/ 118679 w 1290638"/>
                  <a:gd name="connsiteY29" fmla="*/ 1777972 h 3044825"/>
                  <a:gd name="connsiteX30" fmla="*/ 0 w 1290638"/>
                  <a:gd name="connsiteY30" fmla="*/ 1661479 h 3044825"/>
                  <a:gd name="connsiteX31" fmla="*/ 0 w 1290638"/>
                  <a:gd name="connsiteY31" fmla="*/ 962526 h 3044825"/>
                  <a:gd name="connsiteX32" fmla="*/ 370873 w 1290638"/>
                  <a:gd name="connsiteY32" fmla="*/ 598487 h 3044825"/>
                  <a:gd name="connsiteX33" fmla="*/ 646113 w 1290638"/>
                  <a:gd name="connsiteY33" fmla="*/ 0 h 3044825"/>
                  <a:gd name="connsiteX34" fmla="*/ 920751 w 1290638"/>
                  <a:gd name="connsiteY34" fmla="*/ 269875 h 3044825"/>
                  <a:gd name="connsiteX35" fmla="*/ 646113 w 1290638"/>
                  <a:gd name="connsiteY35" fmla="*/ 539750 h 3044825"/>
                  <a:gd name="connsiteX36" fmla="*/ 371475 w 1290638"/>
                  <a:gd name="connsiteY36" fmla="*/ 269875 h 3044825"/>
                  <a:gd name="connsiteX37" fmla="*/ 646113 w 1290638"/>
                  <a:gd name="connsiteY37" fmla="*/ 0 h 304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90638" h="3044825">
                    <a:moveTo>
                      <a:pt x="370873" y="598487"/>
                    </a:moveTo>
                    <a:cubicBezTo>
                      <a:pt x="370873" y="598487"/>
                      <a:pt x="370873" y="598487"/>
                      <a:pt x="519222" y="598487"/>
                    </a:cubicBezTo>
                    <a:cubicBezTo>
                      <a:pt x="519222" y="598487"/>
                      <a:pt x="519222" y="598487"/>
                      <a:pt x="548892" y="598487"/>
                    </a:cubicBezTo>
                    <a:cubicBezTo>
                      <a:pt x="548892" y="598487"/>
                      <a:pt x="548892" y="598487"/>
                      <a:pt x="919765" y="598487"/>
                    </a:cubicBezTo>
                    <a:cubicBezTo>
                      <a:pt x="1112619" y="598487"/>
                      <a:pt x="1275803" y="758664"/>
                      <a:pt x="1290638" y="962526"/>
                    </a:cubicBezTo>
                    <a:cubicBezTo>
                      <a:pt x="1290638" y="962526"/>
                      <a:pt x="1290638" y="962526"/>
                      <a:pt x="1290638" y="1661479"/>
                    </a:cubicBezTo>
                    <a:cubicBezTo>
                      <a:pt x="1290638" y="1734287"/>
                      <a:pt x="1231299" y="1777972"/>
                      <a:pt x="1171959" y="1777972"/>
                    </a:cubicBezTo>
                    <a:cubicBezTo>
                      <a:pt x="1097784" y="1777972"/>
                      <a:pt x="1053279" y="1734287"/>
                      <a:pt x="1053279" y="1661479"/>
                    </a:cubicBezTo>
                    <a:cubicBezTo>
                      <a:pt x="1053279" y="1661479"/>
                      <a:pt x="1053279" y="1661479"/>
                      <a:pt x="1053279" y="1253756"/>
                    </a:cubicBezTo>
                    <a:cubicBezTo>
                      <a:pt x="1053279" y="1253756"/>
                      <a:pt x="1053279" y="1253756"/>
                      <a:pt x="1053279" y="1006210"/>
                    </a:cubicBezTo>
                    <a:cubicBezTo>
                      <a:pt x="1053279" y="1006210"/>
                      <a:pt x="1053279" y="1006210"/>
                      <a:pt x="993940" y="1006210"/>
                    </a:cubicBezTo>
                    <a:cubicBezTo>
                      <a:pt x="993940" y="1006210"/>
                      <a:pt x="993940" y="1006210"/>
                      <a:pt x="993940" y="1268318"/>
                    </a:cubicBezTo>
                    <a:cubicBezTo>
                      <a:pt x="993940" y="1268318"/>
                      <a:pt x="993940" y="1268318"/>
                      <a:pt x="993940" y="1719725"/>
                    </a:cubicBezTo>
                    <a:cubicBezTo>
                      <a:pt x="993940" y="1719725"/>
                      <a:pt x="993940" y="1719725"/>
                      <a:pt x="993940" y="1777972"/>
                    </a:cubicBezTo>
                    <a:cubicBezTo>
                      <a:pt x="993940" y="1777972"/>
                      <a:pt x="993940" y="1777972"/>
                      <a:pt x="993940" y="2884648"/>
                    </a:cubicBezTo>
                    <a:cubicBezTo>
                      <a:pt x="993940" y="2972017"/>
                      <a:pt x="919765" y="3044825"/>
                      <a:pt x="830756" y="3044825"/>
                    </a:cubicBezTo>
                    <a:cubicBezTo>
                      <a:pt x="741746" y="3044825"/>
                      <a:pt x="667572" y="2972017"/>
                      <a:pt x="667572" y="2884648"/>
                    </a:cubicBezTo>
                    <a:cubicBezTo>
                      <a:pt x="667572" y="2884648"/>
                      <a:pt x="667572" y="2884648"/>
                      <a:pt x="667572" y="1777972"/>
                    </a:cubicBezTo>
                    <a:cubicBezTo>
                      <a:pt x="667572" y="1777972"/>
                      <a:pt x="667572" y="1777972"/>
                      <a:pt x="608232" y="1777972"/>
                    </a:cubicBezTo>
                    <a:cubicBezTo>
                      <a:pt x="608232" y="1777972"/>
                      <a:pt x="608232" y="1777972"/>
                      <a:pt x="608232" y="2884648"/>
                    </a:cubicBezTo>
                    <a:cubicBezTo>
                      <a:pt x="608232" y="2972017"/>
                      <a:pt x="548892" y="3044825"/>
                      <a:pt x="459883" y="3044825"/>
                    </a:cubicBezTo>
                    <a:cubicBezTo>
                      <a:pt x="370873" y="3044825"/>
                      <a:pt x="296698" y="2972017"/>
                      <a:pt x="296698" y="2884648"/>
                    </a:cubicBezTo>
                    <a:cubicBezTo>
                      <a:pt x="296698" y="2884648"/>
                      <a:pt x="296698" y="2884648"/>
                      <a:pt x="296698" y="1777972"/>
                    </a:cubicBezTo>
                    <a:cubicBezTo>
                      <a:pt x="296698" y="1777972"/>
                      <a:pt x="296698" y="1777972"/>
                      <a:pt x="296698" y="1719725"/>
                    </a:cubicBezTo>
                    <a:cubicBezTo>
                      <a:pt x="296698" y="1719725"/>
                      <a:pt x="296698" y="1719725"/>
                      <a:pt x="296698" y="1268318"/>
                    </a:cubicBezTo>
                    <a:cubicBezTo>
                      <a:pt x="296698" y="1268318"/>
                      <a:pt x="296698" y="1268318"/>
                      <a:pt x="296698" y="1006210"/>
                    </a:cubicBezTo>
                    <a:cubicBezTo>
                      <a:pt x="296698" y="1006210"/>
                      <a:pt x="296698" y="1006210"/>
                      <a:pt x="237358" y="1006210"/>
                    </a:cubicBezTo>
                    <a:cubicBezTo>
                      <a:pt x="237358" y="1006210"/>
                      <a:pt x="237358" y="1006210"/>
                      <a:pt x="237358" y="1253756"/>
                    </a:cubicBezTo>
                    <a:cubicBezTo>
                      <a:pt x="237358" y="1253756"/>
                      <a:pt x="237358" y="1253756"/>
                      <a:pt x="237358" y="1661479"/>
                    </a:cubicBezTo>
                    <a:cubicBezTo>
                      <a:pt x="237358" y="1734287"/>
                      <a:pt x="192854" y="1777972"/>
                      <a:pt x="118679" y="1777972"/>
                    </a:cubicBezTo>
                    <a:cubicBezTo>
                      <a:pt x="59340" y="1777972"/>
                      <a:pt x="0" y="1734287"/>
                      <a:pt x="0" y="1661479"/>
                    </a:cubicBezTo>
                    <a:cubicBezTo>
                      <a:pt x="0" y="1661479"/>
                      <a:pt x="0" y="1661479"/>
                      <a:pt x="0" y="962526"/>
                    </a:cubicBezTo>
                    <a:cubicBezTo>
                      <a:pt x="0" y="758664"/>
                      <a:pt x="178019" y="598487"/>
                      <a:pt x="370873" y="598487"/>
                    </a:cubicBezTo>
                    <a:close/>
                    <a:moveTo>
                      <a:pt x="646113" y="0"/>
                    </a:moveTo>
                    <a:cubicBezTo>
                      <a:pt x="797791" y="0"/>
                      <a:pt x="920751" y="120827"/>
                      <a:pt x="920751" y="269875"/>
                    </a:cubicBezTo>
                    <a:cubicBezTo>
                      <a:pt x="920751" y="418923"/>
                      <a:pt x="797791" y="539750"/>
                      <a:pt x="646113" y="539750"/>
                    </a:cubicBezTo>
                    <a:cubicBezTo>
                      <a:pt x="494435" y="539750"/>
                      <a:pt x="371475" y="418923"/>
                      <a:pt x="371475" y="269875"/>
                    </a:cubicBezTo>
                    <a:cubicBezTo>
                      <a:pt x="371475" y="120827"/>
                      <a:pt x="494435" y="0"/>
                      <a:pt x="64611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  <p:sp>
            <p:nvSpPr>
              <p:cNvPr id="47" name="Freeform 126">
                <a:extLst>
                  <a:ext uri="{FF2B5EF4-FFF2-40B4-BE49-F238E27FC236}">
                    <a16:creationId xmlns:a16="http://schemas.microsoft.com/office/drawing/2014/main" id="{6E9A26F6-9277-4B7D-AE77-5D87815E5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6973560" y="4191426"/>
                <a:ext cx="279094" cy="658427"/>
              </a:xfrm>
              <a:custGeom>
                <a:avLst/>
                <a:gdLst>
                  <a:gd name="connsiteX0" fmla="*/ 370873 w 1290638"/>
                  <a:gd name="connsiteY0" fmla="*/ 598487 h 3044825"/>
                  <a:gd name="connsiteX1" fmla="*/ 519222 w 1290638"/>
                  <a:gd name="connsiteY1" fmla="*/ 598487 h 3044825"/>
                  <a:gd name="connsiteX2" fmla="*/ 548892 w 1290638"/>
                  <a:gd name="connsiteY2" fmla="*/ 598487 h 3044825"/>
                  <a:gd name="connsiteX3" fmla="*/ 919765 w 1290638"/>
                  <a:gd name="connsiteY3" fmla="*/ 598487 h 3044825"/>
                  <a:gd name="connsiteX4" fmla="*/ 1290638 w 1290638"/>
                  <a:gd name="connsiteY4" fmla="*/ 962526 h 3044825"/>
                  <a:gd name="connsiteX5" fmla="*/ 1290638 w 1290638"/>
                  <a:gd name="connsiteY5" fmla="*/ 1661479 h 3044825"/>
                  <a:gd name="connsiteX6" fmla="*/ 1171959 w 1290638"/>
                  <a:gd name="connsiteY6" fmla="*/ 1777972 h 3044825"/>
                  <a:gd name="connsiteX7" fmla="*/ 1053279 w 1290638"/>
                  <a:gd name="connsiteY7" fmla="*/ 1661479 h 3044825"/>
                  <a:gd name="connsiteX8" fmla="*/ 1053279 w 1290638"/>
                  <a:gd name="connsiteY8" fmla="*/ 1253756 h 3044825"/>
                  <a:gd name="connsiteX9" fmla="*/ 1053279 w 1290638"/>
                  <a:gd name="connsiteY9" fmla="*/ 1006210 h 3044825"/>
                  <a:gd name="connsiteX10" fmla="*/ 993940 w 1290638"/>
                  <a:gd name="connsiteY10" fmla="*/ 1006210 h 3044825"/>
                  <a:gd name="connsiteX11" fmla="*/ 993940 w 1290638"/>
                  <a:gd name="connsiteY11" fmla="*/ 1268318 h 3044825"/>
                  <a:gd name="connsiteX12" fmla="*/ 993940 w 1290638"/>
                  <a:gd name="connsiteY12" fmla="*/ 1719725 h 3044825"/>
                  <a:gd name="connsiteX13" fmla="*/ 993940 w 1290638"/>
                  <a:gd name="connsiteY13" fmla="*/ 1777972 h 3044825"/>
                  <a:gd name="connsiteX14" fmla="*/ 993940 w 1290638"/>
                  <a:gd name="connsiteY14" fmla="*/ 2884648 h 3044825"/>
                  <a:gd name="connsiteX15" fmla="*/ 830756 w 1290638"/>
                  <a:gd name="connsiteY15" fmla="*/ 3044825 h 3044825"/>
                  <a:gd name="connsiteX16" fmla="*/ 667572 w 1290638"/>
                  <a:gd name="connsiteY16" fmla="*/ 2884648 h 3044825"/>
                  <a:gd name="connsiteX17" fmla="*/ 667572 w 1290638"/>
                  <a:gd name="connsiteY17" fmla="*/ 1777972 h 3044825"/>
                  <a:gd name="connsiteX18" fmla="*/ 608232 w 1290638"/>
                  <a:gd name="connsiteY18" fmla="*/ 1777972 h 3044825"/>
                  <a:gd name="connsiteX19" fmla="*/ 608232 w 1290638"/>
                  <a:gd name="connsiteY19" fmla="*/ 2884648 h 3044825"/>
                  <a:gd name="connsiteX20" fmla="*/ 459883 w 1290638"/>
                  <a:gd name="connsiteY20" fmla="*/ 3044825 h 3044825"/>
                  <a:gd name="connsiteX21" fmla="*/ 296698 w 1290638"/>
                  <a:gd name="connsiteY21" fmla="*/ 2884648 h 3044825"/>
                  <a:gd name="connsiteX22" fmla="*/ 296698 w 1290638"/>
                  <a:gd name="connsiteY22" fmla="*/ 1777972 h 3044825"/>
                  <a:gd name="connsiteX23" fmla="*/ 296698 w 1290638"/>
                  <a:gd name="connsiteY23" fmla="*/ 1719725 h 3044825"/>
                  <a:gd name="connsiteX24" fmla="*/ 296698 w 1290638"/>
                  <a:gd name="connsiteY24" fmla="*/ 1268318 h 3044825"/>
                  <a:gd name="connsiteX25" fmla="*/ 296698 w 1290638"/>
                  <a:gd name="connsiteY25" fmla="*/ 1006210 h 3044825"/>
                  <a:gd name="connsiteX26" fmla="*/ 237358 w 1290638"/>
                  <a:gd name="connsiteY26" fmla="*/ 1006210 h 3044825"/>
                  <a:gd name="connsiteX27" fmla="*/ 237358 w 1290638"/>
                  <a:gd name="connsiteY27" fmla="*/ 1253756 h 3044825"/>
                  <a:gd name="connsiteX28" fmla="*/ 237358 w 1290638"/>
                  <a:gd name="connsiteY28" fmla="*/ 1661479 h 3044825"/>
                  <a:gd name="connsiteX29" fmla="*/ 118679 w 1290638"/>
                  <a:gd name="connsiteY29" fmla="*/ 1777972 h 3044825"/>
                  <a:gd name="connsiteX30" fmla="*/ 0 w 1290638"/>
                  <a:gd name="connsiteY30" fmla="*/ 1661479 h 3044825"/>
                  <a:gd name="connsiteX31" fmla="*/ 0 w 1290638"/>
                  <a:gd name="connsiteY31" fmla="*/ 962526 h 3044825"/>
                  <a:gd name="connsiteX32" fmla="*/ 370873 w 1290638"/>
                  <a:gd name="connsiteY32" fmla="*/ 598487 h 3044825"/>
                  <a:gd name="connsiteX33" fmla="*/ 646113 w 1290638"/>
                  <a:gd name="connsiteY33" fmla="*/ 0 h 3044825"/>
                  <a:gd name="connsiteX34" fmla="*/ 920751 w 1290638"/>
                  <a:gd name="connsiteY34" fmla="*/ 269875 h 3044825"/>
                  <a:gd name="connsiteX35" fmla="*/ 646113 w 1290638"/>
                  <a:gd name="connsiteY35" fmla="*/ 539750 h 3044825"/>
                  <a:gd name="connsiteX36" fmla="*/ 371475 w 1290638"/>
                  <a:gd name="connsiteY36" fmla="*/ 269875 h 3044825"/>
                  <a:gd name="connsiteX37" fmla="*/ 646113 w 1290638"/>
                  <a:gd name="connsiteY37" fmla="*/ 0 h 304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90638" h="3044825">
                    <a:moveTo>
                      <a:pt x="370873" y="598487"/>
                    </a:moveTo>
                    <a:cubicBezTo>
                      <a:pt x="370873" y="598487"/>
                      <a:pt x="370873" y="598487"/>
                      <a:pt x="519222" y="598487"/>
                    </a:cubicBezTo>
                    <a:cubicBezTo>
                      <a:pt x="519222" y="598487"/>
                      <a:pt x="519222" y="598487"/>
                      <a:pt x="548892" y="598487"/>
                    </a:cubicBezTo>
                    <a:cubicBezTo>
                      <a:pt x="548892" y="598487"/>
                      <a:pt x="548892" y="598487"/>
                      <a:pt x="919765" y="598487"/>
                    </a:cubicBezTo>
                    <a:cubicBezTo>
                      <a:pt x="1112619" y="598487"/>
                      <a:pt x="1275803" y="758664"/>
                      <a:pt x="1290638" y="962526"/>
                    </a:cubicBezTo>
                    <a:cubicBezTo>
                      <a:pt x="1290638" y="962526"/>
                      <a:pt x="1290638" y="962526"/>
                      <a:pt x="1290638" y="1661479"/>
                    </a:cubicBezTo>
                    <a:cubicBezTo>
                      <a:pt x="1290638" y="1734287"/>
                      <a:pt x="1231299" y="1777972"/>
                      <a:pt x="1171959" y="1777972"/>
                    </a:cubicBezTo>
                    <a:cubicBezTo>
                      <a:pt x="1097784" y="1777972"/>
                      <a:pt x="1053279" y="1734287"/>
                      <a:pt x="1053279" y="1661479"/>
                    </a:cubicBezTo>
                    <a:cubicBezTo>
                      <a:pt x="1053279" y="1661479"/>
                      <a:pt x="1053279" y="1661479"/>
                      <a:pt x="1053279" y="1253756"/>
                    </a:cubicBezTo>
                    <a:cubicBezTo>
                      <a:pt x="1053279" y="1253756"/>
                      <a:pt x="1053279" y="1253756"/>
                      <a:pt x="1053279" y="1006210"/>
                    </a:cubicBezTo>
                    <a:cubicBezTo>
                      <a:pt x="1053279" y="1006210"/>
                      <a:pt x="1053279" y="1006210"/>
                      <a:pt x="993940" y="1006210"/>
                    </a:cubicBezTo>
                    <a:cubicBezTo>
                      <a:pt x="993940" y="1006210"/>
                      <a:pt x="993940" y="1006210"/>
                      <a:pt x="993940" y="1268318"/>
                    </a:cubicBezTo>
                    <a:cubicBezTo>
                      <a:pt x="993940" y="1268318"/>
                      <a:pt x="993940" y="1268318"/>
                      <a:pt x="993940" y="1719725"/>
                    </a:cubicBezTo>
                    <a:cubicBezTo>
                      <a:pt x="993940" y="1719725"/>
                      <a:pt x="993940" y="1719725"/>
                      <a:pt x="993940" y="1777972"/>
                    </a:cubicBezTo>
                    <a:cubicBezTo>
                      <a:pt x="993940" y="1777972"/>
                      <a:pt x="993940" y="1777972"/>
                      <a:pt x="993940" y="2884648"/>
                    </a:cubicBezTo>
                    <a:cubicBezTo>
                      <a:pt x="993940" y="2972017"/>
                      <a:pt x="919765" y="3044825"/>
                      <a:pt x="830756" y="3044825"/>
                    </a:cubicBezTo>
                    <a:cubicBezTo>
                      <a:pt x="741746" y="3044825"/>
                      <a:pt x="667572" y="2972017"/>
                      <a:pt x="667572" y="2884648"/>
                    </a:cubicBezTo>
                    <a:cubicBezTo>
                      <a:pt x="667572" y="2884648"/>
                      <a:pt x="667572" y="2884648"/>
                      <a:pt x="667572" y="1777972"/>
                    </a:cubicBezTo>
                    <a:cubicBezTo>
                      <a:pt x="667572" y="1777972"/>
                      <a:pt x="667572" y="1777972"/>
                      <a:pt x="608232" y="1777972"/>
                    </a:cubicBezTo>
                    <a:cubicBezTo>
                      <a:pt x="608232" y="1777972"/>
                      <a:pt x="608232" y="1777972"/>
                      <a:pt x="608232" y="2884648"/>
                    </a:cubicBezTo>
                    <a:cubicBezTo>
                      <a:pt x="608232" y="2972017"/>
                      <a:pt x="548892" y="3044825"/>
                      <a:pt x="459883" y="3044825"/>
                    </a:cubicBezTo>
                    <a:cubicBezTo>
                      <a:pt x="370873" y="3044825"/>
                      <a:pt x="296698" y="2972017"/>
                      <a:pt x="296698" y="2884648"/>
                    </a:cubicBezTo>
                    <a:cubicBezTo>
                      <a:pt x="296698" y="2884648"/>
                      <a:pt x="296698" y="2884648"/>
                      <a:pt x="296698" y="1777972"/>
                    </a:cubicBezTo>
                    <a:cubicBezTo>
                      <a:pt x="296698" y="1777972"/>
                      <a:pt x="296698" y="1777972"/>
                      <a:pt x="296698" y="1719725"/>
                    </a:cubicBezTo>
                    <a:cubicBezTo>
                      <a:pt x="296698" y="1719725"/>
                      <a:pt x="296698" y="1719725"/>
                      <a:pt x="296698" y="1268318"/>
                    </a:cubicBezTo>
                    <a:cubicBezTo>
                      <a:pt x="296698" y="1268318"/>
                      <a:pt x="296698" y="1268318"/>
                      <a:pt x="296698" y="1006210"/>
                    </a:cubicBezTo>
                    <a:cubicBezTo>
                      <a:pt x="296698" y="1006210"/>
                      <a:pt x="296698" y="1006210"/>
                      <a:pt x="237358" y="1006210"/>
                    </a:cubicBezTo>
                    <a:cubicBezTo>
                      <a:pt x="237358" y="1006210"/>
                      <a:pt x="237358" y="1006210"/>
                      <a:pt x="237358" y="1253756"/>
                    </a:cubicBezTo>
                    <a:cubicBezTo>
                      <a:pt x="237358" y="1253756"/>
                      <a:pt x="237358" y="1253756"/>
                      <a:pt x="237358" y="1661479"/>
                    </a:cubicBezTo>
                    <a:cubicBezTo>
                      <a:pt x="237358" y="1734287"/>
                      <a:pt x="192854" y="1777972"/>
                      <a:pt x="118679" y="1777972"/>
                    </a:cubicBezTo>
                    <a:cubicBezTo>
                      <a:pt x="59340" y="1777972"/>
                      <a:pt x="0" y="1734287"/>
                      <a:pt x="0" y="1661479"/>
                    </a:cubicBezTo>
                    <a:cubicBezTo>
                      <a:pt x="0" y="1661479"/>
                      <a:pt x="0" y="1661479"/>
                      <a:pt x="0" y="962526"/>
                    </a:cubicBezTo>
                    <a:cubicBezTo>
                      <a:pt x="0" y="758664"/>
                      <a:pt x="178019" y="598487"/>
                      <a:pt x="370873" y="598487"/>
                    </a:cubicBezTo>
                    <a:close/>
                    <a:moveTo>
                      <a:pt x="646113" y="0"/>
                    </a:moveTo>
                    <a:cubicBezTo>
                      <a:pt x="797791" y="0"/>
                      <a:pt x="920751" y="120827"/>
                      <a:pt x="920751" y="269875"/>
                    </a:cubicBezTo>
                    <a:cubicBezTo>
                      <a:pt x="920751" y="418923"/>
                      <a:pt x="797791" y="539750"/>
                      <a:pt x="646113" y="539750"/>
                    </a:cubicBezTo>
                    <a:cubicBezTo>
                      <a:pt x="494435" y="539750"/>
                      <a:pt x="371475" y="418923"/>
                      <a:pt x="371475" y="269875"/>
                    </a:cubicBezTo>
                    <a:cubicBezTo>
                      <a:pt x="371475" y="120827"/>
                      <a:pt x="494435" y="0"/>
                      <a:pt x="64611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  <p:sp>
            <p:nvSpPr>
              <p:cNvPr id="48" name="Freeform 127">
                <a:extLst>
                  <a:ext uri="{FF2B5EF4-FFF2-40B4-BE49-F238E27FC236}">
                    <a16:creationId xmlns:a16="http://schemas.microsoft.com/office/drawing/2014/main" id="{1D6C427C-7118-4CDF-9A93-3904BAE77F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6658943" y="4191428"/>
                <a:ext cx="279094" cy="658427"/>
              </a:xfrm>
              <a:custGeom>
                <a:avLst/>
                <a:gdLst>
                  <a:gd name="connsiteX0" fmla="*/ 370873 w 1290638"/>
                  <a:gd name="connsiteY0" fmla="*/ 598487 h 3044825"/>
                  <a:gd name="connsiteX1" fmla="*/ 519222 w 1290638"/>
                  <a:gd name="connsiteY1" fmla="*/ 598487 h 3044825"/>
                  <a:gd name="connsiteX2" fmla="*/ 548892 w 1290638"/>
                  <a:gd name="connsiteY2" fmla="*/ 598487 h 3044825"/>
                  <a:gd name="connsiteX3" fmla="*/ 919765 w 1290638"/>
                  <a:gd name="connsiteY3" fmla="*/ 598487 h 3044825"/>
                  <a:gd name="connsiteX4" fmla="*/ 1290638 w 1290638"/>
                  <a:gd name="connsiteY4" fmla="*/ 962526 h 3044825"/>
                  <a:gd name="connsiteX5" fmla="*/ 1290638 w 1290638"/>
                  <a:gd name="connsiteY5" fmla="*/ 1661479 h 3044825"/>
                  <a:gd name="connsiteX6" fmla="*/ 1171959 w 1290638"/>
                  <a:gd name="connsiteY6" fmla="*/ 1777972 h 3044825"/>
                  <a:gd name="connsiteX7" fmla="*/ 1053279 w 1290638"/>
                  <a:gd name="connsiteY7" fmla="*/ 1661479 h 3044825"/>
                  <a:gd name="connsiteX8" fmla="*/ 1053279 w 1290638"/>
                  <a:gd name="connsiteY8" fmla="*/ 1253756 h 3044825"/>
                  <a:gd name="connsiteX9" fmla="*/ 1053279 w 1290638"/>
                  <a:gd name="connsiteY9" fmla="*/ 1006210 h 3044825"/>
                  <a:gd name="connsiteX10" fmla="*/ 993940 w 1290638"/>
                  <a:gd name="connsiteY10" fmla="*/ 1006210 h 3044825"/>
                  <a:gd name="connsiteX11" fmla="*/ 993940 w 1290638"/>
                  <a:gd name="connsiteY11" fmla="*/ 1268318 h 3044825"/>
                  <a:gd name="connsiteX12" fmla="*/ 993940 w 1290638"/>
                  <a:gd name="connsiteY12" fmla="*/ 1719725 h 3044825"/>
                  <a:gd name="connsiteX13" fmla="*/ 993940 w 1290638"/>
                  <a:gd name="connsiteY13" fmla="*/ 1777972 h 3044825"/>
                  <a:gd name="connsiteX14" fmla="*/ 993940 w 1290638"/>
                  <a:gd name="connsiteY14" fmla="*/ 2884648 h 3044825"/>
                  <a:gd name="connsiteX15" fmla="*/ 830756 w 1290638"/>
                  <a:gd name="connsiteY15" fmla="*/ 3044825 h 3044825"/>
                  <a:gd name="connsiteX16" fmla="*/ 667572 w 1290638"/>
                  <a:gd name="connsiteY16" fmla="*/ 2884648 h 3044825"/>
                  <a:gd name="connsiteX17" fmla="*/ 667572 w 1290638"/>
                  <a:gd name="connsiteY17" fmla="*/ 1777972 h 3044825"/>
                  <a:gd name="connsiteX18" fmla="*/ 608232 w 1290638"/>
                  <a:gd name="connsiteY18" fmla="*/ 1777972 h 3044825"/>
                  <a:gd name="connsiteX19" fmla="*/ 608232 w 1290638"/>
                  <a:gd name="connsiteY19" fmla="*/ 2884648 h 3044825"/>
                  <a:gd name="connsiteX20" fmla="*/ 459883 w 1290638"/>
                  <a:gd name="connsiteY20" fmla="*/ 3044825 h 3044825"/>
                  <a:gd name="connsiteX21" fmla="*/ 296698 w 1290638"/>
                  <a:gd name="connsiteY21" fmla="*/ 2884648 h 3044825"/>
                  <a:gd name="connsiteX22" fmla="*/ 296698 w 1290638"/>
                  <a:gd name="connsiteY22" fmla="*/ 1777972 h 3044825"/>
                  <a:gd name="connsiteX23" fmla="*/ 296698 w 1290638"/>
                  <a:gd name="connsiteY23" fmla="*/ 1719725 h 3044825"/>
                  <a:gd name="connsiteX24" fmla="*/ 296698 w 1290638"/>
                  <a:gd name="connsiteY24" fmla="*/ 1268318 h 3044825"/>
                  <a:gd name="connsiteX25" fmla="*/ 296698 w 1290638"/>
                  <a:gd name="connsiteY25" fmla="*/ 1006210 h 3044825"/>
                  <a:gd name="connsiteX26" fmla="*/ 237358 w 1290638"/>
                  <a:gd name="connsiteY26" fmla="*/ 1006210 h 3044825"/>
                  <a:gd name="connsiteX27" fmla="*/ 237358 w 1290638"/>
                  <a:gd name="connsiteY27" fmla="*/ 1253756 h 3044825"/>
                  <a:gd name="connsiteX28" fmla="*/ 237358 w 1290638"/>
                  <a:gd name="connsiteY28" fmla="*/ 1661479 h 3044825"/>
                  <a:gd name="connsiteX29" fmla="*/ 118679 w 1290638"/>
                  <a:gd name="connsiteY29" fmla="*/ 1777972 h 3044825"/>
                  <a:gd name="connsiteX30" fmla="*/ 0 w 1290638"/>
                  <a:gd name="connsiteY30" fmla="*/ 1661479 h 3044825"/>
                  <a:gd name="connsiteX31" fmla="*/ 0 w 1290638"/>
                  <a:gd name="connsiteY31" fmla="*/ 962526 h 3044825"/>
                  <a:gd name="connsiteX32" fmla="*/ 370873 w 1290638"/>
                  <a:gd name="connsiteY32" fmla="*/ 598487 h 3044825"/>
                  <a:gd name="connsiteX33" fmla="*/ 646113 w 1290638"/>
                  <a:gd name="connsiteY33" fmla="*/ 0 h 3044825"/>
                  <a:gd name="connsiteX34" fmla="*/ 920751 w 1290638"/>
                  <a:gd name="connsiteY34" fmla="*/ 269875 h 3044825"/>
                  <a:gd name="connsiteX35" fmla="*/ 646113 w 1290638"/>
                  <a:gd name="connsiteY35" fmla="*/ 539750 h 3044825"/>
                  <a:gd name="connsiteX36" fmla="*/ 371475 w 1290638"/>
                  <a:gd name="connsiteY36" fmla="*/ 269875 h 3044825"/>
                  <a:gd name="connsiteX37" fmla="*/ 646113 w 1290638"/>
                  <a:gd name="connsiteY37" fmla="*/ 0 h 304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90638" h="3044825">
                    <a:moveTo>
                      <a:pt x="370873" y="598487"/>
                    </a:moveTo>
                    <a:cubicBezTo>
                      <a:pt x="370873" y="598487"/>
                      <a:pt x="370873" y="598487"/>
                      <a:pt x="519222" y="598487"/>
                    </a:cubicBezTo>
                    <a:cubicBezTo>
                      <a:pt x="519222" y="598487"/>
                      <a:pt x="519222" y="598487"/>
                      <a:pt x="548892" y="598487"/>
                    </a:cubicBezTo>
                    <a:cubicBezTo>
                      <a:pt x="548892" y="598487"/>
                      <a:pt x="548892" y="598487"/>
                      <a:pt x="919765" y="598487"/>
                    </a:cubicBezTo>
                    <a:cubicBezTo>
                      <a:pt x="1112619" y="598487"/>
                      <a:pt x="1275803" y="758664"/>
                      <a:pt x="1290638" y="962526"/>
                    </a:cubicBezTo>
                    <a:cubicBezTo>
                      <a:pt x="1290638" y="962526"/>
                      <a:pt x="1290638" y="962526"/>
                      <a:pt x="1290638" y="1661479"/>
                    </a:cubicBezTo>
                    <a:cubicBezTo>
                      <a:pt x="1290638" y="1734287"/>
                      <a:pt x="1231299" y="1777972"/>
                      <a:pt x="1171959" y="1777972"/>
                    </a:cubicBezTo>
                    <a:cubicBezTo>
                      <a:pt x="1097784" y="1777972"/>
                      <a:pt x="1053279" y="1734287"/>
                      <a:pt x="1053279" y="1661479"/>
                    </a:cubicBezTo>
                    <a:cubicBezTo>
                      <a:pt x="1053279" y="1661479"/>
                      <a:pt x="1053279" y="1661479"/>
                      <a:pt x="1053279" y="1253756"/>
                    </a:cubicBezTo>
                    <a:cubicBezTo>
                      <a:pt x="1053279" y="1253756"/>
                      <a:pt x="1053279" y="1253756"/>
                      <a:pt x="1053279" y="1006210"/>
                    </a:cubicBezTo>
                    <a:cubicBezTo>
                      <a:pt x="1053279" y="1006210"/>
                      <a:pt x="1053279" y="1006210"/>
                      <a:pt x="993940" y="1006210"/>
                    </a:cubicBezTo>
                    <a:cubicBezTo>
                      <a:pt x="993940" y="1006210"/>
                      <a:pt x="993940" y="1006210"/>
                      <a:pt x="993940" y="1268318"/>
                    </a:cubicBezTo>
                    <a:cubicBezTo>
                      <a:pt x="993940" y="1268318"/>
                      <a:pt x="993940" y="1268318"/>
                      <a:pt x="993940" y="1719725"/>
                    </a:cubicBezTo>
                    <a:cubicBezTo>
                      <a:pt x="993940" y="1719725"/>
                      <a:pt x="993940" y="1719725"/>
                      <a:pt x="993940" y="1777972"/>
                    </a:cubicBezTo>
                    <a:cubicBezTo>
                      <a:pt x="993940" y="1777972"/>
                      <a:pt x="993940" y="1777972"/>
                      <a:pt x="993940" y="2884648"/>
                    </a:cubicBezTo>
                    <a:cubicBezTo>
                      <a:pt x="993940" y="2972017"/>
                      <a:pt x="919765" y="3044825"/>
                      <a:pt x="830756" y="3044825"/>
                    </a:cubicBezTo>
                    <a:cubicBezTo>
                      <a:pt x="741746" y="3044825"/>
                      <a:pt x="667572" y="2972017"/>
                      <a:pt x="667572" y="2884648"/>
                    </a:cubicBezTo>
                    <a:cubicBezTo>
                      <a:pt x="667572" y="2884648"/>
                      <a:pt x="667572" y="2884648"/>
                      <a:pt x="667572" y="1777972"/>
                    </a:cubicBezTo>
                    <a:cubicBezTo>
                      <a:pt x="667572" y="1777972"/>
                      <a:pt x="667572" y="1777972"/>
                      <a:pt x="608232" y="1777972"/>
                    </a:cubicBezTo>
                    <a:cubicBezTo>
                      <a:pt x="608232" y="1777972"/>
                      <a:pt x="608232" y="1777972"/>
                      <a:pt x="608232" y="2884648"/>
                    </a:cubicBezTo>
                    <a:cubicBezTo>
                      <a:pt x="608232" y="2972017"/>
                      <a:pt x="548892" y="3044825"/>
                      <a:pt x="459883" y="3044825"/>
                    </a:cubicBezTo>
                    <a:cubicBezTo>
                      <a:pt x="370873" y="3044825"/>
                      <a:pt x="296698" y="2972017"/>
                      <a:pt x="296698" y="2884648"/>
                    </a:cubicBezTo>
                    <a:cubicBezTo>
                      <a:pt x="296698" y="2884648"/>
                      <a:pt x="296698" y="2884648"/>
                      <a:pt x="296698" y="1777972"/>
                    </a:cubicBezTo>
                    <a:cubicBezTo>
                      <a:pt x="296698" y="1777972"/>
                      <a:pt x="296698" y="1777972"/>
                      <a:pt x="296698" y="1719725"/>
                    </a:cubicBezTo>
                    <a:cubicBezTo>
                      <a:pt x="296698" y="1719725"/>
                      <a:pt x="296698" y="1719725"/>
                      <a:pt x="296698" y="1268318"/>
                    </a:cubicBezTo>
                    <a:cubicBezTo>
                      <a:pt x="296698" y="1268318"/>
                      <a:pt x="296698" y="1268318"/>
                      <a:pt x="296698" y="1006210"/>
                    </a:cubicBezTo>
                    <a:cubicBezTo>
                      <a:pt x="296698" y="1006210"/>
                      <a:pt x="296698" y="1006210"/>
                      <a:pt x="237358" y="1006210"/>
                    </a:cubicBezTo>
                    <a:cubicBezTo>
                      <a:pt x="237358" y="1006210"/>
                      <a:pt x="237358" y="1006210"/>
                      <a:pt x="237358" y="1253756"/>
                    </a:cubicBezTo>
                    <a:cubicBezTo>
                      <a:pt x="237358" y="1253756"/>
                      <a:pt x="237358" y="1253756"/>
                      <a:pt x="237358" y="1661479"/>
                    </a:cubicBezTo>
                    <a:cubicBezTo>
                      <a:pt x="237358" y="1734287"/>
                      <a:pt x="192854" y="1777972"/>
                      <a:pt x="118679" y="1777972"/>
                    </a:cubicBezTo>
                    <a:cubicBezTo>
                      <a:pt x="59340" y="1777972"/>
                      <a:pt x="0" y="1734287"/>
                      <a:pt x="0" y="1661479"/>
                    </a:cubicBezTo>
                    <a:cubicBezTo>
                      <a:pt x="0" y="1661479"/>
                      <a:pt x="0" y="1661479"/>
                      <a:pt x="0" y="962526"/>
                    </a:cubicBezTo>
                    <a:cubicBezTo>
                      <a:pt x="0" y="758664"/>
                      <a:pt x="178019" y="598487"/>
                      <a:pt x="370873" y="598487"/>
                    </a:cubicBezTo>
                    <a:close/>
                    <a:moveTo>
                      <a:pt x="646113" y="0"/>
                    </a:moveTo>
                    <a:cubicBezTo>
                      <a:pt x="797791" y="0"/>
                      <a:pt x="920751" y="120827"/>
                      <a:pt x="920751" y="269875"/>
                    </a:cubicBezTo>
                    <a:cubicBezTo>
                      <a:pt x="920751" y="418923"/>
                      <a:pt x="797791" y="539750"/>
                      <a:pt x="646113" y="539750"/>
                    </a:cubicBezTo>
                    <a:cubicBezTo>
                      <a:pt x="494435" y="539750"/>
                      <a:pt x="371475" y="418923"/>
                      <a:pt x="371475" y="269875"/>
                    </a:cubicBezTo>
                    <a:cubicBezTo>
                      <a:pt x="371475" y="120827"/>
                      <a:pt x="494435" y="0"/>
                      <a:pt x="64611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  <p:sp>
            <p:nvSpPr>
              <p:cNvPr id="49" name="Freeform 128">
                <a:extLst>
                  <a:ext uri="{FF2B5EF4-FFF2-40B4-BE49-F238E27FC236}">
                    <a16:creationId xmlns:a16="http://schemas.microsoft.com/office/drawing/2014/main" id="{C36691C0-2A5E-4F01-B8D3-11A4D73C9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6336907" y="4191426"/>
                <a:ext cx="279094" cy="658427"/>
              </a:xfrm>
              <a:custGeom>
                <a:avLst/>
                <a:gdLst>
                  <a:gd name="connsiteX0" fmla="*/ 370873 w 1290638"/>
                  <a:gd name="connsiteY0" fmla="*/ 598487 h 3044825"/>
                  <a:gd name="connsiteX1" fmla="*/ 519222 w 1290638"/>
                  <a:gd name="connsiteY1" fmla="*/ 598487 h 3044825"/>
                  <a:gd name="connsiteX2" fmla="*/ 548892 w 1290638"/>
                  <a:gd name="connsiteY2" fmla="*/ 598487 h 3044825"/>
                  <a:gd name="connsiteX3" fmla="*/ 919765 w 1290638"/>
                  <a:gd name="connsiteY3" fmla="*/ 598487 h 3044825"/>
                  <a:gd name="connsiteX4" fmla="*/ 1290638 w 1290638"/>
                  <a:gd name="connsiteY4" fmla="*/ 962526 h 3044825"/>
                  <a:gd name="connsiteX5" fmla="*/ 1290638 w 1290638"/>
                  <a:gd name="connsiteY5" fmla="*/ 1661479 h 3044825"/>
                  <a:gd name="connsiteX6" fmla="*/ 1171959 w 1290638"/>
                  <a:gd name="connsiteY6" fmla="*/ 1777972 h 3044825"/>
                  <a:gd name="connsiteX7" fmla="*/ 1053279 w 1290638"/>
                  <a:gd name="connsiteY7" fmla="*/ 1661479 h 3044825"/>
                  <a:gd name="connsiteX8" fmla="*/ 1053279 w 1290638"/>
                  <a:gd name="connsiteY8" fmla="*/ 1253756 h 3044825"/>
                  <a:gd name="connsiteX9" fmla="*/ 1053279 w 1290638"/>
                  <a:gd name="connsiteY9" fmla="*/ 1006210 h 3044825"/>
                  <a:gd name="connsiteX10" fmla="*/ 993940 w 1290638"/>
                  <a:gd name="connsiteY10" fmla="*/ 1006210 h 3044825"/>
                  <a:gd name="connsiteX11" fmla="*/ 993940 w 1290638"/>
                  <a:gd name="connsiteY11" fmla="*/ 1268318 h 3044825"/>
                  <a:gd name="connsiteX12" fmla="*/ 993940 w 1290638"/>
                  <a:gd name="connsiteY12" fmla="*/ 1719725 h 3044825"/>
                  <a:gd name="connsiteX13" fmla="*/ 993940 w 1290638"/>
                  <a:gd name="connsiteY13" fmla="*/ 1777972 h 3044825"/>
                  <a:gd name="connsiteX14" fmla="*/ 993940 w 1290638"/>
                  <a:gd name="connsiteY14" fmla="*/ 2884648 h 3044825"/>
                  <a:gd name="connsiteX15" fmla="*/ 830756 w 1290638"/>
                  <a:gd name="connsiteY15" fmla="*/ 3044825 h 3044825"/>
                  <a:gd name="connsiteX16" fmla="*/ 667572 w 1290638"/>
                  <a:gd name="connsiteY16" fmla="*/ 2884648 h 3044825"/>
                  <a:gd name="connsiteX17" fmla="*/ 667572 w 1290638"/>
                  <a:gd name="connsiteY17" fmla="*/ 1777972 h 3044825"/>
                  <a:gd name="connsiteX18" fmla="*/ 608232 w 1290638"/>
                  <a:gd name="connsiteY18" fmla="*/ 1777972 h 3044825"/>
                  <a:gd name="connsiteX19" fmla="*/ 608232 w 1290638"/>
                  <a:gd name="connsiteY19" fmla="*/ 2884648 h 3044825"/>
                  <a:gd name="connsiteX20" fmla="*/ 459883 w 1290638"/>
                  <a:gd name="connsiteY20" fmla="*/ 3044825 h 3044825"/>
                  <a:gd name="connsiteX21" fmla="*/ 296698 w 1290638"/>
                  <a:gd name="connsiteY21" fmla="*/ 2884648 h 3044825"/>
                  <a:gd name="connsiteX22" fmla="*/ 296698 w 1290638"/>
                  <a:gd name="connsiteY22" fmla="*/ 1777972 h 3044825"/>
                  <a:gd name="connsiteX23" fmla="*/ 296698 w 1290638"/>
                  <a:gd name="connsiteY23" fmla="*/ 1719725 h 3044825"/>
                  <a:gd name="connsiteX24" fmla="*/ 296698 w 1290638"/>
                  <a:gd name="connsiteY24" fmla="*/ 1268318 h 3044825"/>
                  <a:gd name="connsiteX25" fmla="*/ 296698 w 1290638"/>
                  <a:gd name="connsiteY25" fmla="*/ 1006210 h 3044825"/>
                  <a:gd name="connsiteX26" fmla="*/ 237358 w 1290638"/>
                  <a:gd name="connsiteY26" fmla="*/ 1006210 h 3044825"/>
                  <a:gd name="connsiteX27" fmla="*/ 237358 w 1290638"/>
                  <a:gd name="connsiteY27" fmla="*/ 1253756 h 3044825"/>
                  <a:gd name="connsiteX28" fmla="*/ 237358 w 1290638"/>
                  <a:gd name="connsiteY28" fmla="*/ 1661479 h 3044825"/>
                  <a:gd name="connsiteX29" fmla="*/ 118679 w 1290638"/>
                  <a:gd name="connsiteY29" fmla="*/ 1777972 h 3044825"/>
                  <a:gd name="connsiteX30" fmla="*/ 0 w 1290638"/>
                  <a:gd name="connsiteY30" fmla="*/ 1661479 h 3044825"/>
                  <a:gd name="connsiteX31" fmla="*/ 0 w 1290638"/>
                  <a:gd name="connsiteY31" fmla="*/ 962526 h 3044825"/>
                  <a:gd name="connsiteX32" fmla="*/ 370873 w 1290638"/>
                  <a:gd name="connsiteY32" fmla="*/ 598487 h 3044825"/>
                  <a:gd name="connsiteX33" fmla="*/ 646113 w 1290638"/>
                  <a:gd name="connsiteY33" fmla="*/ 0 h 3044825"/>
                  <a:gd name="connsiteX34" fmla="*/ 920751 w 1290638"/>
                  <a:gd name="connsiteY34" fmla="*/ 269875 h 3044825"/>
                  <a:gd name="connsiteX35" fmla="*/ 646113 w 1290638"/>
                  <a:gd name="connsiteY35" fmla="*/ 539750 h 3044825"/>
                  <a:gd name="connsiteX36" fmla="*/ 371475 w 1290638"/>
                  <a:gd name="connsiteY36" fmla="*/ 269875 h 3044825"/>
                  <a:gd name="connsiteX37" fmla="*/ 646113 w 1290638"/>
                  <a:gd name="connsiteY37" fmla="*/ 0 h 304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90638" h="3044825">
                    <a:moveTo>
                      <a:pt x="370873" y="598487"/>
                    </a:moveTo>
                    <a:cubicBezTo>
                      <a:pt x="370873" y="598487"/>
                      <a:pt x="370873" y="598487"/>
                      <a:pt x="519222" y="598487"/>
                    </a:cubicBezTo>
                    <a:cubicBezTo>
                      <a:pt x="519222" y="598487"/>
                      <a:pt x="519222" y="598487"/>
                      <a:pt x="548892" y="598487"/>
                    </a:cubicBezTo>
                    <a:cubicBezTo>
                      <a:pt x="548892" y="598487"/>
                      <a:pt x="548892" y="598487"/>
                      <a:pt x="919765" y="598487"/>
                    </a:cubicBezTo>
                    <a:cubicBezTo>
                      <a:pt x="1112619" y="598487"/>
                      <a:pt x="1275803" y="758664"/>
                      <a:pt x="1290638" y="962526"/>
                    </a:cubicBezTo>
                    <a:cubicBezTo>
                      <a:pt x="1290638" y="962526"/>
                      <a:pt x="1290638" y="962526"/>
                      <a:pt x="1290638" y="1661479"/>
                    </a:cubicBezTo>
                    <a:cubicBezTo>
                      <a:pt x="1290638" y="1734287"/>
                      <a:pt x="1231299" y="1777972"/>
                      <a:pt x="1171959" y="1777972"/>
                    </a:cubicBezTo>
                    <a:cubicBezTo>
                      <a:pt x="1097784" y="1777972"/>
                      <a:pt x="1053279" y="1734287"/>
                      <a:pt x="1053279" y="1661479"/>
                    </a:cubicBezTo>
                    <a:cubicBezTo>
                      <a:pt x="1053279" y="1661479"/>
                      <a:pt x="1053279" y="1661479"/>
                      <a:pt x="1053279" y="1253756"/>
                    </a:cubicBezTo>
                    <a:cubicBezTo>
                      <a:pt x="1053279" y="1253756"/>
                      <a:pt x="1053279" y="1253756"/>
                      <a:pt x="1053279" y="1006210"/>
                    </a:cubicBezTo>
                    <a:cubicBezTo>
                      <a:pt x="1053279" y="1006210"/>
                      <a:pt x="1053279" y="1006210"/>
                      <a:pt x="993940" y="1006210"/>
                    </a:cubicBezTo>
                    <a:cubicBezTo>
                      <a:pt x="993940" y="1006210"/>
                      <a:pt x="993940" y="1006210"/>
                      <a:pt x="993940" y="1268318"/>
                    </a:cubicBezTo>
                    <a:cubicBezTo>
                      <a:pt x="993940" y="1268318"/>
                      <a:pt x="993940" y="1268318"/>
                      <a:pt x="993940" y="1719725"/>
                    </a:cubicBezTo>
                    <a:cubicBezTo>
                      <a:pt x="993940" y="1719725"/>
                      <a:pt x="993940" y="1719725"/>
                      <a:pt x="993940" y="1777972"/>
                    </a:cubicBezTo>
                    <a:cubicBezTo>
                      <a:pt x="993940" y="1777972"/>
                      <a:pt x="993940" y="1777972"/>
                      <a:pt x="993940" y="2884648"/>
                    </a:cubicBezTo>
                    <a:cubicBezTo>
                      <a:pt x="993940" y="2972017"/>
                      <a:pt x="919765" y="3044825"/>
                      <a:pt x="830756" y="3044825"/>
                    </a:cubicBezTo>
                    <a:cubicBezTo>
                      <a:pt x="741746" y="3044825"/>
                      <a:pt x="667572" y="2972017"/>
                      <a:pt x="667572" y="2884648"/>
                    </a:cubicBezTo>
                    <a:cubicBezTo>
                      <a:pt x="667572" y="2884648"/>
                      <a:pt x="667572" y="2884648"/>
                      <a:pt x="667572" y="1777972"/>
                    </a:cubicBezTo>
                    <a:cubicBezTo>
                      <a:pt x="667572" y="1777972"/>
                      <a:pt x="667572" y="1777972"/>
                      <a:pt x="608232" y="1777972"/>
                    </a:cubicBezTo>
                    <a:cubicBezTo>
                      <a:pt x="608232" y="1777972"/>
                      <a:pt x="608232" y="1777972"/>
                      <a:pt x="608232" y="2884648"/>
                    </a:cubicBezTo>
                    <a:cubicBezTo>
                      <a:pt x="608232" y="2972017"/>
                      <a:pt x="548892" y="3044825"/>
                      <a:pt x="459883" y="3044825"/>
                    </a:cubicBezTo>
                    <a:cubicBezTo>
                      <a:pt x="370873" y="3044825"/>
                      <a:pt x="296698" y="2972017"/>
                      <a:pt x="296698" y="2884648"/>
                    </a:cubicBezTo>
                    <a:cubicBezTo>
                      <a:pt x="296698" y="2884648"/>
                      <a:pt x="296698" y="2884648"/>
                      <a:pt x="296698" y="1777972"/>
                    </a:cubicBezTo>
                    <a:cubicBezTo>
                      <a:pt x="296698" y="1777972"/>
                      <a:pt x="296698" y="1777972"/>
                      <a:pt x="296698" y="1719725"/>
                    </a:cubicBezTo>
                    <a:cubicBezTo>
                      <a:pt x="296698" y="1719725"/>
                      <a:pt x="296698" y="1719725"/>
                      <a:pt x="296698" y="1268318"/>
                    </a:cubicBezTo>
                    <a:cubicBezTo>
                      <a:pt x="296698" y="1268318"/>
                      <a:pt x="296698" y="1268318"/>
                      <a:pt x="296698" y="1006210"/>
                    </a:cubicBezTo>
                    <a:cubicBezTo>
                      <a:pt x="296698" y="1006210"/>
                      <a:pt x="296698" y="1006210"/>
                      <a:pt x="237358" y="1006210"/>
                    </a:cubicBezTo>
                    <a:cubicBezTo>
                      <a:pt x="237358" y="1006210"/>
                      <a:pt x="237358" y="1006210"/>
                      <a:pt x="237358" y="1253756"/>
                    </a:cubicBezTo>
                    <a:cubicBezTo>
                      <a:pt x="237358" y="1253756"/>
                      <a:pt x="237358" y="1253756"/>
                      <a:pt x="237358" y="1661479"/>
                    </a:cubicBezTo>
                    <a:cubicBezTo>
                      <a:pt x="237358" y="1734287"/>
                      <a:pt x="192854" y="1777972"/>
                      <a:pt x="118679" y="1777972"/>
                    </a:cubicBezTo>
                    <a:cubicBezTo>
                      <a:pt x="59340" y="1777972"/>
                      <a:pt x="0" y="1734287"/>
                      <a:pt x="0" y="1661479"/>
                    </a:cubicBezTo>
                    <a:cubicBezTo>
                      <a:pt x="0" y="1661479"/>
                      <a:pt x="0" y="1661479"/>
                      <a:pt x="0" y="962526"/>
                    </a:cubicBezTo>
                    <a:cubicBezTo>
                      <a:pt x="0" y="758664"/>
                      <a:pt x="178019" y="598487"/>
                      <a:pt x="370873" y="598487"/>
                    </a:cubicBezTo>
                    <a:close/>
                    <a:moveTo>
                      <a:pt x="646113" y="0"/>
                    </a:moveTo>
                    <a:cubicBezTo>
                      <a:pt x="797791" y="0"/>
                      <a:pt x="920751" y="120827"/>
                      <a:pt x="920751" y="269875"/>
                    </a:cubicBezTo>
                    <a:cubicBezTo>
                      <a:pt x="920751" y="418923"/>
                      <a:pt x="797791" y="539750"/>
                      <a:pt x="646113" y="539750"/>
                    </a:cubicBezTo>
                    <a:cubicBezTo>
                      <a:pt x="494435" y="539750"/>
                      <a:pt x="371475" y="418923"/>
                      <a:pt x="371475" y="269875"/>
                    </a:cubicBezTo>
                    <a:cubicBezTo>
                      <a:pt x="371475" y="120827"/>
                      <a:pt x="494435" y="0"/>
                      <a:pt x="64611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EF2A014F-B063-4831-9545-B77DB3F4BA81}"/>
                </a:ext>
              </a:extLst>
            </p:cNvPr>
            <p:cNvGrpSpPr/>
            <p:nvPr/>
          </p:nvGrpSpPr>
          <p:grpSpPr>
            <a:xfrm>
              <a:off x="6324207" y="5022157"/>
              <a:ext cx="3209331" cy="639015"/>
              <a:chOff x="6324207" y="5045017"/>
              <a:chExt cx="3209331" cy="639015"/>
            </a:xfrm>
          </p:grpSpPr>
          <p:sp>
            <p:nvSpPr>
              <p:cNvPr id="51" name="Freeform 130">
                <a:extLst>
                  <a:ext uri="{FF2B5EF4-FFF2-40B4-BE49-F238E27FC236}">
                    <a16:creationId xmlns:a16="http://schemas.microsoft.com/office/drawing/2014/main" id="{94ACD610-2529-4AD0-8DE9-98A70F61EC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71797" y="5045019"/>
                <a:ext cx="295179" cy="639013"/>
              </a:xfrm>
              <a:custGeom>
                <a:avLst/>
                <a:gdLst>
                  <a:gd name="connsiteX0" fmla="*/ 585642 w 1431418"/>
                  <a:gd name="connsiteY0" fmla="*/ 601663 h 3098801"/>
                  <a:gd name="connsiteX1" fmla="*/ 692790 w 1431418"/>
                  <a:gd name="connsiteY1" fmla="*/ 601663 h 3098801"/>
                  <a:gd name="connsiteX2" fmla="*/ 738710 w 1431418"/>
                  <a:gd name="connsiteY2" fmla="*/ 601663 h 3098801"/>
                  <a:gd name="connsiteX3" fmla="*/ 845858 w 1431418"/>
                  <a:gd name="connsiteY3" fmla="*/ 601663 h 3098801"/>
                  <a:gd name="connsiteX4" fmla="*/ 1197916 w 1431418"/>
                  <a:gd name="connsiteY4" fmla="*/ 872437 h 3098801"/>
                  <a:gd name="connsiteX5" fmla="*/ 1213223 w 1431418"/>
                  <a:gd name="connsiteY5" fmla="*/ 872437 h 3098801"/>
                  <a:gd name="connsiteX6" fmla="*/ 1427518 w 1431418"/>
                  <a:gd name="connsiteY6" fmla="*/ 1549372 h 3098801"/>
                  <a:gd name="connsiteX7" fmla="*/ 1350984 w 1431418"/>
                  <a:gd name="connsiteY7" fmla="*/ 1699802 h 3098801"/>
                  <a:gd name="connsiteX8" fmla="*/ 1213223 w 1431418"/>
                  <a:gd name="connsiteY8" fmla="*/ 1624587 h 3098801"/>
                  <a:gd name="connsiteX9" fmla="*/ 998927 w 1431418"/>
                  <a:gd name="connsiteY9" fmla="*/ 977738 h 3098801"/>
                  <a:gd name="connsiteX10" fmla="*/ 953006 w 1431418"/>
                  <a:gd name="connsiteY10" fmla="*/ 977738 h 3098801"/>
                  <a:gd name="connsiteX11" fmla="*/ 1320370 w 1431418"/>
                  <a:gd name="connsiteY11" fmla="*/ 2090920 h 3098801"/>
                  <a:gd name="connsiteX12" fmla="*/ 1029540 w 1431418"/>
                  <a:gd name="connsiteY12" fmla="*/ 2090920 h 3098801"/>
                  <a:gd name="connsiteX13" fmla="*/ 1029540 w 1431418"/>
                  <a:gd name="connsiteY13" fmla="*/ 2978457 h 3098801"/>
                  <a:gd name="connsiteX14" fmla="*/ 891779 w 1431418"/>
                  <a:gd name="connsiteY14" fmla="*/ 3098801 h 3098801"/>
                  <a:gd name="connsiteX15" fmla="*/ 769324 w 1431418"/>
                  <a:gd name="connsiteY15" fmla="*/ 2978457 h 3098801"/>
                  <a:gd name="connsiteX16" fmla="*/ 769324 w 1431418"/>
                  <a:gd name="connsiteY16" fmla="*/ 2090920 h 3098801"/>
                  <a:gd name="connsiteX17" fmla="*/ 662176 w 1431418"/>
                  <a:gd name="connsiteY17" fmla="*/ 2090920 h 3098801"/>
                  <a:gd name="connsiteX18" fmla="*/ 662176 w 1431418"/>
                  <a:gd name="connsiteY18" fmla="*/ 2978457 h 3098801"/>
                  <a:gd name="connsiteX19" fmla="*/ 539722 w 1431418"/>
                  <a:gd name="connsiteY19" fmla="*/ 3098801 h 3098801"/>
                  <a:gd name="connsiteX20" fmla="*/ 401960 w 1431418"/>
                  <a:gd name="connsiteY20" fmla="*/ 2978457 h 3098801"/>
                  <a:gd name="connsiteX21" fmla="*/ 401960 w 1431418"/>
                  <a:gd name="connsiteY21" fmla="*/ 2090920 h 3098801"/>
                  <a:gd name="connsiteX22" fmla="*/ 111130 w 1431418"/>
                  <a:gd name="connsiteY22" fmla="*/ 2090920 h 3098801"/>
                  <a:gd name="connsiteX23" fmla="*/ 478494 w 1431418"/>
                  <a:gd name="connsiteY23" fmla="*/ 977738 h 3098801"/>
                  <a:gd name="connsiteX24" fmla="*/ 417267 w 1431418"/>
                  <a:gd name="connsiteY24" fmla="*/ 977738 h 3098801"/>
                  <a:gd name="connsiteX25" fmla="*/ 202971 w 1431418"/>
                  <a:gd name="connsiteY25" fmla="*/ 1624587 h 3098801"/>
                  <a:gd name="connsiteX26" fmla="*/ 65209 w 1431418"/>
                  <a:gd name="connsiteY26" fmla="*/ 1699802 h 3098801"/>
                  <a:gd name="connsiteX27" fmla="*/ 3982 w 1431418"/>
                  <a:gd name="connsiteY27" fmla="*/ 1549372 h 3098801"/>
                  <a:gd name="connsiteX28" fmla="*/ 218278 w 1431418"/>
                  <a:gd name="connsiteY28" fmla="*/ 872437 h 3098801"/>
                  <a:gd name="connsiteX29" fmla="*/ 233585 w 1431418"/>
                  <a:gd name="connsiteY29" fmla="*/ 872437 h 3098801"/>
                  <a:gd name="connsiteX30" fmla="*/ 585642 w 1431418"/>
                  <a:gd name="connsiteY30" fmla="*/ 601663 h 3098801"/>
                  <a:gd name="connsiteX31" fmla="*/ 715750 w 1431418"/>
                  <a:gd name="connsiteY31" fmla="*/ 0 h 3098801"/>
                  <a:gd name="connsiteX32" fmla="*/ 998325 w 1431418"/>
                  <a:gd name="connsiteY32" fmla="*/ 270669 h 3098801"/>
                  <a:gd name="connsiteX33" fmla="*/ 715750 w 1431418"/>
                  <a:gd name="connsiteY33" fmla="*/ 541338 h 3098801"/>
                  <a:gd name="connsiteX34" fmla="*/ 433175 w 1431418"/>
                  <a:gd name="connsiteY34" fmla="*/ 270669 h 3098801"/>
                  <a:gd name="connsiteX35" fmla="*/ 715750 w 1431418"/>
                  <a:gd name="connsiteY35" fmla="*/ 0 h 309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31418" h="3098801">
                    <a:moveTo>
                      <a:pt x="585642" y="601663"/>
                    </a:moveTo>
                    <a:cubicBezTo>
                      <a:pt x="646869" y="601663"/>
                      <a:pt x="631563" y="601663"/>
                      <a:pt x="692790" y="601663"/>
                    </a:cubicBezTo>
                    <a:cubicBezTo>
                      <a:pt x="708097" y="601663"/>
                      <a:pt x="723404" y="601663"/>
                      <a:pt x="738710" y="601663"/>
                    </a:cubicBezTo>
                    <a:cubicBezTo>
                      <a:pt x="799938" y="601663"/>
                      <a:pt x="784631" y="601663"/>
                      <a:pt x="845858" y="601663"/>
                    </a:cubicBezTo>
                    <a:cubicBezTo>
                      <a:pt x="922393" y="601663"/>
                      <a:pt x="1106075" y="646792"/>
                      <a:pt x="1197916" y="872437"/>
                    </a:cubicBezTo>
                    <a:cubicBezTo>
                      <a:pt x="1197916" y="872437"/>
                      <a:pt x="1197916" y="872437"/>
                      <a:pt x="1213223" y="872437"/>
                    </a:cubicBezTo>
                    <a:cubicBezTo>
                      <a:pt x="1213223" y="872437"/>
                      <a:pt x="1213223" y="872437"/>
                      <a:pt x="1427518" y="1549372"/>
                    </a:cubicBezTo>
                    <a:cubicBezTo>
                      <a:pt x="1442825" y="1609544"/>
                      <a:pt x="1412212" y="1669716"/>
                      <a:pt x="1350984" y="1699802"/>
                    </a:cubicBezTo>
                    <a:cubicBezTo>
                      <a:pt x="1305064" y="1714845"/>
                      <a:pt x="1243836" y="1684759"/>
                      <a:pt x="1213223" y="1624587"/>
                    </a:cubicBezTo>
                    <a:cubicBezTo>
                      <a:pt x="1213223" y="1624587"/>
                      <a:pt x="1213223" y="1624587"/>
                      <a:pt x="998927" y="977738"/>
                    </a:cubicBezTo>
                    <a:cubicBezTo>
                      <a:pt x="998927" y="977738"/>
                      <a:pt x="998927" y="977738"/>
                      <a:pt x="953006" y="977738"/>
                    </a:cubicBezTo>
                    <a:cubicBezTo>
                      <a:pt x="953006" y="977738"/>
                      <a:pt x="953006" y="977738"/>
                      <a:pt x="1320370" y="2090920"/>
                    </a:cubicBezTo>
                    <a:cubicBezTo>
                      <a:pt x="1320370" y="2090920"/>
                      <a:pt x="1320370" y="2090920"/>
                      <a:pt x="1029540" y="2090920"/>
                    </a:cubicBezTo>
                    <a:cubicBezTo>
                      <a:pt x="1029540" y="2090920"/>
                      <a:pt x="1029540" y="2090920"/>
                      <a:pt x="1029540" y="2978457"/>
                    </a:cubicBezTo>
                    <a:cubicBezTo>
                      <a:pt x="1029540" y="3053672"/>
                      <a:pt x="968313" y="3098801"/>
                      <a:pt x="891779" y="3098801"/>
                    </a:cubicBezTo>
                    <a:cubicBezTo>
                      <a:pt x="815245" y="3098801"/>
                      <a:pt x="769324" y="3053672"/>
                      <a:pt x="769324" y="2978457"/>
                    </a:cubicBezTo>
                    <a:cubicBezTo>
                      <a:pt x="769324" y="2978457"/>
                      <a:pt x="769324" y="2978457"/>
                      <a:pt x="769324" y="2090920"/>
                    </a:cubicBezTo>
                    <a:cubicBezTo>
                      <a:pt x="769324" y="2090920"/>
                      <a:pt x="769324" y="2090920"/>
                      <a:pt x="662176" y="2090920"/>
                    </a:cubicBezTo>
                    <a:cubicBezTo>
                      <a:pt x="662176" y="2090920"/>
                      <a:pt x="662176" y="2090920"/>
                      <a:pt x="662176" y="2978457"/>
                    </a:cubicBezTo>
                    <a:cubicBezTo>
                      <a:pt x="662176" y="3053672"/>
                      <a:pt x="600949" y="3098801"/>
                      <a:pt x="539722" y="3098801"/>
                    </a:cubicBezTo>
                    <a:cubicBezTo>
                      <a:pt x="463187" y="3098801"/>
                      <a:pt x="401960" y="3053672"/>
                      <a:pt x="401960" y="2978457"/>
                    </a:cubicBezTo>
                    <a:cubicBezTo>
                      <a:pt x="401960" y="2978457"/>
                      <a:pt x="401960" y="2978457"/>
                      <a:pt x="401960" y="2090920"/>
                    </a:cubicBezTo>
                    <a:cubicBezTo>
                      <a:pt x="401960" y="2090920"/>
                      <a:pt x="401960" y="2090920"/>
                      <a:pt x="111130" y="2090920"/>
                    </a:cubicBezTo>
                    <a:cubicBezTo>
                      <a:pt x="111130" y="2090920"/>
                      <a:pt x="111130" y="2090920"/>
                      <a:pt x="478494" y="977738"/>
                    </a:cubicBezTo>
                    <a:cubicBezTo>
                      <a:pt x="478494" y="977738"/>
                      <a:pt x="478494" y="977738"/>
                      <a:pt x="417267" y="977738"/>
                    </a:cubicBezTo>
                    <a:cubicBezTo>
                      <a:pt x="417267" y="977738"/>
                      <a:pt x="417267" y="977738"/>
                      <a:pt x="202971" y="1624587"/>
                    </a:cubicBezTo>
                    <a:cubicBezTo>
                      <a:pt x="187664" y="1684759"/>
                      <a:pt x="126437" y="1714845"/>
                      <a:pt x="65209" y="1699802"/>
                    </a:cubicBezTo>
                    <a:cubicBezTo>
                      <a:pt x="19289" y="1669716"/>
                      <a:pt x="-11325" y="1609544"/>
                      <a:pt x="3982" y="1549372"/>
                    </a:cubicBezTo>
                    <a:cubicBezTo>
                      <a:pt x="3982" y="1549372"/>
                      <a:pt x="3982" y="1549372"/>
                      <a:pt x="218278" y="872437"/>
                    </a:cubicBezTo>
                    <a:cubicBezTo>
                      <a:pt x="218278" y="872437"/>
                      <a:pt x="218278" y="872437"/>
                      <a:pt x="233585" y="872437"/>
                    </a:cubicBezTo>
                    <a:cubicBezTo>
                      <a:pt x="310119" y="646792"/>
                      <a:pt x="509108" y="601663"/>
                      <a:pt x="585642" y="601663"/>
                    </a:cubicBezTo>
                    <a:close/>
                    <a:moveTo>
                      <a:pt x="715750" y="0"/>
                    </a:moveTo>
                    <a:cubicBezTo>
                      <a:pt x="871812" y="0"/>
                      <a:pt x="998325" y="121183"/>
                      <a:pt x="998325" y="270669"/>
                    </a:cubicBezTo>
                    <a:cubicBezTo>
                      <a:pt x="998325" y="420155"/>
                      <a:pt x="871812" y="541338"/>
                      <a:pt x="715750" y="541338"/>
                    </a:cubicBezTo>
                    <a:cubicBezTo>
                      <a:pt x="559688" y="541338"/>
                      <a:pt x="433175" y="420155"/>
                      <a:pt x="433175" y="270669"/>
                    </a:cubicBezTo>
                    <a:cubicBezTo>
                      <a:pt x="433175" y="121183"/>
                      <a:pt x="559688" y="0"/>
                      <a:pt x="7157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  <p:sp>
            <p:nvSpPr>
              <p:cNvPr id="52" name="Freeform 131">
                <a:extLst>
                  <a:ext uri="{FF2B5EF4-FFF2-40B4-BE49-F238E27FC236}">
                    <a16:creationId xmlns:a16="http://schemas.microsoft.com/office/drawing/2014/main" id="{46B8AB9B-8CEB-4EC4-A0F2-5CA8FD964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5592" y="5045019"/>
                <a:ext cx="295179" cy="639013"/>
              </a:xfrm>
              <a:custGeom>
                <a:avLst/>
                <a:gdLst>
                  <a:gd name="connsiteX0" fmla="*/ 585642 w 1431418"/>
                  <a:gd name="connsiteY0" fmla="*/ 601663 h 3098801"/>
                  <a:gd name="connsiteX1" fmla="*/ 692790 w 1431418"/>
                  <a:gd name="connsiteY1" fmla="*/ 601663 h 3098801"/>
                  <a:gd name="connsiteX2" fmla="*/ 738710 w 1431418"/>
                  <a:gd name="connsiteY2" fmla="*/ 601663 h 3098801"/>
                  <a:gd name="connsiteX3" fmla="*/ 845858 w 1431418"/>
                  <a:gd name="connsiteY3" fmla="*/ 601663 h 3098801"/>
                  <a:gd name="connsiteX4" fmla="*/ 1197916 w 1431418"/>
                  <a:gd name="connsiteY4" fmla="*/ 872437 h 3098801"/>
                  <a:gd name="connsiteX5" fmla="*/ 1213223 w 1431418"/>
                  <a:gd name="connsiteY5" fmla="*/ 872437 h 3098801"/>
                  <a:gd name="connsiteX6" fmla="*/ 1427518 w 1431418"/>
                  <a:gd name="connsiteY6" fmla="*/ 1549372 h 3098801"/>
                  <a:gd name="connsiteX7" fmla="*/ 1350984 w 1431418"/>
                  <a:gd name="connsiteY7" fmla="*/ 1699802 h 3098801"/>
                  <a:gd name="connsiteX8" fmla="*/ 1213223 w 1431418"/>
                  <a:gd name="connsiteY8" fmla="*/ 1624587 h 3098801"/>
                  <a:gd name="connsiteX9" fmla="*/ 998927 w 1431418"/>
                  <a:gd name="connsiteY9" fmla="*/ 977738 h 3098801"/>
                  <a:gd name="connsiteX10" fmla="*/ 953006 w 1431418"/>
                  <a:gd name="connsiteY10" fmla="*/ 977738 h 3098801"/>
                  <a:gd name="connsiteX11" fmla="*/ 1320370 w 1431418"/>
                  <a:gd name="connsiteY11" fmla="*/ 2090920 h 3098801"/>
                  <a:gd name="connsiteX12" fmla="*/ 1029540 w 1431418"/>
                  <a:gd name="connsiteY12" fmla="*/ 2090920 h 3098801"/>
                  <a:gd name="connsiteX13" fmla="*/ 1029540 w 1431418"/>
                  <a:gd name="connsiteY13" fmla="*/ 2978457 h 3098801"/>
                  <a:gd name="connsiteX14" fmla="*/ 891779 w 1431418"/>
                  <a:gd name="connsiteY14" fmla="*/ 3098801 h 3098801"/>
                  <a:gd name="connsiteX15" fmla="*/ 769324 w 1431418"/>
                  <a:gd name="connsiteY15" fmla="*/ 2978457 h 3098801"/>
                  <a:gd name="connsiteX16" fmla="*/ 769324 w 1431418"/>
                  <a:gd name="connsiteY16" fmla="*/ 2090920 h 3098801"/>
                  <a:gd name="connsiteX17" fmla="*/ 662176 w 1431418"/>
                  <a:gd name="connsiteY17" fmla="*/ 2090920 h 3098801"/>
                  <a:gd name="connsiteX18" fmla="*/ 662176 w 1431418"/>
                  <a:gd name="connsiteY18" fmla="*/ 2978457 h 3098801"/>
                  <a:gd name="connsiteX19" fmla="*/ 539722 w 1431418"/>
                  <a:gd name="connsiteY19" fmla="*/ 3098801 h 3098801"/>
                  <a:gd name="connsiteX20" fmla="*/ 401960 w 1431418"/>
                  <a:gd name="connsiteY20" fmla="*/ 2978457 h 3098801"/>
                  <a:gd name="connsiteX21" fmla="*/ 401960 w 1431418"/>
                  <a:gd name="connsiteY21" fmla="*/ 2090920 h 3098801"/>
                  <a:gd name="connsiteX22" fmla="*/ 111130 w 1431418"/>
                  <a:gd name="connsiteY22" fmla="*/ 2090920 h 3098801"/>
                  <a:gd name="connsiteX23" fmla="*/ 478494 w 1431418"/>
                  <a:gd name="connsiteY23" fmla="*/ 977738 h 3098801"/>
                  <a:gd name="connsiteX24" fmla="*/ 417267 w 1431418"/>
                  <a:gd name="connsiteY24" fmla="*/ 977738 h 3098801"/>
                  <a:gd name="connsiteX25" fmla="*/ 202971 w 1431418"/>
                  <a:gd name="connsiteY25" fmla="*/ 1624587 h 3098801"/>
                  <a:gd name="connsiteX26" fmla="*/ 65209 w 1431418"/>
                  <a:gd name="connsiteY26" fmla="*/ 1699802 h 3098801"/>
                  <a:gd name="connsiteX27" fmla="*/ 3982 w 1431418"/>
                  <a:gd name="connsiteY27" fmla="*/ 1549372 h 3098801"/>
                  <a:gd name="connsiteX28" fmla="*/ 218278 w 1431418"/>
                  <a:gd name="connsiteY28" fmla="*/ 872437 h 3098801"/>
                  <a:gd name="connsiteX29" fmla="*/ 233585 w 1431418"/>
                  <a:gd name="connsiteY29" fmla="*/ 872437 h 3098801"/>
                  <a:gd name="connsiteX30" fmla="*/ 585642 w 1431418"/>
                  <a:gd name="connsiteY30" fmla="*/ 601663 h 3098801"/>
                  <a:gd name="connsiteX31" fmla="*/ 715750 w 1431418"/>
                  <a:gd name="connsiteY31" fmla="*/ 0 h 3098801"/>
                  <a:gd name="connsiteX32" fmla="*/ 998325 w 1431418"/>
                  <a:gd name="connsiteY32" fmla="*/ 270669 h 3098801"/>
                  <a:gd name="connsiteX33" fmla="*/ 715750 w 1431418"/>
                  <a:gd name="connsiteY33" fmla="*/ 541338 h 3098801"/>
                  <a:gd name="connsiteX34" fmla="*/ 433175 w 1431418"/>
                  <a:gd name="connsiteY34" fmla="*/ 270669 h 3098801"/>
                  <a:gd name="connsiteX35" fmla="*/ 715750 w 1431418"/>
                  <a:gd name="connsiteY35" fmla="*/ 0 h 309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31418" h="3098801">
                    <a:moveTo>
                      <a:pt x="585642" y="601663"/>
                    </a:moveTo>
                    <a:cubicBezTo>
                      <a:pt x="646869" y="601663"/>
                      <a:pt x="631563" y="601663"/>
                      <a:pt x="692790" y="601663"/>
                    </a:cubicBezTo>
                    <a:cubicBezTo>
                      <a:pt x="708097" y="601663"/>
                      <a:pt x="723404" y="601663"/>
                      <a:pt x="738710" y="601663"/>
                    </a:cubicBezTo>
                    <a:cubicBezTo>
                      <a:pt x="799938" y="601663"/>
                      <a:pt x="784631" y="601663"/>
                      <a:pt x="845858" y="601663"/>
                    </a:cubicBezTo>
                    <a:cubicBezTo>
                      <a:pt x="922393" y="601663"/>
                      <a:pt x="1106075" y="646792"/>
                      <a:pt x="1197916" y="872437"/>
                    </a:cubicBezTo>
                    <a:cubicBezTo>
                      <a:pt x="1197916" y="872437"/>
                      <a:pt x="1197916" y="872437"/>
                      <a:pt x="1213223" y="872437"/>
                    </a:cubicBezTo>
                    <a:cubicBezTo>
                      <a:pt x="1213223" y="872437"/>
                      <a:pt x="1213223" y="872437"/>
                      <a:pt x="1427518" y="1549372"/>
                    </a:cubicBezTo>
                    <a:cubicBezTo>
                      <a:pt x="1442825" y="1609544"/>
                      <a:pt x="1412212" y="1669716"/>
                      <a:pt x="1350984" y="1699802"/>
                    </a:cubicBezTo>
                    <a:cubicBezTo>
                      <a:pt x="1305064" y="1714845"/>
                      <a:pt x="1243836" y="1684759"/>
                      <a:pt x="1213223" y="1624587"/>
                    </a:cubicBezTo>
                    <a:cubicBezTo>
                      <a:pt x="1213223" y="1624587"/>
                      <a:pt x="1213223" y="1624587"/>
                      <a:pt x="998927" y="977738"/>
                    </a:cubicBezTo>
                    <a:cubicBezTo>
                      <a:pt x="998927" y="977738"/>
                      <a:pt x="998927" y="977738"/>
                      <a:pt x="953006" y="977738"/>
                    </a:cubicBezTo>
                    <a:cubicBezTo>
                      <a:pt x="953006" y="977738"/>
                      <a:pt x="953006" y="977738"/>
                      <a:pt x="1320370" y="2090920"/>
                    </a:cubicBezTo>
                    <a:cubicBezTo>
                      <a:pt x="1320370" y="2090920"/>
                      <a:pt x="1320370" y="2090920"/>
                      <a:pt x="1029540" y="2090920"/>
                    </a:cubicBezTo>
                    <a:cubicBezTo>
                      <a:pt x="1029540" y="2090920"/>
                      <a:pt x="1029540" y="2090920"/>
                      <a:pt x="1029540" y="2978457"/>
                    </a:cubicBezTo>
                    <a:cubicBezTo>
                      <a:pt x="1029540" y="3053672"/>
                      <a:pt x="968313" y="3098801"/>
                      <a:pt x="891779" y="3098801"/>
                    </a:cubicBezTo>
                    <a:cubicBezTo>
                      <a:pt x="815245" y="3098801"/>
                      <a:pt x="769324" y="3053672"/>
                      <a:pt x="769324" y="2978457"/>
                    </a:cubicBezTo>
                    <a:cubicBezTo>
                      <a:pt x="769324" y="2978457"/>
                      <a:pt x="769324" y="2978457"/>
                      <a:pt x="769324" y="2090920"/>
                    </a:cubicBezTo>
                    <a:cubicBezTo>
                      <a:pt x="769324" y="2090920"/>
                      <a:pt x="769324" y="2090920"/>
                      <a:pt x="662176" y="2090920"/>
                    </a:cubicBezTo>
                    <a:cubicBezTo>
                      <a:pt x="662176" y="2090920"/>
                      <a:pt x="662176" y="2090920"/>
                      <a:pt x="662176" y="2978457"/>
                    </a:cubicBezTo>
                    <a:cubicBezTo>
                      <a:pt x="662176" y="3053672"/>
                      <a:pt x="600949" y="3098801"/>
                      <a:pt x="539722" y="3098801"/>
                    </a:cubicBezTo>
                    <a:cubicBezTo>
                      <a:pt x="463187" y="3098801"/>
                      <a:pt x="401960" y="3053672"/>
                      <a:pt x="401960" y="2978457"/>
                    </a:cubicBezTo>
                    <a:cubicBezTo>
                      <a:pt x="401960" y="2978457"/>
                      <a:pt x="401960" y="2978457"/>
                      <a:pt x="401960" y="2090920"/>
                    </a:cubicBezTo>
                    <a:cubicBezTo>
                      <a:pt x="401960" y="2090920"/>
                      <a:pt x="401960" y="2090920"/>
                      <a:pt x="111130" y="2090920"/>
                    </a:cubicBezTo>
                    <a:cubicBezTo>
                      <a:pt x="111130" y="2090920"/>
                      <a:pt x="111130" y="2090920"/>
                      <a:pt x="478494" y="977738"/>
                    </a:cubicBezTo>
                    <a:cubicBezTo>
                      <a:pt x="478494" y="977738"/>
                      <a:pt x="478494" y="977738"/>
                      <a:pt x="417267" y="977738"/>
                    </a:cubicBezTo>
                    <a:cubicBezTo>
                      <a:pt x="417267" y="977738"/>
                      <a:pt x="417267" y="977738"/>
                      <a:pt x="202971" y="1624587"/>
                    </a:cubicBezTo>
                    <a:cubicBezTo>
                      <a:pt x="187664" y="1684759"/>
                      <a:pt x="126437" y="1714845"/>
                      <a:pt x="65209" y="1699802"/>
                    </a:cubicBezTo>
                    <a:cubicBezTo>
                      <a:pt x="19289" y="1669716"/>
                      <a:pt x="-11325" y="1609544"/>
                      <a:pt x="3982" y="1549372"/>
                    </a:cubicBezTo>
                    <a:cubicBezTo>
                      <a:pt x="3982" y="1549372"/>
                      <a:pt x="3982" y="1549372"/>
                      <a:pt x="218278" y="872437"/>
                    </a:cubicBezTo>
                    <a:cubicBezTo>
                      <a:pt x="218278" y="872437"/>
                      <a:pt x="218278" y="872437"/>
                      <a:pt x="233585" y="872437"/>
                    </a:cubicBezTo>
                    <a:cubicBezTo>
                      <a:pt x="310119" y="646792"/>
                      <a:pt x="509108" y="601663"/>
                      <a:pt x="585642" y="601663"/>
                    </a:cubicBezTo>
                    <a:close/>
                    <a:moveTo>
                      <a:pt x="715750" y="0"/>
                    </a:moveTo>
                    <a:cubicBezTo>
                      <a:pt x="871812" y="0"/>
                      <a:pt x="998325" y="121183"/>
                      <a:pt x="998325" y="270669"/>
                    </a:cubicBezTo>
                    <a:cubicBezTo>
                      <a:pt x="998325" y="420155"/>
                      <a:pt x="871812" y="541338"/>
                      <a:pt x="715750" y="541338"/>
                    </a:cubicBezTo>
                    <a:cubicBezTo>
                      <a:pt x="559688" y="541338"/>
                      <a:pt x="433175" y="420155"/>
                      <a:pt x="433175" y="270669"/>
                    </a:cubicBezTo>
                    <a:cubicBezTo>
                      <a:pt x="433175" y="121183"/>
                      <a:pt x="559688" y="0"/>
                      <a:pt x="7157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  <p:sp>
            <p:nvSpPr>
              <p:cNvPr id="53" name="Freeform 132">
                <a:extLst>
                  <a:ext uri="{FF2B5EF4-FFF2-40B4-BE49-F238E27FC236}">
                    <a16:creationId xmlns:a16="http://schemas.microsoft.com/office/drawing/2014/main" id="{3FD9FDCD-36F7-4B73-B4F9-407C27B11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9387" y="5045019"/>
                <a:ext cx="295179" cy="639013"/>
              </a:xfrm>
              <a:custGeom>
                <a:avLst/>
                <a:gdLst>
                  <a:gd name="connsiteX0" fmla="*/ 585642 w 1431418"/>
                  <a:gd name="connsiteY0" fmla="*/ 601663 h 3098801"/>
                  <a:gd name="connsiteX1" fmla="*/ 692790 w 1431418"/>
                  <a:gd name="connsiteY1" fmla="*/ 601663 h 3098801"/>
                  <a:gd name="connsiteX2" fmla="*/ 738710 w 1431418"/>
                  <a:gd name="connsiteY2" fmla="*/ 601663 h 3098801"/>
                  <a:gd name="connsiteX3" fmla="*/ 845858 w 1431418"/>
                  <a:gd name="connsiteY3" fmla="*/ 601663 h 3098801"/>
                  <a:gd name="connsiteX4" fmla="*/ 1197916 w 1431418"/>
                  <a:gd name="connsiteY4" fmla="*/ 872437 h 3098801"/>
                  <a:gd name="connsiteX5" fmla="*/ 1213223 w 1431418"/>
                  <a:gd name="connsiteY5" fmla="*/ 872437 h 3098801"/>
                  <a:gd name="connsiteX6" fmla="*/ 1427518 w 1431418"/>
                  <a:gd name="connsiteY6" fmla="*/ 1549372 h 3098801"/>
                  <a:gd name="connsiteX7" fmla="*/ 1350984 w 1431418"/>
                  <a:gd name="connsiteY7" fmla="*/ 1699802 h 3098801"/>
                  <a:gd name="connsiteX8" fmla="*/ 1213223 w 1431418"/>
                  <a:gd name="connsiteY8" fmla="*/ 1624587 h 3098801"/>
                  <a:gd name="connsiteX9" fmla="*/ 998927 w 1431418"/>
                  <a:gd name="connsiteY9" fmla="*/ 977738 h 3098801"/>
                  <a:gd name="connsiteX10" fmla="*/ 953006 w 1431418"/>
                  <a:gd name="connsiteY10" fmla="*/ 977738 h 3098801"/>
                  <a:gd name="connsiteX11" fmla="*/ 1320370 w 1431418"/>
                  <a:gd name="connsiteY11" fmla="*/ 2090920 h 3098801"/>
                  <a:gd name="connsiteX12" fmla="*/ 1029540 w 1431418"/>
                  <a:gd name="connsiteY12" fmla="*/ 2090920 h 3098801"/>
                  <a:gd name="connsiteX13" fmla="*/ 1029540 w 1431418"/>
                  <a:gd name="connsiteY13" fmla="*/ 2978457 h 3098801"/>
                  <a:gd name="connsiteX14" fmla="*/ 891779 w 1431418"/>
                  <a:gd name="connsiteY14" fmla="*/ 3098801 h 3098801"/>
                  <a:gd name="connsiteX15" fmla="*/ 769324 w 1431418"/>
                  <a:gd name="connsiteY15" fmla="*/ 2978457 h 3098801"/>
                  <a:gd name="connsiteX16" fmla="*/ 769324 w 1431418"/>
                  <a:gd name="connsiteY16" fmla="*/ 2090920 h 3098801"/>
                  <a:gd name="connsiteX17" fmla="*/ 662176 w 1431418"/>
                  <a:gd name="connsiteY17" fmla="*/ 2090920 h 3098801"/>
                  <a:gd name="connsiteX18" fmla="*/ 662176 w 1431418"/>
                  <a:gd name="connsiteY18" fmla="*/ 2978457 h 3098801"/>
                  <a:gd name="connsiteX19" fmla="*/ 539722 w 1431418"/>
                  <a:gd name="connsiteY19" fmla="*/ 3098801 h 3098801"/>
                  <a:gd name="connsiteX20" fmla="*/ 401960 w 1431418"/>
                  <a:gd name="connsiteY20" fmla="*/ 2978457 h 3098801"/>
                  <a:gd name="connsiteX21" fmla="*/ 401960 w 1431418"/>
                  <a:gd name="connsiteY21" fmla="*/ 2090920 h 3098801"/>
                  <a:gd name="connsiteX22" fmla="*/ 111130 w 1431418"/>
                  <a:gd name="connsiteY22" fmla="*/ 2090920 h 3098801"/>
                  <a:gd name="connsiteX23" fmla="*/ 478494 w 1431418"/>
                  <a:gd name="connsiteY23" fmla="*/ 977738 h 3098801"/>
                  <a:gd name="connsiteX24" fmla="*/ 417267 w 1431418"/>
                  <a:gd name="connsiteY24" fmla="*/ 977738 h 3098801"/>
                  <a:gd name="connsiteX25" fmla="*/ 202971 w 1431418"/>
                  <a:gd name="connsiteY25" fmla="*/ 1624587 h 3098801"/>
                  <a:gd name="connsiteX26" fmla="*/ 65209 w 1431418"/>
                  <a:gd name="connsiteY26" fmla="*/ 1699802 h 3098801"/>
                  <a:gd name="connsiteX27" fmla="*/ 3982 w 1431418"/>
                  <a:gd name="connsiteY27" fmla="*/ 1549372 h 3098801"/>
                  <a:gd name="connsiteX28" fmla="*/ 218278 w 1431418"/>
                  <a:gd name="connsiteY28" fmla="*/ 872437 h 3098801"/>
                  <a:gd name="connsiteX29" fmla="*/ 233585 w 1431418"/>
                  <a:gd name="connsiteY29" fmla="*/ 872437 h 3098801"/>
                  <a:gd name="connsiteX30" fmla="*/ 585642 w 1431418"/>
                  <a:gd name="connsiteY30" fmla="*/ 601663 h 3098801"/>
                  <a:gd name="connsiteX31" fmla="*/ 715750 w 1431418"/>
                  <a:gd name="connsiteY31" fmla="*/ 0 h 3098801"/>
                  <a:gd name="connsiteX32" fmla="*/ 998325 w 1431418"/>
                  <a:gd name="connsiteY32" fmla="*/ 270669 h 3098801"/>
                  <a:gd name="connsiteX33" fmla="*/ 715750 w 1431418"/>
                  <a:gd name="connsiteY33" fmla="*/ 541338 h 3098801"/>
                  <a:gd name="connsiteX34" fmla="*/ 433175 w 1431418"/>
                  <a:gd name="connsiteY34" fmla="*/ 270669 h 3098801"/>
                  <a:gd name="connsiteX35" fmla="*/ 715750 w 1431418"/>
                  <a:gd name="connsiteY35" fmla="*/ 0 h 309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31418" h="3098801">
                    <a:moveTo>
                      <a:pt x="585642" y="601663"/>
                    </a:moveTo>
                    <a:cubicBezTo>
                      <a:pt x="646869" y="601663"/>
                      <a:pt x="631563" y="601663"/>
                      <a:pt x="692790" y="601663"/>
                    </a:cubicBezTo>
                    <a:cubicBezTo>
                      <a:pt x="708097" y="601663"/>
                      <a:pt x="723404" y="601663"/>
                      <a:pt x="738710" y="601663"/>
                    </a:cubicBezTo>
                    <a:cubicBezTo>
                      <a:pt x="799938" y="601663"/>
                      <a:pt x="784631" y="601663"/>
                      <a:pt x="845858" y="601663"/>
                    </a:cubicBezTo>
                    <a:cubicBezTo>
                      <a:pt x="922393" y="601663"/>
                      <a:pt x="1106075" y="646792"/>
                      <a:pt x="1197916" y="872437"/>
                    </a:cubicBezTo>
                    <a:cubicBezTo>
                      <a:pt x="1197916" y="872437"/>
                      <a:pt x="1197916" y="872437"/>
                      <a:pt x="1213223" y="872437"/>
                    </a:cubicBezTo>
                    <a:cubicBezTo>
                      <a:pt x="1213223" y="872437"/>
                      <a:pt x="1213223" y="872437"/>
                      <a:pt x="1427518" y="1549372"/>
                    </a:cubicBezTo>
                    <a:cubicBezTo>
                      <a:pt x="1442825" y="1609544"/>
                      <a:pt x="1412212" y="1669716"/>
                      <a:pt x="1350984" y="1699802"/>
                    </a:cubicBezTo>
                    <a:cubicBezTo>
                      <a:pt x="1305064" y="1714845"/>
                      <a:pt x="1243836" y="1684759"/>
                      <a:pt x="1213223" y="1624587"/>
                    </a:cubicBezTo>
                    <a:cubicBezTo>
                      <a:pt x="1213223" y="1624587"/>
                      <a:pt x="1213223" y="1624587"/>
                      <a:pt x="998927" y="977738"/>
                    </a:cubicBezTo>
                    <a:cubicBezTo>
                      <a:pt x="998927" y="977738"/>
                      <a:pt x="998927" y="977738"/>
                      <a:pt x="953006" y="977738"/>
                    </a:cubicBezTo>
                    <a:cubicBezTo>
                      <a:pt x="953006" y="977738"/>
                      <a:pt x="953006" y="977738"/>
                      <a:pt x="1320370" y="2090920"/>
                    </a:cubicBezTo>
                    <a:cubicBezTo>
                      <a:pt x="1320370" y="2090920"/>
                      <a:pt x="1320370" y="2090920"/>
                      <a:pt x="1029540" y="2090920"/>
                    </a:cubicBezTo>
                    <a:cubicBezTo>
                      <a:pt x="1029540" y="2090920"/>
                      <a:pt x="1029540" y="2090920"/>
                      <a:pt x="1029540" y="2978457"/>
                    </a:cubicBezTo>
                    <a:cubicBezTo>
                      <a:pt x="1029540" y="3053672"/>
                      <a:pt x="968313" y="3098801"/>
                      <a:pt x="891779" y="3098801"/>
                    </a:cubicBezTo>
                    <a:cubicBezTo>
                      <a:pt x="815245" y="3098801"/>
                      <a:pt x="769324" y="3053672"/>
                      <a:pt x="769324" y="2978457"/>
                    </a:cubicBezTo>
                    <a:cubicBezTo>
                      <a:pt x="769324" y="2978457"/>
                      <a:pt x="769324" y="2978457"/>
                      <a:pt x="769324" y="2090920"/>
                    </a:cubicBezTo>
                    <a:cubicBezTo>
                      <a:pt x="769324" y="2090920"/>
                      <a:pt x="769324" y="2090920"/>
                      <a:pt x="662176" y="2090920"/>
                    </a:cubicBezTo>
                    <a:cubicBezTo>
                      <a:pt x="662176" y="2090920"/>
                      <a:pt x="662176" y="2090920"/>
                      <a:pt x="662176" y="2978457"/>
                    </a:cubicBezTo>
                    <a:cubicBezTo>
                      <a:pt x="662176" y="3053672"/>
                      <a:pt x="600949" y="3098801"/>
                      <a:pt x="539722" y="3098801"/>
                    </a:cubicBezTo>
                    <a:cubicBezTo>
                      <a:pt x="463187" y="3098801"/>
                      <a:pt x="401960" y="3053672"/>
                      <a:pt x="401960" y="2978457"/>
                    </a:cubicBezTo>
                    <a:cubicBezTo>
                      <a:pt x="401960" y="2978457"/>
                      <a:pt x="401960" y="2978457"/>
                      <a:pt x="401960" y="2090920"/>
                    </a:cubicBezTo>
                    <a:cubicBezTo>
                      <a:pt x="401960" y="2090920"/>
                      <a:pt x="401960" y="2090920"/>
                      <a:pt x="111130" y="2090920"/>
                    </a:cubicBezTo>
                    <a:cubicBezTo>
                      <a:pt x="111130" y="2090920"/>
                      <a:pt x="111130" y="2090920"/>
                      <a:pt x="478494" y="977738"/>
                    </a:cubicBezTo>
                    <a:cubicBezTo>
                      <a:pt x="478494" y="977738"/>
                      <a:pt x="478494" y="977738"/>
                      <a:pt x="417267" y="977738"/>
                    </a:cubicBezTo>
                    <a:cubicBezTo>
                      <a:pt x="417267" y="977738"/>
                      <a:pt x="417267" y="977738"/>
                      <a:pt x="202971" y="1624587"/>
                    </a:cubicBezTo>
                    <a:cubicBezTo>
                      <a:pt x="187664" y="1684759"/>
                      <a:pt x="126437" y="1714845"/>
                      <a:pt x="65209" y="1699802"/>
                    </a:cubicBezTo>
                    <a:cubicBezTo>
                      <a:pt x="19289" y="1669716"/>
                      <a:pt x="-11325" y="1609544"/>
                      <a:pt x="3982" y="1549372"/>
                    </a:cubicBezTo>
                    <a:cubicBezTo>
                      <a:pt x="3982" y="1549372"/>
                      <a:pt x="3982" y="1549372"/>
                      <a:pt x="218278" y="872437"/>
                    </a:cubicBezTo>
                    <a:cubicBezTo>
                      <a:pt x="218278" y="872437"/>
                      <a:pt x="218278" y="872437"/>
                      <a:pt x="233585" y="872437"/>
                    </a:cubicBezTo>
                    <a:cubicBezTo>
                      <a:pt x="310119" y="646792"/>
                      <a:pt x="509108" y="601663"/>
                      <a:pt x="585642" y="601663"/>
                    </a:cubicBezTo>
                    <a:close/>
                    <a:moveTo>
                      <a:pt x="715750" y="0"/>
                    </a:moveTo>
                    <a:cubicBezTo>
                      <a:pt x="871812" y="0"/>
                      <a:pt x="998325" y="121183"/>
                      <a:pt x="998325" y="270669"/>
                    </a:cubicBezTo>
                    <a:cubicBezTo>
                      <a:pt x="998325" y="420155"/>
                      <a:pt x="871812" y="541338"/>
                      <a:pt x="715750" y="541338"/>
                    </a:cubicBezTo>
                    <a:cubicBezTo>
                      <a:pt x="559688" y="541338"/>
                      <a:pt x="433175" y="420155"/>
                      <a:pt x="433175" y="270669"/>
                    </a:cubicBezTo>
                    <a:cubicBezTo>
                      <a:pt x="433175" y="121183"/>
                      <a:pt x="559688" y="0"/>
                      <a:pt x="7157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  <p:sp>
            <p:nvSpPr>
              <p:cNvPr id="54" name="Freeform 133">
                <a:extLst>
                  <a:ext uri="{FF2B5EF4-FFF2-40B4-BE49-F238E27FC236}">
                    <a16:creationId xmlns:a16="http://schemas.microsoft.com/office/drawing/2014/main" id="{8D1E3F67-52A9-4760-A948-3FC509FEA7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3182" y="5045019"/>
                <a:ext cx="295179" cy="639013"/>
              </a:xfrm>
              <a:custGeom>
                <a:avLst/>
                <a:gdLst>
                  <a:gd name="connsiteX0" fmla="*/ 585642 w 1431418"/>
                  <a:gd name="connsiteY0" fmla="*/ 601663 h 3098801"/>
                  <a:gd name="connsiteX1" fmla="*/ 692790 w 1431418"/>
                  <a:gd name="connsiteY1" fmla="*/ 601663 h 3098801"/>
                  <a:gd name="connsiteX2" fmla="*/ 738710 w 1431418"/>
                  <a:gd name="connsiteY2" fmla="*/ 601663 h 3098801"/>
                  <a:gd name="connsiteX3" fmla="*/ 845858 w 1431418"/>
                  <a:gd name="connsiteY3" fmla="*/ 601663 h 3098801"/>
                  <a:gd name="connsiteX4" fmla="*/ 1197916 w 1431418"/>
                  <a:gd name="connsiteY4" fmla="*/ 872437 h 3098801"/>
                  <a:gd name="connsiteX5" fmla="*/ 1213223 w 1431418"/>
                  <a:gd name="connsiteY5" fmla="*/ 872437 h 3098801"/>
                  <a:gd name="connsiteX6" fmla="*/ 1427518 w 1431418"/>
                  <a:gd name="connsiteY6" fmla="*/ 1549372 h 3098801"/>
                  <a:gd name="connsiteX7" fmla="*/ 1350984 w 1431418"/>
                  <a:gd name="connsiteY7" fmla="*/ 1699802 h 3098801"/>
                  <a:gd name="connsiteX8" fmla="*/ 1213223 w 1431418"/>
                  <a:gd name="connsiteY8" fmla="*/ 1624587 h 3098801"/>
                  <a:gd name="connsiteX9" fmla="*/ 998927 w 1431418"/>
                  <a:gd name="connsiteY9" fmla="*/ 977738 h 3098801"/>
                  <a:gd name="connsiteX10" fmla="*/ 953006 w 1431418"/>
                  <a:gd name="connsiteY10" fmla="*/ 977738 h 3098801"/>
                  <a:gd name="connsiteX11" fmla="*/ 1320370 w 1431418"/>
                  <a:gd name="connsiteY11" fmla="*/ 2090920 h 3098801"/>
                  <a:gd name="connsiteX12" fmla="*/ 1029540 w 1431418"/>
                  <a:gd name="connsiteY12" fmla="*/ 2090920 h 3098801"/>
                  <a:gd name="connsiteX13" fmla="*/ 1029540 w 1431418"/>
                  <a:gd name="connsiteY13" fmla="*/ 2978457 h 3098801"/>
                  <a:gd name="connsiteX14" fmla="*/ 891779 w 1431418"/>
                  <a:gd name="connsiteY14" fmla="*/ 3098801 h 3098801"/>
                  <a:gd name="connsiteX15" fmla="*/ 769324 w 1431418"/>
                  <a:gd name="connsiteY15" fmla="*/ 2978457 h 3098801"/>
                  <a:gd name="connsiteX16" fmla="*/ 769324 w 1431418"/>
                  <a:gd name="connsiteY16" fmla="*/ 2090920 h 3098801"/>
                  <a:gd name="connsiteX17" fmla="*/ 662176 w 1431418"/>
                  <a:gd name="connsiteY17" fmla="*/ 2090920 h 3098801"/>
                  <a:gd name="connsiteX18" fmla="*/ 662176 w 1431418"/>
                  <a:gd name="connsiteY18" fmla="*/ 2978457 h 3098801"/>
                  <a:gd name="connsiteX19" fmla="*/ 539722 w 1431418"/>
                  <a:gd name="connsiteY19" fmla="*/ 3098801 h 3098801"/>
                  <a:gd name="connsiteX20" fmla="*/ 401960 w 1431418"/>
                  <a:gd name="connsiteY20" fmla="*/ 2978457 h 3098801"/>
                  <a:gd name="connsiteX21" fmla="*/ 401960 w 1431418"/>
                  <a:gd name="connsiteY21" fmla="*/ 2090920 h 3098801"/>
                  <a:gd name="connsiteX22" fmla="*/ 111130 w 1431418"/>
                  <a:gd name="connsiteY22" fmla="*/ 2090920 h 3098801"/>
                  <a:gd name="connsiteX23" fmla="*/ 478494 w 1431418"/>
                  <a:gd name="connsiteY23" fmla="*/ 977738 h 3098801"/>
                  <a:gd name="connsiteX24" fmla="*/ 417267 w 1431418"/>
                  <a:gd name="connsiteY24" fmla="*/ 977738 h 3098801"/>
                  <a:gd name="connsiteX25" fmla="*/ 202971 w 1431418"/>
                  <a:gd name="connsiteY25" fmla="*/ 1624587 h 3098801"/>
                  <a:gd name="connsiteX26" fmla="*/ 65209 w 1431418"/>
                  <a:gd name="connsiteY26" fmla="*/ 1699802 h 3098801"/>
                  <a:gd name="connsiteX27" fmla="*/ 3982 w 1431418"/>
                  <a:gd name="connsiteY27" fmla="*/ 1549372 h 3098801"/>
                  <a:gd name="connsiteX28" fmla="*/ 218278 w 1431418"/>
                  <a:gd name="connsiteY28" fmla="*/ 872437 h 3098801"/>
                  <a:gd name="connsiteX29" fmla="*/ 233585 w 1431418"/>
                  <a:gd name="connsiteY29" fmla="*/ 872437 h 3098801"/>
                  <a:gd name="connsiteX30" fmla="*/ 585642 w 1431418"/>
                  <a:gd name="connsiteY30" fmla="*/ 601663 h 3098801"/>
                  <a:gd name="connsiteX31" fmla="*/ 715750 w 1431418"/>
                  <a:gd name="connsiteY31" fmla="*/ 0 h 3098801"/>
                  <a:gd name="connsiteX32" fmla="*/ 998325 w 1431418"/>
                  <a:gd name="connsiteY32" fmla="*/ 270669 h 3098801"/>
                  <a:gd name="connsiteX33" fmla="*/ 715750 w 1431418"/>
                  <a:gd name="connsiteY33" fmla="*/ 541338 h 3098801"/>
                  <a:gd name="connsiteX34" fmla="*/ 433175 w 1431418"/>
                  <a:gd name="connsiteY34" fmla="*/ 270669 h 3098801"/>
                  <a:gd name="connsiteX35" fmla="*/ 715750 w 1431418"/>
                  <a:gd name="connsiteY35" fmla="*/ 0 h 309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31418" h="3098801">
                    <a:moveTo>
                      <a:pt x="585642" y="601663"/>
                    </a:moveTo>
                    <a:cubicBezTo>
                      <a:pt x="646869" y="601663"/>
                      <a:pt x="631563" y="601663"/>
                      <a:pt x="692790" y="601663"/>
                    </a:cubicBezTo>
                    <a:cubicBezTo>
                      <a:pt x="708097" y="601663"/>
                      <a:pt x="723404" y="601663"/>
                      <a:pt x="738710" y="601663"/>
                    </a:cubicBezTo>
                    <a:cubicBezTo>
                      <a:pt x="799938" y="601663"/>
                      <a:pt x="784631" y="601663"/>
                      <a:pt x="845858" y="601663"/>
                    </a:cubicBezTo>
                    <a:cubicBezTo>
                      <a:pt x="922393" y="601663"/>
                      <a:pt x="1106075" y="646792"/>
                      <a:pt x="1197916" y="872437"/>
                    </a:cubicBezTo>
                    <a:cubicBezTo>
                      <a:pt x="1197916" y="872437"/>
                      <a:pt x="1197916" y="872437"/>
                      <a:pt x="1213223" y="872437"/>
                    </a:cubicBezTo>
                    <a:cubicBezTo>
                      <a:pt x="1213223" y="872437"/>
                      <a:pt x="1213223" y="872437"/>
                      <a:pt x="1427518" y="1549372"/>
                    </a:cubicBezTo>
                    <a:cubicBezTo>
                      <a:pt x="1442825" y="1609544"/>
                      <a:pt x="1412212" y="1669716"/>
                      <a:pt x="1350984" y="1699802"/>
                    </a:cubicBezTo>
                    <a:cubicBezTo>
                      <a:pt x="1305064" y="1714845"/>
                      <a:pt x="1243836" y="1684759"/>
                      <a:pt x="1213223" y="1624587"/>
                    </a:cubicBezTo>
                    <a:cubicBezTo>
                      <a:pt x="1213223" y="1624587"/>
                      <a:pt x="1213223" y="1624587"/>
                      <a:pt x="998927" y="977738"/>
                    </a:cubicBezTo>
                    <a:cubicBezTo>
                      <a:pt x="998927" y="977738"/>
                      <a:pt x="998927" y="977738"/>
                      <a:pt x="953006" y="977738"/>
                    </a:cubicBezTo>
                    <a:cubicBezTo>
                      <a:pt x="953006" y="977738"/>
                      <a:pt x="953006" y="977738"/>
                      <a:pt x="1320370" y="2090920"/>
                    </a:cubicBezTo>
                    <a:cubicBezTo>
                      <a:pt x="1320370" y="2090920"/>
                      <a:pt x="1320370" y="2090920"/>
                      <a:pt x="1029540" y="2090920"/>
                    </a:cubicBezTo>
                    <a:cubicBezTo>
                      <a:pt x="1029540" y="2090920"/>
                      <a:pt x="1029540" y="2090920"/>
                      <a:pt x="1029540" y="2978457"/>
                    </a:cubicBezTo>
                    <a:cubicBezTo>
                      <a:pt x="1029540" y="3053672"/>
                      <a:pt x="968313" y="3098801"/>
                      <a:pt x="891779" y="3098801"/>
                    </a:cubicBezTo>
                    <a:cubicBezTo>
                      <a:pt x="815245" y="3098801"/>
                      <a:pt x="769324" y="3053672"/>
                      <a:pt x="769324" y="2978457"/>
                    </a:cubicBezTo>
                    <a:cubicBezTo>
                      <a:pt x="769324" y="2978457"/>
                      <a:pt x="769324" y="2978457"/>
                      <a:pt x="769324" y="2090920"/>
                    </a:cubicBezTo>
                    <a:cubicBezTo>
                      <a:pt x="769324" y="2090920"/>
                      <a:pt x="769324" y="2090920"/>
                      <a:pt x="662176" y="2090920"/>
                    </a:cubicBezTo>
                    <a:cubicBezTo>
                      <a:pt x="662176" y="2090920"/>
                      <a:pt x="662176" y="2090920"/>
                      <a:pt x="662176" y="2978457"/>
                    </a:cubicBezTo>
                    <a:cubicBezTo>
                      <a:pt x="662176" y="3053672"/>
                      <a:pt x="600949" y="3098801"/>
                      <a:pt x="539722" y="3098801"/>
                    </a:cubicBezTo>
                    <a:cubicBezTo>
                      <a:pt x="463187" y="3098801"/>
                      <a:pt x="401960" y="3053672"/>
                      <a:pt x="401960" y="2978457"/>
                    </a:cubicBezTo>
                    <a:cubicBezTo>
                      <a:pt x="401960" y="2978457"/>
                      <a:pt x="401960" y="2978457"/>
                      <a:pt x="401960" y="2090920"/>
                    </a:cubicBezTo>
                    <a:cubicBezTo>
                      <a:pt x="401960" y="2090920"/>
                      <a:pt x="401960" y="2090920"/>
                      <a:pt x="111130" y="2090920"/>
                    </a:cubicBezTo>
                    <a:cubicBezTo>
                      <a:pt x="111130" y="2090920"/>
                      <a:pt x="111130" y="2090920"/>
                      <a:pt x="478494" y="977738"/>
                    </a:cubicBezTo>
                    <a:cubicBezTo>
                      <a:pt x="478494" y="977738"/>
                      <a:pt x="478494" y="977738"/>
                      <a:pt x="417267" y="977738"/>
                    </a:cubicBezTo>
                    <a:cubicBezTo>
                      <a:pt x="417267" y="977738"/>
                      <a:pt x="417267" y="977738"/>
                      <a:pt x="202971" y="1624587"/>
                    </a:cubicBezTo>
                    <a:cubicBezTo>
                      <a:pt x="187664" y="1684759"/>
                      <a:pt x="126437" y="1714845"/>
                      <a:pt x="65209" y="1699802"/>
                    </a:cubicBezTo>
                    <a:cubicBezTo>
                      <a:pt x="19289" y="1669716"/>
                      <a:pt x="-11325" y="1609544"/>
                      <a:pt x="3982" y="1549372"/>
                    </a:cubicBezTo>
                    <a:cubicBezTo>
                      <a:pt x="3982" y="1549372"/>
                      <a:pt x="3982" y="1549372"/>
                      <a:pt x="218278" y="872437"/>
                    </a:cubicBezTo>
                    <a:cubicBezTo>
                      <a:pt x="218278" y="872437"/>
                      <a:pt x="218278" y="872437"/>
                      <a:pt x="233585" y="872437"/>
                    </a:cubicBezTo>
                    <a:cubicBezTo>
                      <a:pt x="310119" y="646792"/>
                      <a:pt x="509108" y="601663"/>
                      <a:pt x="585642" y="601663"/>
                    </a:cubicBezTo>
                    <a:close/>
                    <a:moveTo>
                      <a:pt x="715750" y="0"/>
                    </a:moveTo>
                    <a:cubicBezTo>
                      <a:pt x="871812" y="0"/>
                      <a:pt x="998325" y="121183"/>
                      <a:pt x="998325" y="270669"/>
                    </a:cubicBezTo>
                    <a:cubicBezTo>
                      <a:pt x="998325" y="420155"/>
                      <a:pt x="871812" y="541338"/>
                      <a:pt x="715750" y="541338"/>
                    </a:cubicBezTo>
                    <a:cubicBezTo>
                      <a:pt x="559688" y="541338"/>
                      <a:pt x="433175" y="420155"/>
                      <a:pt x="433175" y="270669"/>
                    </a:cubicBezTo>
                    <a:cubicBezTo>
                      <a:pt x="433175" y="121183"/>
                      <a:pt x="559688" y="0"/>
                      <a:pt x="7157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  <p:sp>
            <p:nvSpPr>
              <p:cNvPr id="55" name="Freeform 134">
                <a:extLst>
                  <a:ext uri="{FF2B5EF4-FFF2-40B4-BE49-F238E27FC236}">
                    <a16:creationId xmlns:a16="http://schemas.microsoft.com/office/drawing/2014/main" id="{27E0B0E0-BB08-4847-BD99-3EBF18AB42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66977" y="5045019"/>
                <a:ext cx="295179" cy="639013"/>
              </a:xfrm>
              <a:custGeom>
                <a:avLst/>
                <a:gdLst>
                  <a:gd name="connsiteX0" fmla="*/ 585642 w 1431418"/>
                  <a:gd name="connsiteY0" fmla="*/ 601663 h 3098801"/>
                  <a:gd name="connsiteX1" fmla="*/ 692790 w 1431418"/>
                  <a:gd name="connsiteY1" fmla="*/ 601663 h 3098801"/>
                  <a:gd name="connsiteX2" fmla="*/ 738710 w 1431418"/>
                  <a:gd name="connsiteY2" fmla="*/ 601663 h 3098801"/>
                  <a:gd name="connsiteX3" fmla="*/ 845858 w 1431418"/>
                  <a:gd name="connsiteY3" fmla="*/ 601663 h 3098801"/>
                  <a:gd name="connsiteX4" fmla="*/ 1197916 w 1431418"/>
                  <a:gd name="connsiteY4" fmla="*/ 872437 h 3098801"/>
                  <a:gd name="connsiteX5" fmla="*/ 1213223 w 1431418"/>
                  <a:gd name="connsiteY5" fmla="*/ 872437 h 3098801"/>
                  <a:gd name="connsiteX6" fmla="*/ 1427518 w 1431418"/>
                  <a:gd name="connsiteY6" fmla="*/ 1549372 h 3098801"/>
                  <a:gd name="connsiteX7" fmla="*/ 1350984 w 1431418"/>
                  <a:gd name="connsiteY7" fmla="*/ 1699802 h 3098801"/>
                  <a:gd name="connsiteX8" fmla="*/ 1213223 w 1431418"/>
                  <a:gd name="connsiteY8" fmla="*/ 1624587 h 3098801"/>
                  <a:gd name="connsiteX9" fmla="*/ 998927 w 1431418"/>
                  <a:gd name="connsiteY9" fmla="*/ 977738 h 3098801"/>
                  <a:gd name="connsiteX10" fmla="*/ 953006 w 1431418"/>
                  <a:gd name="connsiteY10" fmla="*/ 977738 h 3098801"/>
                  <a:gd name="connsiteX11" fmla="*/ 1320370 w 1431418"/>
                  <a:gd name="connsiteY11" fmla="*/ 2090920 h 3098801"/>
                  <a:gd name="connsiteX12" fmla="*/ 1029540 w 1431418"/>
                  <a:gd name="connsiteY12" fmla="*/ 2090920 h 3098801"/>
                  <a:gd name="connsiteX13" fmla="*/ 1029540 w 1431418"/>
                  <a:gd name="connsiteY13" fmla="*/ 2978457 h 3098801"/>
                  <a:gd name="connsiteX14" fmla="*/ 891779 w 1431418"/>
                  <a:gd name="connsiteY14" fmla="*/ 3098801 h 3098801"/>
                  <a:gd name="connsiteX15" fmla="*/ 769324 w 1431418"/>
                  <a:gd name="connsiteY15" fmla="*/ 2978457 h 3098801"/>
                  <a:gd name="connsiteX16" fmla="*/ 769324 w 1431418"/>
                  <a:gd name="connsiteY16" fmla="*/ 2090920 h 3098801"/>
                  <a:gd name="connsiteX17" fmla="*/ 662176 w 1431418"/>
                  <a:gd name="connsiteY17" fmla="*/ 2090920 h 3098801"/>
                  <a:gd name="connsiteX18" fmla="*/ 662176 w 1431418"/>
                  <a:gd name="connsiteY18" fmla="*/ 2978457 h 3098801"/>
                  <a:gd name="connsiteX19" fmla="*/ 539722 w 1431418"/>
                  <a:gd name="connsiteY19" fmla="*/ 3098801 h 3098801"/>
                  <a:gd name="connsiteX20" fmla="*/ 401960 w 1431418"/>
                  <a:gd name="connsiteY20" fmla="*/ 2978457 h 3098801"/>
                  <a:gd name="connsiteX21" fmla="*/ 401960 w 1431418"/>
                  <a:gd name="connsiteY21" fmla="*/ 2090920 h 3098801"/>
                  <a:gd name="connsiteX22" fmla="*/ 111130 w 1431418"/>
                  <a:gd name="connsiteY22" fmla="*/ 2090920 h 3098801"/>
                  <a:gd name="connsiteX23" fmla="*/ 478494 w 1431418"/>
                  <a:gd name="connsiteY23" fmla="*/ 977738 h 3098801"/>
                  <a:gd name="connsiteX24" fmla="*/ 417267 w 1431418"/>
                  <a:gd name="connsiteY24" fmla="*/ 977738 h 3098801"/>
                  <a:gd name="connsiteX25" fmla="*/ 202971 w 1431418"/>
                  <a:gd name="connsiteY25" fmla="*/ 1624587 h 3098801"/>
                  <a:gd name="connsiteX26" fmla="*/ 65209 w 1431418"/>
                  <a:gd name="connsiteY26" fmla="*/ 1699802 h 3098801"/>
                  <a:gd name="connsiteX27" fmla="*/ 3982 w 1431418"/>
                  <a:gd name="connsiteY27" fmla="*/ 1549372 h 3098801"/>
                  <a:gd name="connsiteX28" fmla="*/ 218278 w 1431418"/>
                  <a:gd name="connsiteY28" fmla="*/ 872437 h 3098801"/>
                  <a:gd name="connsiteX29" fmla="*/ 233585 w 1431418"/>
                  <a:gd name="connsiteY29" fmla="*/ 872437 h 3098801"/>
                  <a:gd name="connsiteX30" fmla="*/ 585642 w 1431418"/>
                  <a:gd name="connsiteY30" fmla="*/ 601663 h 3098801"/>
                  <a:gd name="connsiteX31" fmla="*/ 715750 w 1431418"/>
                  <a:gd name="connsiteY31" fmla="*/ 0 h 3098801"/>
                  <a:gd name="connsiteX32" fmla="*/ 998325 w 1431418"/>
                  <a:gd name="connsiteY32" fmla="*/ 270669 h 3098801"/>
                  <a:gd name="connsiteX33" fmla="*/ 715750 w 1431418"/>
                  <a:gd name="connsiteY33" fmla="*/ 541338 h 3098801"/>
                  <a:gd name="connsiteX34" fmla="*/ 433175 w 1431418"/>
                  <a:gd name="connsiteY34" fmla="*/ 270669 h 3098801"/>
                  <a:gd name="connsiteX35" fmla="*/ 715750 w 1431418"/>
                  <a:gd name="connsiteY35" fmla="*/ 0 h 309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31418" h="3098801">
                    <a:moveTo>
                      <a:pt x="585642" y="601663"/>
                    </a:moveTo>
                    <a:cubicBezTo>
                      <a:pt x="646869" y="601663"/>
                      <a:pt x="631563" y="601663"/>
                      <a:pt x="692790" y="601663"/>
                    </a:cubicBezTo>
                    <a:cubicBezTo>
                      <a:pt x="708097" y="601663"/>
                      <a:pt x="723404" y="601663"/>
                      <a:pt x="738710" y="601663"/>
                    </a:cubicBezTo>
                    <a:cubicBezTo>
                      <a:pt x="799938" y="601663"/>
                      <a:pt x="784631" y="601663"/>
                      <a:pt x="845858" y="601663"/>
                    </a:cubicBezTo>
                    <a:cubicBezTo>
                      <a:pt x="922393" y="601663"/>
                      <a:pt x="1106075" y="646792"/>
                      <a:pt x="1197916" y="872437"/>
                    </a:cubicBezTo>
                    <a:cubicBezTo>
                      <a:pt x="1197916" y="872437"/>
                      <a:pt x="1197916" y="872437"/>
                      <a:pt x="1213223" y="872437"/>
                    </a:cubicBezTo>
                    <a:cubicBezTo>
                      <a:pt x="1213223" y="872437"/>
                      <a:pt x="1213223" y="872437"/>
                      <a:pt x="1427518" y="1549372"/>
                    </a:cubicBezTo>
                    <a:cubicBezTo>
                      <a:pt x="1442825" y="1609544"/>
                      <a:pt x="1412212" y="1669716"/>
                      <a:pt x="1350984" y="1699802"/>
                    </a:cubicBezTo>
                    <a:cubicBezTo>
                      <a:pt x="1305064" y="1714845"/>
                      <a:pt x="1243836" y="1684759"/>
                      <a:pt x="1213223" y="1624587"/>
                    </a:cubicBezTo>
                    <a:cubicBezTo>
                      <a:pt x="1213223" y="1624587"/>
                      <a:pt x="1213223" y="1624587"/>
                      <a:pt x="998927" y="977738"/>
                    </a:cubicBezTo>
                    <a:cubicBezTo>
                      <a:pt x="998927" y="977738"/>
                      <a:pt x="998927" y="977738"/>
                      <a:pt x="953006" y="977738"/>
                    </a:cubicBezTo>
                    <a:cubicBezTo>
                      <a:pt x="953006" y="977738"/>
                      <a:pt x="953006" y="977738"/>
                      <a:pt x="1320370" y="2090920"/>
                    </a:cubicBezTo>
                    <a:cubicBezTo>
                      <a:pt x="1320370" y="2090920"/>
                      <a:pt x="1320370" y="2090920"/>
                      <a:pt x="1029540" y="2090920"/>
                    </a:cubicBezTo>
                    <a:cubicBezTo>
                      <a:pt x="1029540" y="2090920"/>
                      <a:pt x="1029540" y="2090920"/>
                      <a:pt x="1029540" y="2978457"/>
                    </a:cubicBezTo>
                    <a:cubicBezTo>
                      <a:pt x="1029540" y="3053672"/>
                      <a:pt x="968313" y="3098801"/>
                      <a:pt x="891779" y="3098801"/>
                    </a:cubicBezTo>
                    <a:cubicBezTo>
                      <a:pt x="815245" y="3098801"/>
                      <a:pt x="769324" y="3053672"/>
                      <a:pt x="769324" y="2978457"/>
                    </a:cubicBezTo>
                    <a:cubicBezTo>
                      <a:pt x="769324" y="2978457"/>
                      <a:pt x="769324" y="2978457"/>
                      <a:pt x="769324" y="2090920"/>
                    </a:cubicBezTo>
                    <a:cubicBezTo>
                      <a:pt x="769324" y="2090920"/>
                      <a:pt x="769324" y="2090920"/>
                      <a:pt x="662176" y="2090920"/>
                    </a:cubicBezTo>
                    <a:cubicBezTo>
                      <a:pt x="662176" y="2090920"/>
                      <a:pt x="662176" y="2090920"/>
                      <a:pt x="662176" y="2978457"/>
                    </a:cubicBezTo>
                    <a:cubicBezTo>
                      <a:pt x="662176" y="3053672"/>
                      <a:pt x="600949" y="3098801"/>
                      <a:pt x="539722" y="3098801"/>
                    </a:cubicBezTo>
                    <a:cubicBezTo>
                      <a:pt x="463187" y="3098801"/>
                      <a:pt x="401960" y="3053672"/>
                      <a:pt x="401960" y="2978457"/>
                    </a:cubicBezTo>
                    <a:cubicBezTo>
                      <a:pt x="401960" y="2978457"/>
                      <a:pt x="401960" y="2978457"/>
                      <a:pt x="401960" y="2090920"/>
                    </a:cubicBezTo>
                    <a:cubicBezTo>
                      <a:pt x="401960" y="2090920"/>
                      <a:pt x="401960" y="2090920"/>
                      <a:pt x="111130" y="2090920"/>
                    </a:cubicBezTo>
                    <a:cubicBezTo>
                      <a:pt x="111130" y="2090920"/>
                      <a:pt x="111130" y="2090920"/>
                      <a:pt x="478494" y="977738"/>
                    </a:cubicBezTo>
                    <a:cubicBezTo>
                      <a:pt x="478494" y="977738"/>
                      <a:pt x="478494" y="977738"/>
                      <a:pt x="417267" y="977738"/>
                    </a:cubicBezTo>
                    <a:cubicBezTo>
                      <a:pt x="417267" y="977738"/>
                      <a:pt x="417267" y="977738"/>
                      <a:pt x="202971" y="1624587"/>
                    </a:cubicBezTo>
                    <a:cubicBezTo>
                      <a:pt x="187664" y="1684759"/>
                      <a:pt x="126437" y="1714845"/>
                      <a:pt x="65209" y="1699802"/>
                    </a:cubicBezTo>
                    <a:cubicBezTo>
                      <a:pt x="19289" y="1669716"/>
                      <a:pt x="-11325" y="1609544"/>
                      <a:pt x="3982" y="1549372"/>
                    </a:cubicBezTo>
                    <a:cubicBezTo>
                      <a:pt x="3982" y="1549372"/>
                      <a:pt x="3982" y="1549372"/>
                      <a:pt x="218278" y="872437"/>
                    </a:cubicBezTo>
                    <a:cubicBezTo>
                      <a:pt x="218278" y="872437"/>
                      <a:pt x="218278" y="872437"/>
                      <a:pt x="233585" y="872437"/>
                    </a:cubicBezTo>
                    <a:cubicBezTo>
                      <a:pt x="310119" y="646792"/>
                      <a:pt x="509108" y="601663"/>
                      <a:pt x="585642" y="601663"/>
                    </a:cubicBezTo>
                    <a:close/>
                    <a:moveTo>
                      <a:pt x="715750" y="0"/>
                    </a:moveTo>
                    <a:cubicBezTo>
                      <a:pt x="871812" y="0"/>
                      <a:pt x="998325" y="121183"/>
                      <a:pt x="998325" y="270669"/>
                    </a:cubicBezTo>
                    <a:cubicBezTo>
                      <a:pt x="998325" y="420155"/>
                      <a:pt x="871812" y="541338"/>
                      <a:pt x="715750" y="541338"/>
                    </a:cubicBezTo>
                    <a:cubicBezTo>
                      <a:pt x="559688" y="541338"/>
                      <a:pt x="433175" y="420155"/>
                      <a:pt x="433175" y="270669"/>
                    </a:cubicBezTo>
                    <a:cubicBezTo>
                      <a:pt x="433175" y="121183"/>
                      <a:pt x="559688" y="0"/>
                      <a:pt x="7157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 dirty="0">
                  <a:cs typeface="+mn-ea"/>
                  <a:sym typeface="+mn-lt"/>
                </a:endParaRPr>
              </a:p>
            </p:txBody>
          </p:sp>
          <p:sp>
            <p:nvSpPr>
              <p:cNvPr id="56" name="Freeform 135">
                <a:extLst>
                  <a:ext uri="{FF2B5EF4-FFF2-40B4-BE49-F238E27FC236}">
                    <a16:creationId xmlns:a16="http://schemas.microsoft.com/office/drawing/2014/main" id="{5A9763FE-F3F0-4B7E-9D56-B441A605D9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90772" y="5045019"/>
                <a:ext cx="295179" cy="639013"/>
              </a:xfrm>
              <a:custGeom>
                <a:avLst/>
                <a:gdLst>
                  <a:gd name="connsiteX0" fmla="*/ 585642 w 1431418"/>
                  <a:gd name="connsiteY0" fmla="*/ 601663 h 3098801"/>
                  <a:gd name="connsiteX1" fmla="*/ 692790 w 1431418"/>
                  <a:gd name="connsiteY1" fmla="*/ 601663 h 3098801"/>
                  <a:gd name="connsiteX2" fmla="*/ 738710 w 1431418"/>
                  <a:gd name="connsiteY2" fmla="*/ 601663 h 3098801"/>
                  <a:gd name="connsiteX3" fmla="*/ 845858 w 1431418"/>
                  <a:gd name="connsiteY3" fmla="*/ 601663 h 3098801"/>
                  <a:gd name="connsiteX4" fmla="*/ 1197916 w 1431418"/>
                  <a:gd name="connsiteY4" fmla="*/ 872437 h 3098801"/>
                  <a:gd name="connsiteX5" fmla="*/ 1213223 w 1431418"/>
                  <a:gd name="connsiteY5" fmla="*/ 872437 h 3098801"/>
                  <a:gd name="connsiteX6" fmla="*/ 1427518 w 1431418"/>
                  <a:gd name="connsiteY6" fmla="*/ 1549372 h 3098801"/>
                  <a:gd name="connsiteX7" fmla="*/ 1350984 w 1431418"/>
                  <a:gd name="connsiteY7" fmla="*/ 1699802 h 3098801"/>
                  <a:gd name="connsiteX8" fmla="*/ 1213223 w 1431418"/>
                  <a:gd name="connsiteY8" fmla="*/ 1624587 h 3098801"/>
                  <a:gd name="connsiteX9" fmla="*/ 998927 w 1431418"/>
                  <a:gd name="connsiteY9" fmla="*/ 977738 h 3098801"/>
                  <a:gd name="connsiteX10" fmla="*/ 953006 w 1431418"/>
                  <a:gd name="connsiteY10" fmla="*/ 977738 h 3098801"/>
                  <a:gd name="connsiteX11" fmla="*/ 1320370 w 1431418"/>
                  <a:gd name="connsiteY11" fmla="*/ 2090920 h 3098801"/>
                  <a:gd name="connsiteX12" fmla="*/ 1029540 w 1431418"/>
                  <a:gd name="connsiteY12" fmla="*/ 2090920 h 3098801"/>
                  <a:gd name="connsiteX13" fmla="*/ 1029540 w 1431418"/>
                  <a:gd name="connsiteY13" fmla="*/ 2978457 h 3098801"/>
                  <a:gd name="connsiteX14" fmla="*/ 891779 w 1431418"/>
                  <a:gd name="connsiteY14" fmla="*/ 3098801 h 3098801"/>
                  <a:gd name="connsiteX15" fmla="*/ 769324 w 1431418"/>
                  <a:gd name="connsiteY15" fmla="*/ 2978457 h 3098801"/>
                  <a:gd name="connsiteX16" fmla="*/ 769324 w 1431418"/>
                  <a:gd name="connsiteY16" fmla="*/ 2090920 h 3098801"/>
                  <a:gd name="connsiteX17" fmla="*/ 662176 w 1431418"/>
                  <a:gd name="connsiteY17" fmla="*/ 2090920 h 3098801"/>
                  <a:gd name="connsiteX18" fmla="*/ 662176 w 1431418"/>
                  <a:gd name="connsiteY18" fmla="*/ 2978457 h 3098801"/>
                  <a:gd name="connsiteX19" fmla="*/ 539722 w 1431418"/>
                  <a:gd name="connsiteY19" fmla="*/ 3098801 h 3098801"/>
                  <a:gd name="connsiteX20" fmla="*/ 401960 w 1431418"/>
                  <a:gd name="connsiteY20" fmla="*/ 2978457 h 3098801"/>
                  <a:gd name="connsiteX21" fmla="*/ 401960 w 1431418"/>
                  <a:gd name="connsiteY21" fmla="*/ 2090920 h 3098801"/>
                  <a:gd name="connsiteX22" fmla="*/ 111130 w 1431418"/>
                  <a:gd name="connsiteY22" fmla="*/ 2090920 h 3098801"/>
                  <a:gd name="connsiteX23" fmla="*/ 478494 w 1431418"/>
                  <a:gd name="connsiteY23" fmla="*/ 977738 h 3098801"/>
                  <a:gd name="connsiteX24" fmla="*/ 417267 w 1431418"/>
                  <a:gd name="connsiteY24" fmla="*/ 977738 h 3098801"/>
                  <a:gd name="connsiteX25" fmla="*/ 202971 w 1431418"/>
                  <a:gd name="connsiteY25" fmla="*/ 1624587 h 3098801"/>
                  <a:gd name="connsiteX26" fmla="*/ 65209 w 1431418"/>
                  <a:gd name="connsiteY26" fmla="*/ 1699802 h 3098801"/>
                  <a:gd name="connsiteX27" fmla="*/ 3982 w 1431418"/>
                  <a:gd name="connsiteY27" fmla="*/ 1549372 h 3098801"/>
                  <a:gd name="connsiteX28" fmla="*/ 218278 w 1431418"/>
                  <a:gd name="connsiteY28" fmla="*/ 872437 h 3098801"/>
                  <a:gd name="connsiteX29" fmla="*/ 233585 w 1431418"/>
                  <a:gd name="connsiteY29" fmla="*/ 872437 h 3098801"/>
                  <a:gd name="connsiteX30" fmla="*/ 585642 w 1431418"/>
                  <a:gd name="connsiteY30" fmla="*/ 601663 h 3098801"/>
                  <a:gd name="connsiteX31" fmla="*/ 715750 w 1431418"/>
                  <a:gd name="connsiteY31" fmla="*/ 0 h 3098801"/>
                  <a:gd name="connsiteX32" fmla="*/ 998325 w 1431418"/>
                  <a:gd name="connsiteY32" fmla="*/ 270669 h 3098801"/>
                  <a:gd name="connsiteX33" fmla="*/ 715750 w 1431418"/>
                  <a:gd name="connsiteY33" fmla="*/ 541338 h 3098801"/>
                  <a:gd name="connsiteX34" fmla="*/ 433175 w 1431418"/>
                  <a:gd name="connsiteY34" fmla="*/ 270669 h 3098801"/>
                  <a:gd name="connsiteX35" fmla="*/ 715750 w 1431418"/>
                  <a:gd name="connsiteY35" fmla="*/ 0 h 309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31418" h="3098801">
                    <a:moveTo>
                      <a:pt x="585642" y="601663"/>
                    </a:moveTo>
                    <a:cubicBezTo>
                      <a:pt x="646869" y="601663"/>
                      <a:pt x="631563" y="601663"/>
                      <a:pt x="692790" y="601663"/>
                    </a:cubicBezTo>
                    <a:cubicBezTo>
                      <a:pt x="708097" y="601663"/>
                      <a:pt x="723404" y="601663"/>
                      <a:pt x="738710" y="601663"/>
                    </a:cubicBezTo>
                    <a:cubicBezTo>
                      <a:pt x="799938" y="601663"/>
                      <a:pt x="784631" y="601663"/>
                      <a:pt x="845858" y="601663"/>
                    </a:cubicBezTo>
                    <a:cubicBezTo>
                      <a:pt x="922393" y="601663"/>
                      <a:pt x="1106075" y="646792"/>
                      <a:pt x="1197916" y="872437"/>
                    </a:cubicBezTo>
                    <a:cubicBezTo>
                      <a:pt x="1197916" y="872437"/>
                      <a:pt x="1197916" y="872437"/>
                      <a:pt x="1213223" y="872437"/>
                    </a:cubicBezTo>
                    <a:cubicBezTo>
                      <a:pt x="1213223" y="872437"/>
                      <a:pt x="1213223" y="872437"/>
                      <a:pt x="1427518" y="1549372"/>
                    </a:cubicBezTo>
                    <a:cubicBezTo>
                      <a:pt x="1442825" y="1609544"/>
                      <a:pt x="1412212" y="1669716"/>
                      <a:pt x="1350984" y="1699802"/>
                    </a:cubicBezTo>
                    <a:cubicBezTo>
                      <a:pt x="1305064" y="1714845"/>
                      <a:pt x="1243836" y="1684759"/>
                      <a:pt x="1213223" y="1624587"/>
                    </a:cubicBezTo>
                    <a:cubicBezTo>
                      <a:pt x="1213223" y="1624587"/>
                      <a:pt x="1213223" y="1624587"/>
                      <a:pt x="998927" y="977738"/>
                    </a:cubicBezTo>
                    <a:cubicBezTo>
                      <a:pt x="998927" y="977738"/>
                      <a:pt x="998927" y="977738"/>
                      <a:pt x="953006" y="977738"/>
                    </a:cubicBezTo>
                    <a:cubicBezTo>
                      <a:pt x="953006" y="977738"/>
                      <a:pt x="953006" y="977738"/>
                      <a:pt x="1320370" y="2090920"/>
                    </a:cubicBezTo>
                    <a:cubicBezTo>
                      <a:pt x="1320370" y="2090920"/>
                      <a:pt x="1320370" y="2090920"/>
                      <a:pt x="1029540" y="2090920"/>
                    </a:cubicBezTo>
                    <a:cubicBezTo>
                      <a:pt x="1029540" y="2090920"/>
                      <a:pt x="1029540" y="2090920"/>
                      <a:pt x="1029540" y="2978457"/>
                    </a:cubicBezTo>
                    <a:cubicBezTo>
                      <a:pt x="1029540" y="3053672"/>
                      <a:pt x="968313" y="3098801"/>
                      <a:pt x="891779" y="3098801"/>
                    </a:cubicBezTo>
                    <a:cubicBezTo>
                      <a:pt x="815245" y="3098801"/>
                      <a:pt x="769324" y="3053672"/>
                      <a:pt x="769324" y="2978457"/>
                    </a:cubicBezTo>
                    <a:cubicBezTo>
                      <a:pt x="769324" y="2978457"/>
                      <a:pt x="769324" y="2978457"/>
                      <a:pt x="769324" y="2090920"/>
                    </a:cubicBezTo>
                    <a:cubicBezTo>
                      <a:pt x="769324" y="2090920"/>
                      <a:pt x="769324" y="2090920"/>
                      <a:pt x="662176" y="2090920"/>
                    </a:cubicBezTo>
                    <a:cubicBezTo>
                      <a:pt x="662176" y="2090920"/>
                      <a:pt x="662176" y="2090920"/>
                      <a:pt x="662176" y="2978457"/>
                    </a:cubicBezTo>
                    <a:cubicBezTo>
                      <a:pt x="662176" y="3053672"/>
                      <a:pt x="600949" y="3098801"/>
                      <a:pt x="539722" y="3098801"/>
                    </a:cubicBezTo>
                    <a:cubicBezTo>
                      <a:pt x="463187" y="3098801"/>
                      <a:pt x="401960" y="3053672"/>
                      <a:pt x="401960" y="2978457"/>
                    </a:cubicBezTo>
                    <a:cubicBezTo>
                      <a:pt x="401960" y="2978457"/>
                      <a:pt x="401960" y="2978457"/>
                      <a:pt x="401960" y="2090920"/>
                    </a:cubicBezTo>
                    <a:cubicBezTo>
                      <a:pt x="401960" y="2090920"/>
                      <a:pt x="401960" y="2090920"/>
                      <a:pt x="111130" y="2090920"/>
                    </a:cubicBezTo>
                    <a:cubicBezTo>
                      <a:pt x="111130" y="2090920"/>
                      <a:pt x="111130" y="2090920"/>
                      <a:pt x="478494" y="977738"/>
                    </a:cubicBezTo>
                    <a:cubicBezTo>
                      <a:pt x="478494" y="977738"/>
                      <a:pt x="478494" y="977738"/>
                      <a:pt x="417267" y="977738"/>
                    </a:cubicBezTo>
                    <a:cubicBezTo>
                      <a:pt x="417267" y="977738"/>
                      <a:pt x="417267" y="977738"/>
                      <a:pt x="202971" y="1624587"/>
                    </a:cubicBezTo>
                    <a:cubicBezTo>
                      <a:pt x="187664" y="1684759"/>
                      <a:pt x="126437" y="1714845"/>
                      <a:pt x="65209" y="1699802"/>
                    </a:cubicBezTo>
                    <a:cubicBezTo>
                      <a:pt x="19289" y="1669716"/>
                      <a:pt x="-11325" y="1609544"/>
                      <a:pt x="3982" y="1549372"/>
                    </a:cubicBezTo>
                    <a:cubicBezTo>
                      <a:pt x="3982" y="1549372"/>
                      <a:pt x="3982" y="1549372"/>
                      <a:pt x="218278" y="872437"/>
                    </a:cubicBezTo>
                    <a:cubicBezTo>
                      <a:pt x="218278" y="872437"/>
                      <a:pt x="218278" y="872437"/>
                      <a:pt x="233585" y="872437"/>
                    </a:cubicBezTo>
                    <a:cubicBezTo>
                      <a:pt x="310119" y="646792"/>
                      <a:pt x="509108" y="601663"/>
                      <a:pt x="585642" y="601663"/>
                    </a:cubicBezTo>
                    <a:close/>
                    <a:moveTo>
                      <a:pt x="715750" y="0"/>
                    </a:moveTo>
                    <a:cubicBezTo>
                      <a:pt x="871812" y="0"/>
                      <a:pt x="998325" y="121183"/>
                      <a:pt x="998325" y="270669"/>
                    </a:cubicBezTo>
                    <a:cubicBezTo>
                      <a:pt x="998325" y="420155"/>
                      <a:pt x="871812" y="541338"/>
                      <a:pt x="715750" y="541338"/>
                    </a:cubicBezTo>
                    <a:cubicBezTo>
                      <a:pt x="559688" y="541338"/>
                      <a:pt x="433175" y="420155"/>
                      <a:pt x="433175" y="270669"/>
                    </a:cubicBezTo>
                    <a:cubicBezTo>
                      <a:pt x="433175" y="121183"/>
                      <a:pt x="559688" y="0"/>
                      <a:pt x="715750" y="0"/>
                    </a:cubicBezTo>
                    <a:close/>
                  </a:path>
                </a:pathLst>
              </a:custGeom>
              <a:solidFill>
                <a:schemeClr val="bg2">
                  <a:lumMod val="8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  <p:sp>
            <p:nvSpPr>
              <p:cNvPr id="57" name="Freeform 136">
                <a:extLst>
                  <a:ext uri="{FF2B5EF4-FFF2-40B4-BE49-F238E27FC236}">
                    <a16:creationId xmlns:a16="http://schemas.microsoft.com/office/drawing/2014/main" id="{71E50077-64E6-45B4-880F-844B25434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14567" y="5045019"/>
                <a:ext cx="295179" cy="639013"/>
              </a:xfrm>
              <a:custGeom>
                <a:avLst/>
                <a:gdLst>
                  <a:gd name="connsiteX0" fmla="*/ 585642 w 1431418"/>
                  <a:gd name="connsiteY0" fmla="*/ 601663 h 3098801"/>
                  <a:gd name="connsiteX1" fmla="*/ 692790 w 1431418"/>
                  <a:gd name="connsiteY1" fmla="*/ 601663 h 3098801"/>
                  <a:gd name="connsiteX2" fmla="*/ 738710 w 1431418"/>
                  <a:gd name="connsiteY2" fmla="*/ 601663 h 3098801"/>
                  <a:gd name="connsiteX3" fmla="*/ 845858 w 1431418"/>
                  <a:gd name="connsiteY3" fmla="*/ 601663 h 3098801"/>
                  <a:gd name="connsiteX4" fmla="*/ 1197916 w 1431418"/>
                  <a:gd name="connsiteY4" fmla="*/ 872437 h 3098801"/>
                  <a:gd name="connsiteX5" fmla="*/ 1213223 w 1431418"/>
                  <a:gd name="connsiteY5" fmla="*/ 872437 h 3098801"/>
                  <a:gd name="connsiteX6" fmla="*/ 1427518 w 1431418"/>
                  <a:gd name="connsiteY6" fmla="*/ 1549372 h 3098801"/>
                  <a:gd name="connsiteX7" fmla="*/ 1350984 w 1431418"/>
                  <a:gd name="connsiteY7" fmla="*/ 1699802 h 3098801"/>
                  <a:gd name="connsiteX8" fmla="*/ 1213223 w 1431418"/>
                  <a:gd name="connsiteY8" fmla="*/ 1624587 h 3098801"/>
                  <a:gd name="connsiteX9" fmla="*/ 998927 w 1431418"/>
                  <a:gd name="connsiteY9" fmla="*/ 977738 h 3098801"/>
                  <a:gd name="connsiteX10" fmla="*/ 953006 w 1431418"/>
                  <a:gd name="connsiteY10" fmla="*/ 977738 h 3098801"/>
                  <a:gd name="connsiteX11" fmla="*/ 1320370 w 1431418"/>
                  <a:gd name="connsiteY11" fmla="*/ 2090920 h 3098801"/>
                  <a:gd name="connsiteX12" fmla="*/ 1029540 w 1431418"/>
                  <a:gd name="connsiteY12" fmla="*/ 2090920 h 3098801"/>
                  <a:gd name="connsiteX13" fmla="*/ 1029540 w 1431418"/>
                  <a:gd name="connsiteY13" fmla="*/ 2978457 h 3098801"/>
                  <a:gd name="connsiteX14" fmla="*/ 891779 w 1431418"/>
                  <a:gd name="connsiteY14" fmla="*/ 3098801 h 3098801"/>
                  <a:gd name="connsiteX15" fmla="*/ 769324 w 1431418"/>
                  <a:gd name="connsiteY15" fmla="*/ 2978457 h 3098801"/>
                  <a:gd name="connsiteX16" fmla="*/ 769324 w 1431418"/>
                  <a:gd name="connsiteY16" fmla="*/ 2090920 h 3098801"/>
                  <a:gd name="connsiteX17" fmla="*/ 662176 w 1431418"/>
                  <a:gd name="connsiteY17" fmla="*/ 2090920 h 3098801"/>
                  <a:gd name="connsiteX18" fmla="*/ 662176 w 1431418"/>
                  <a:gd name="connsiteY18" fmla="*/ 2978457 h 3098801"/>
                  <a:gd name="connsiteX19" fmla="*/ 539722 w 1431418"/>
                  <a:gd name="connsiteY19" fmla="*/ 3098801 h 3098801"/>
                  <a:gd name="connsiteX20" fmla="*/ 401960 w 1431418"/>
                  <a:gd name="connsiteY20" fmla="*/ 2978457 h 3098801"/>
                  <a:gd name="connsiteX21" fmla="*/ 401960 w 1431418"/>
                  <a:gd name="connsiteY21" fmla="*/ 2090920 h 3098801"/>
                  <a:gd name="connsiteX22" fmla="*/ 111130 w 1431418"/>
                  <a:gd name="connsiteY22" fmla="*/ 2090920 h 3098801"/>
                  <a:gd name="connsiteX23" fmla="*/ 478494 w 1431418"/>
                  <a:gd name="connsiteY23" fmla="*/ 977738 h 3098801"/>
                  <a:gd name="connsiteX24" fmla="*/ 417267 w 1431418"/>
                  <a:gd name="connsiteY24" fmla="*/ 977738 h 3098801"/>
                  <a:gd name="connsiteX25" fmla="*/ 202971 w 1431418"/>
                  <a:gd name="connsiteY25" fmla="*/ 1624587 h 3098801"/>
                  <a:gd name="connsiteX26" fmla="*/ 65209 w 1431418"/>
                  <a:gd name="connsiteY26" fmla="*/ 1699802 h 3098801"/>
                  <a:gd name="connsiteX27" fmla="*/ 3982 w 1431418"/>
                  <a:gd name="connsiteY27" fmla="*/ 1549372 h 3098801"/>
                  <a:gd name="connsiteX28" fmla="*/ 218278 w 1431418"/>
                  <a:gd name="connsiteY28" fmla="*/ 872437 h 3098801"/>
                  <a:gd name="connsiteX29" fmla="*/ 233585 w 1431418"/>
                  <a:gd name="connsiteY29" fmla="*/ 872437 h 3098801"/>
                  <a:gd name="connsiteX30" fmla="*/ 585642 w 1431418"/>
                  <a:gd name="connsiteY30" fmla="*/ 601663 h 3098801"/>
                  <a:gd name="connsiteX31" fmla="*/ 715750 w 1431418"/>
                  <a:gd name="connsiteY31" fmla="*/ 0 h 3098801"/>
                  <a:gd name="connsiteX32" fmla="*/ 998325 w 1431418"/>
                  <a:gd name="connsiteY32" fmla="*/ 270669 h 3098801"/>
                  <a:gd name="connsiteX33" fmla="*/ 715750 w 1431418"/>
                  <a:gd name="connsiteY33" fmla="*/ 541338 h 3098801"/>
                  <a:gd name="connsiteX34" fmla="*/ 433175 w 1431418"/>
                  <a:gd name="connsiteY34" fmla="*/ 270669 h 3098801"/>
                  <a:gd name="connsiteX35" fmla="*/ 715750 w 1431418"/>
                  <a:gd name="connsiteY35" fmla="*/ 0 h 309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31418" h="3098801">
                    <a:moveTo>
                      <a:pt x="585642" y="601663"/>
                    </a:moveTo>
                    <a:cubicBezTo>
                      <a:pt x="646869" y="601663"/>
                      <a:pt x="631563" y="601663"/>
                      <a:pt x="692790" y="601663"/>
                    </a:cubicBezTo>
                    <a:cubicBezTo>
                      <a:pt x="708097" y="601663"/>
                      <a:pt x="723404" y="601663"/>
                      <a:pt x="738710" y="601663"/>
                    </a:cubicBezTo>
                    <a:cubicBezTo>
                      <a:pt x="799938" y="601663"/>
                      <a:pt x="784631" y="601663"/>
                      <a:pt x="845858" y="601663"/>
                    </a:cubicBezTo>
                    <a:cubicBezTo>
                      <a:pt x="922393" y="601663"/>
                      <a:pt x="1106075" y="646792"/>
                      <a:pt x="1197916" y="872437"/>
                    </a:cubicBezTo>
                    <a:cubicBezTo>
                      <a:pt x="1197916" y="872437"/>
                      <a:pt x="1197916" y="872437"/>
                      <a:pt x="1213223" y="872437"/>
                    </a:cubicBezTo>
                    <a:cubicBezTo>
                      <a:pt x="1213223" y="872437"/>
                      <a:pt x="1213223" y="872437"/>
                      <a:pt x="1427518" y="1549372"/>
                    </a:cubicBezTo>
                    <a:cubicBezTo>
                      <a:pt x="1442825" y="1609544"/>
                      <a:pt x="1412212" y="1669716"/>
                      <a:pt x="1350984" y="1699802"/>
                    </a:cubicBezTo>
                    <a:cubicBezTo>
                      <a:pt x="1305064" y="1714845"/>
                      <a:pt x="1243836" y="1684759"/>
                      <a:pt x="1213223" y="1624587"/>
                    </a:cubicBezTo>
                    <a:cubicBezTo>
                      <a:pt x="1213223" y="1624587"/>
                      <a:pt x="1213223" y="1624587"/>
                      <a:pt x="998927" y="977738"/>
                    </a:cubicBezTo>
                    <a:cubicBezTo>
                      <a:pt x="998927" y="977738"/>
                      <a:pt x="998927" y="977738"/>
                      <a:pt x="953006" y="977738"/>
                    </a:cubicBezTo>
                    <a:cubicBezTo>
                      <a:pt x="953006" y="977738"/>
                      <a:pt x="953006" y="977738"/>
                      <a:pt x="1320370" y="2090920"/>
                    </a:cubicBezTo>
                    <a:cubicBezTo>
                      <a:pt x="1320370" y="2090920"/>
                      <a:pt x="1320370" y="2090920"/>
                      <a:pt x="1029540" y="2090920"/>
                    </a:cubicBezTo>
                    <a:cubicBezTo>
                      <a:pt x="1029540" y="2090920"/>
                      <a:pt x="1029540" y="2090920"/>
                      <a:pt x="1029540" y="2978457"/>
                    </a:cubicBezTo>
                    <a:cubicBezTo>
                      <a:pt x="1029540" y="3053672"/>
                      <a:pt x="968313" y="3098801"/>
                      <a:pt x="891779" y="3098801"/>
                    </a:cubicBezTo>
                    <a:cubicBezTo>
                      <a:pt x="815245" y="3098801"/>
                      <a:pt x="769324" y="3053672"/>
                      <a:pt x="769324" y="2978457"/>
                    </a:cubicBezTo>
                    <a:cubicBezTo>
                      <a:pt x="769324" y="2978457"/>
                      <a:pt x="769324" y="2978457"/>
                      <a:pt x="769324" y="2090920"/>
                    </a:cubicBezTo>
                    <a:cubicBezTo>
                      <a:pt x="769324" y="2090920"/>
                      <a:pt x="769324" y="2090920"/>
                      <a:pt x="662176" y="2090920"/>
                    </a:cubicBezTo>
                    <a:cubicBezTo>
                      <a:pt x="662176" y="2090920"/>
                      <a:pt x="662176" y="2090920"/>
                      <a:pt x="662176" y="2978457"/>
                    </a:cubicBezTo>
                    <a:cubicBezTo>
                      <a:pt x="662176" y="3053672"/>
                      <a:pt x="600949" y="3098801"/>
                      <a:pt x="539722" y="3098801"/>
                    </a:cubicBezTo>
                    <a:cubicBezTo>
                      <a:pt x="463187" y="3098801"/>
                      <a:pt x="401960" y="3053672"/>
                      <a:pt x="401960" y="2978457"/>
                    </a:cubicBezTo>
                    <a:cubicBezTo>
                      <a:pt x="401960" y="2978457"/>
                      <a:pt x="401960" y="2978457"/>
                      <a:pt x="401960" y="2090920"/>
                    </a:cubicBezTo>
                    <a:cubicBezTo>
                      <a:pt x="401960" y="2090920"/>
                      <a:pt x="401960" y="2090920"/>
                      <a:pt x="111130" y="2090920"/>
                    </a:cubicBezTo>
                    <a:cubicBezTo>
                      <a:pt x="111130" y="2090920"/>
                      <a:pt x="111130" y="2090920"/>
                      <a:pt x="478494" y="977738"/>
                    </a:cubicBezTo>
                    <a:cubicBezTo>
                      <a:pt x="478494" y="977738"/>
                      <a:pt x="478494" y="977738"/>
                      <a:pt x="417267" y="977738"/>
                    </a:cubicBezTo>
                    <a:cubicBezTo>
                      <a:pt x="417267" y="977738"/>
                      <a:pt x="417267" y="977738"/>
                      <a:pt x="202971" y="1624587"/>
                    </a:cubicBezTo>
                    <a:cubicBezTo>
                      <a:pt x="187664" y="1684759"/>
                      <a:pt x="126437" y="1714845"/>
                      <a:pt x="65209" y="1699802"/>
                    </a:cubicBezTo>
                    <a:cubicBezTo>
                      <a:pt x="19289" y="1669716"/>
                      <a:pt x="-11325" y="1609544"/>
                      <a:pt x="3982" y="1549372"/>
                    </a:cubicBezTo>
                    <a:cubicBezTo>
                      <a:pt x="3982" y="1549372"/>
                      <a:pt x="3982" y="1549372"/>
                      <a:pt x="218278" y="872437"/>
                    </a:cubicBezTo>
                    <a:cubicBezTo>
                      <a:pt x="218278" y="872437"/>
                      <a:pt x="218278" y="872437"/>
                      <a:pt x="233585" y="872437"/>
                    </a:cubicBezTo>
                    <a:cubicBezTo>
                      <a:pt x="310119" y="646792"/>
                      <a:pt x="509108" y="601663"/>
                      <a:pt x="585642" y="601663"/>
                    </a:cubicBezTo>
                    <a:close/>
                    <a:moveTo>
                      <a:pt x="715750" y="0"/>
                    </a:moveTo>
                    <a:cubicBezTo>
                      <a:pt x="871812" y="0"/>
                      <a:pt x="998325" y="121183"/>
                      <a:pt x="998325" y="270669"/>
                    </a:cubicBezTo>
                    <a:cubicBezTo>
                      <a:pt x="998325" y="420155"/>
                      <a:pt x="871812" y="541338"/>
                      <a:pt x="715750" y="541338"/>
                    </a:cubicBezTo>
                    <a:cubicBezTo>
                      <a:pt x="559688" y="541338"/>
                      <a:pt x="433175" y="420155"/>
                      <a:pt x="433175" y="270669"/>
                    </a:cubicBezTo>
                    <a:cubicBezTo>
                      <a:pt x="433175" y="121183"/>
                      <a:pt x="559688" y="0"/>
                      <a:pt x="715750" y="0"/>
                    </a:cubicBezTo>
                    <a:close/>
                  </a:path>
                </a:pathLst>
              </a:custGeom>
              <a:solidFill>
                <a:schemeClr val="bg2">
                  <a:lumMod val="8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 baseline="-25000">
                  <a:cs typeface="+mn-ea"/>
                  <a:sym typeface="+mn-lt"/>
                </a:endParaRPr>
              </a:p>
            </p:txBody>
          </p:sp>
          <p:sp>
            <p:nvSpPr>
              <p:cNvPr id="58" name="Freeform 137">
                <a:extLst>
                  <a:ext uri="{FF2B5EF4-FFF2-40B4-BE49-F238E27FC236}">
                    <a16:creationId xmlns:a16="http://schemas.microsoft.com/office/drawing/2014/main" id="{6F7AE9AD-BB8D-4663-AA26-224909F5B2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8359" y="5045019"/>
                <a:ext cx="295179" cy="639013"/>
              </a:xfrm>
              <a:custGeom>
                <a:avLst/>
                <a:gdLst>
                  <a:gd name="connsiteX0" fmla="*/ 585642 w 1431418"/>
                  <a:gd name="connsiteY0" fmla="*/ 601663 h 3098801"/>
                  <a:gd name="connsiteX1" fmla="*/ 692790 w 1431418"/>
                  <a:gd name="connsiteY1" fmla="*/ 601663 h 3098801"/>
                  <a:gd name="connsiteX2" fmla="*/ 738710 w 1431418"/>
                  <a:gd name="connsiteY2" fmla="*/ 601663 h 3098801"/>
                  <a:gd name="connsiteX3" fmla="*/ 845858 w 1431418"/>
                  <a:gd name="connsiteY3" fmla="*/ 601663 h 3098801"/>
                  <a:gd name="connsiteX4" fmla="*/ 1197916 w 1431418"/>
                  <a:gd name="connsiteY4" fmla="*/ 872437 h 3098801"/>
                  <a:gd name="connsiteX5" fmla="*/ 1213223 w 1431418"/>
                  <a:gd name="connsiteY5" fmla="*/ 872437 h 3098801"/>
                  <a:gd name="connsiteX6" fmla="*/ 1427518 w 1431418"/>
                  <a:gd name="connsiteY6" fmla="*/ 1549372 h 3098801"/>
                  <a:gd name="connsiteX7" fmla="*/ 1350984 w 1431418"/>
                  <a:gd name="connsiteY7" fmla="*/ 1699802 h 3098801"/>
                  <a:gd name="connsiteX8" fmla="*/ 1213223 w 1431418"/>
                  <a:gd name="connsiteY8" fmla="*/ 1624587 h 3098801"/>
                  <a:gd name="connsiteX9" fmla="*/ 998927 w 1431418"/>
                  <a:gd name="connsiteY9" fmla="*/ 977738 h 3098801"/>
                  <a:gd name="connsiteX10" fmla="*/ 953006 w 1431418"/>
                  <a:gd name="connsiteY10" fmla="*/ 977738 h 3098801"/>
                  <a:gd name="connsiteX11" fmla="*/ 1320370 w 1431418"/>
                  <a:gd name="connsiteY11" fmla="*/ 2090920 h 3098801"/>
                  <a:gd name="connsiteX12" fmla="*/ 1029540 w 1431418"/>
                  <a:gd name="connsiteY12" fmla="*/ 2090920 h 3098801"/>
                  <a:gd name="connsiteX13" fmla="*/ 1029540 w 1431418"/>
                  <a:gd name="connsiteY13" fmla="*/ 2978457 h 3098801"/>
                  <a:gd name="connsiteX14" fmla="*/ 891779 w 1431418"/>
                  <a:gd name="connsiteY14" fmla="*/ 3098801 h 3098801"/>
                  <a:gd name="connsiteX15" fmla="*/ 769324 w 1431418"/>
                  <a:gd name="connsiteY15" fmla="*/ 2978457 h 3098801"/>
                  <a:gd name="connsiteX16" fmla="*/ 769324 w 1431418"/>
                  <a:gd name="connsiteY16" fmla="*/ 2090920 h 3098801"/>
                  <a:gd name="connsiteX17" fmla="*/ 662176 w 1431418"/>
                  <a:gd name="connsiteY17" fmla="*/ 2090920 h 3098801"/>
                  <a:gd name="connsiteX18" fmla="*/ 662176 w 1431418"/>
                  <a:gd name="connsiteY18" fmla="*/ 2978457 h 3098801"/>
                  <a:gd name="connsiteX19" fmla="*/ 539722 w 1431418"/>
                  <a:gd name="connsiteY19" fmla="*/ 3098801 h 3098801"/>
                  <a:gd name="connsiteX20" fmla="*/ 401960 w 1431418"/>
                  <a:gd name="connsiteY20" fmla="*/ 2978457 h 3098801"/>
                  <a:gd name="connsiteX21" fmla="*/ 401960 w 1431418"/>
                  <a:gd name="connsiteY21" fmla="*/ 2090920 h 3098801"/>
                  <a:gd name="connsiteX22" fmla="*/ 111130 w 1431418"/>
                  <a:gd name="connsiteY22" fmla="*/ 2090920 h 3098801"/>
                  <a:gd name="connsiteX23" fmla="*/ 478494 w 1431418"/>
                  <a:gd name="connsiteY23" fmla="*/ 977738 h 3098801"/>
                  <a:gd name="connsiteX24" fmla="*/ 417267 w 1431418"/>
                  <a:gd name="connsiteY24" fmla="*/ 977738 h 3098801"/>
                  <a:gd name="connsiteX25" fmla="*/ 202971 w 1431418"/>
                  <a:gd name="connsiteY25" fmla="*/ 1624587 h 3098801"/>
                  <a:gd name="connsiteX26" fmla="*/ 65209 w 1431418"/>
                  <a:gd name="connsiteY26" fmla="*/ 1699802 h 3098801"/>
                  <a:gd name="connsiteX27" fmla="*/ 3982 w 1431418"/>
                  <a:gd name="connsiteY27" fmla="*/ 1549372 h 3098801"/>
                  <a:gd name="connsiteX28" fmla="*/ 218278 w 1431418"/>
                  <a:gd name="connsiteY28" fmla="*/ 872437 h 3098801"/>
                  <a:gd name="connsiteX29" fmla="*/ 233585 w 1431418"/>
                  <a:gd name="connsiteY29" fmla="*/ 872437 h 3098801"/>
                  <a:gd name="connsiteX30" fmla="*/ 585642 w 1431418"/>
                  <a:gd name="connsiteY30" fmla="*/ 601663 h 3098801"/>
                  <a:gd name="connsiteX31" fmla="*/ 715750 w 1431418"/>
                  <a:gd name="connsiteY31" fmla="*/ 0 h 3098801"/>
                  <a:gd name="connsiteX32" fmla="*/ 998325 w 1431418"/>
                  <a:gd name="connsiteY32" fmla="*/ 270669 h 3098801"/>
                  <a:gd name="connsiteX33" fmla="*/ 715750 w 1431418"/>
                  <a:gd name="connsiteY33" fmla="*/ 541338 h 3098801"/>
                  <a:gd name="connsiteX34" fmla="*/ 433175 w 1431418"/>
                  <a:gd name="connsiteY34" fmla="*/ 270669 h 3098801"/>
                  <a:gd name="connsiteX35" fmla="*/ 715750 w 1431418"/>
                  <a:gd name="connsiteY35" fmla="*/ 0 h 309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31418" h="3098801">
                    <a:moveTo>
                      <a:pt x="585642" y="601663"/>
                    </a:moveTo>
                    <a:cubicBezTo>
                      <a:pt x="646869" y="601663"/>
                      <a:pt x="631563" y="601663"/>
                      <a:pt x="692790" y="601663"/>
                    </a:cubicBezTo>
                    <a:cubicBezTo>
                      <a:pt x="708097" y="601663"/>
                      <a:pt x="723404" y="601663"/>
                      <a:pt x="738710" y="601663"/>
                    </a:cubicBezTo>
                    <a:cubicBezTo>
                      <a:pt x="799938" y="601663"/>
                      <a:pt x="784631" y="601663"/>
                      <a:pt x="845858" y="601663"/>
                    </a:cubicBezTo>
                    <a:cubicBezTo>
                      <a:pt x="922393" y="601663"/>
                      <a:pt x="1106075" y="646792"/>
                      <a:pt x="1197916" y="872437"/>
                    </a:cubicBezTo>
                    <a:cubicBezTo>
                      <a:pt x="1197916" y="872437"/>
                      <a:pt x="1197916" y="872437"/>
                      <a:pt x="1213223" y="872437"/>
                    </a:cubicBezTo>
                    <a:cubicBezTo>
                      <a:pt x="1213223" y="872437"/>
                      <a:pt x="1213223" y="872437"/>
                      <a:pt x="1427518" y="1549372"/>
                    </a:cubicBezTo>
                    <a:cubicBezTo>
                      <a:pt x="1442825" y="1609544"/>
                      <a:pt x="1412212" y="1669716"/>
                      <a:pt x="1350984" y="1699802"/>
                    </a:cubicBezTo>
                    <a:cubicBezTo>
                      <a:pt x="1305064" y="1714845"/>
                      <a:pt x="1243836" y="1684759"/>
                      <a:pt x="1213223" y="1624587"/>
                    </a:cubicBezTo>
                    <a:cubicBezTo>
                      <a:pt x="1213223" y="1624587"/>
                      <a:pt x="1213223" y="1624587"/>
                      <a:pt x="998927" y="977738"/>
                    </a:cubicBezTo>
                    <a:cubicBezTo>
                      <a:pt x="998927" y="977738"/>
                      <a:pt x="998927" y="977738"/>
                      <a:pt x="953006" y="977738"/>
                    </a:cubicBezTo>
                    <a:cubicBezTo>
                      <a:pt x="953006" y="977738"/>
                      <a:pt x="953006" y="977738"/>
                      <a:pt x="1320370" y="2090920"/>
                    </a:cubicBezTo>
                    <a:cubicBezTo>
                      <a:pt x="1320370" y="2090920"/>
                      <a:pt x="1320370" y="2090920"/>
                      <a:pt x="1029540" y="2090920"/>
                    </a:cubicBezTo>
                    <a:cubicBezTo>
                      <a:pt x="1029540" y="2090920"/>
                      <a:pt x="1029540" y="2090920"/>
                      <a:pt x="1029540" y="2978457"/>
                    </a:cubicBezTo>
                    <a:cubicBezTo>
                      <a:pt x="1029540" y="3053672"/>
                      <a:pt x="968313" y="3098801"/>
                      <a:pt x="891779" y="3098801"/>
                    </a:cubicBezTo>
                    <a:cubicBezTo>
                      <a:pt x="815245" y="3098801"/>
                      <a:pt x="769324" y="3053672"/>
                      <a:pt x="769324" y="2978457"/>
                    </a:cubicBezTo>
                    <a:cubicBezTo>
                      <a:pt x="769324" y="2978457"/>
                      <a:pt x="769324" y="2978457"/>
                      <a:pt x="769324" y="2090920"/>
                    </a:cubicBezTo>
                    <a:cubicBezTo>
                      <a:pt x="769324" y="2090920"/>
                      <a:pt x="769324" y="2090920"/>
                      <a:pt x="662176" y="2090920"/>
                    </a:cubicBezTo>
                    <a:cubicBezTo>
                      <a:pt x="662176" y="2090920"/>
                      <a:pt x="662176" y="2090920"/>
                      <a:pt x="662176" y="2978457"/>
                    </a:cubicBezTo>
                    <a:cubicBezTo>
                      <a:pt x="662176" y="3053672"/>
                      <a:pt x="600949" y="3098801"/>
                      <a:pt x="539722" y="3098801"/>
                    </a:cubicBezTo>
                    <a:cubicBezTo>
                      <a:pt x="463187" y="3098801"/>
                      <a:pt x="401960" y="3053672"/>
                      <a:pt x="401960" y="2978457"/>
                    </a:cubicBezTo>
                    <a:cubicBezTo>
                      <a:pt x="401960" y="2978457"/>
                      <a:pt x="401960" y="2978457"/>
                      <a:pt x="401960" y="2090920"/>
                    </a:cubicBezTo>
                    <a:cubicBezTo>
                      <a:pt x="401960" y="2090920"/>
                      <a:pt x="401960" y="2090920"/>
                      <a:pt x="111130" y="2090920"/>
                    </a:cubicBezTo>
                    <a:cubicBezTo>
                      <a:pt x="111130" y="2090920"/>
                      <a:pt x="111130" y="2090920"/>
                      <a:pt x="478494" y="977738"/>
                    </a:cubicBezTo>
                    <a:cubicBezTo>
                      <a:pt x="478494" y="977738"/>
                      <a:pt x="478494" y="977738"/>
                      <a:pt x="417267" y="977738"/>
                    </a:cubicBezTo>
                    <a:cubicBezTo>
                      <a:pt x="417267" y="977738"/>
                      <a:pt x="417267" y="977738"/>
                      <a:pt x="202971" y="1624587"/>
                    </a:cubicBezTo>
                    <a:cubicBezTo>
                      <a:pt x="187664" y="1684759"/>
                      <a:pt x="126437" y="1714845"/>
                      <a:pt x="65209" y="1699802"/>
                    </a:cubicBezTo>
                    <a:cubicBezTo>
                      <a:pt x="19289" y="1669716"/>
                      <a:pt x="-11325" y="1609544"/>
                      <a:pt x="3982" y="1549372"/>
                    </a:cubicBezTo>
                    <a:cubicBezTo>
                      <a:pt x="3982" y="1549372"/>
                      <a:pt x="3982" y="1549372"/>
                      <a:pt x="218278" y="872437"/>
                    </a:cubicBezTo>
                    <a:cubicBezTo>
                      <a:pt x="218278" y="872437"/>
                      <a:pt x="218278" y="872437"/>
                      <a:pt x="233585" y="872437"/>
                    </a:cubicBezTo>
                    <a:cubicBezTo>
                      <a:pt x="310119" y="646792"/>
                      <a:pt x="509108" y="601663"/>
                      <a:pt x="585642" y="601663"/>
                    </a:cubicBezTo>
                    <a:close/>
                    <a:moveTo>
                      <a:pt x="715750" y="0"/>
                    </a:moveTo>
                    <a:cubicBezTo>
                      <a:pt x="871812" y="0"/>
                      <a:pt x="998325" y="121183"/>
                      <a:pt x="998325" y="270669"/>
                    </a:cubicBezTo>
                    <a:cubicBezTo>
                      <a:pt x="998325" y="420155"/>
                      <a:pt x="871812" y="541338"/>
                      <a:pt x="715750" y="541338"/>
                    </a:cubicBezTo>
                    <a:cubicBezTo>
                      <a:pt x="559688" y="541338"/>
                      <a:pt x="433175" y="420155"/>
                      <a:pt x="433175" y="270669"/>
                    </a:cubicBezTo>
                    <a:cubicBezTo>
                      <a:pt x="433175" y="121183"/>
                      <a:pt x="559688" y="0"/>
                      <a:pt x="715750" y="0"/>
                    </a:cubicBezTo>
                    <a:close/>
                  </a:path>
                </a:pathLst>
              </a:custGeom>
              <a:solidFill>
                <a:schemeClr val="bg2">
                  <a:lumMod val="8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 baseline="-25000" dirty="0">
                  <a:cs typeface="+mn-ea"/>
                  <a:sym typeface="+mn-lt"/>
                </a:endParaRPr>
              </a:p>
            </p:txBody>
          </p:sp>
          <p:sp>
            <p:nvSpPr>
              <p:cNvPr id="59" name="Freeform 138">
                <a:extLst>
                  <a:ext uri="{FF2B5EF4-FFF2-40B4-BE49-F238E27FC236}">
                    <a16:creationId xmlns:a16="http://schemas.microsoft.com/office/drawing/2014/main" id="{6FDF8759-0D50-45FA-950E-6DD6011F3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4207" y="5045019"/>
                <a:ext cx="295179" cy="639013"/>
              </a:xfrm>
              <a:custGeom>
                <a:avLst/>
                <a:gdLst>
                  <a:gd name="connsiteX0" fmla="*/ 585642 w 1431418"/>
                  <a:gd name="connsiteY0" fmla="*/ 601663 h 3098801"/>
                  <a:gd name="connsiteX1" fmla="*/ 692790 w 1431418"/>
                  <a:gd name="connsiteY1" fmla="*/ 601663 h 3098801"/>
                  <a:gd name="connsiteX2" fmla="*/ 738710 w 1431418"/>
                  <a:gd name="connsiteY2" fmla="*/ 601663 h 3098801"/>
                  <a:gd name="connsiteX3" fmla="*/ 845858 w 1431418"/>
                  <a:gd name="connsiteY3" fmla="*/ 601663 h 3098801"/>
                  <a:gd name="connsiteX4" fmla="*/ 1197916 w 1431418"/>
                  <a:gd name="connsiteY4" fmla="*/ 872437 h 3098801"/>
                  <a:gd name="connsiteX5" fmla="*/ 1213223 w 1431418"/>
                  <a:gd name="connsiteY5" fmla="*/ 872437 h 3098801"/>
                  <a:gd name="connsiteX6" fmla="*/ 1427518 w 1431418"/>
                  <a:gd name="connsiteY6" fmla="*/ 1549372 h 3098801"/>
                  <a:gd name="connsiteX7" fmla="*/ 1350984 w 1431418"/>
                  <a:gd name="connsiteY7" fmla="*/ 1699802 h 3098801"/>
                  <a:gd name="connsiteX8" fmla="*/ 1213223 w 1431418"/>
                  <a:gd name="connsiteY8" fmla="*/ 1624587 h 3098801"/>
                  <a:gd name="connsiteX9" fmla="*/ 998927 w 1431418"/>
                  <a:gd name="connsiteY9" fmla="*/ 977738 h 3098801"/>
                  <a:gd name="connsiteX10" fmla="*/ 953006 w 1431418"/>
                  <a:gd name="connsiteY10" fmla="*/ 977738 h 3098801"/>
                  <a:gd name="connsiteX11" fmla="*/ 1320370 w 1431418"/>
                  <a:gd name="connsiteY11" fmla="*/ 2090920 h 3098801"/>
                  <a:gd name="connsiteX12" fmla="*/ 1029540 w 1431418"/>
                  <a:gd name="connsiteY12" fmla="*/ 2090920 h 3098801"/>
                  <a:gd name="connsiteX13" fmla="*/ 1029540 w 1431418"/>
                  <a:gd name="connsiteY13" fmla="*/ 2978457 h 3098801"/>
                  <a:gd name="connsiteX14" fmla="*/ 891779 w 1431418"/>
                  <a:gd name="connsiteY14" fmla="*/ 3098801 h 3098801"/>
                  <a:gd name="connsiteX15" fmla="*/ 769324 w 1431418"/>
                  <a:gd name="connsiteY15" fmla="*/ 2978457 h 3098801"/>
                  <a:gd name="connsiteX16" fmla="*/ 769324 w 1431418"/>
                  <a:gd name="connsiteY16" fmla="*/ 2090920 h 3098801"/>
                  <a:gd name="connsiteX17" fmla="*/ 662176 w 1431418"/>
                  <a:gd name="connsiteY17" fmla="*/ 2090920 h 3098801"/>
                  <a:gd name="connsiteX18" fmla="*/ 662176 w 1431418"/>
                  <a:gd name="connsiteY18" fmla="*/ 2978457 h 3098801"/>
                  <a:gd name="connsiteX19" fmla="*/ 539722 w 1431418"/>
                  <a:gd name="connsiteY19" fmla="*/ 3098801 h 3098801"/>
                  <a:gd name="connsiteX20" fmla="*/ 401960 w 1431418"/>
                  <a:gd name="connsiteY20" fmla="*/ 2978457 h 3098801"/>
                  <a:gd name="connsiteX21" fmla="*/ 401960 w 1431418"/>
                  <a:gd name="connsiteY21" fmla="*/ 2090920 h 3098801"/>
                  <a:gd name="connsiteX22" fmla="*/ 111130 w 1431418"/>
                  <a:gd name="connsiteY22" fmla="*/ 2090920 h 3098801"/>
                  <a:gd name="connsiteX23" fmla="*/ 478494 w 1431418"/>
                  <a:gd name="connsiteY23" fmla="*/ 977738 h 3098801"/>
                  <a:gd name="connsiteX24" fmla="*/ 417267 w 1431418"/>
                  <a:gd name="connsiteY24" fmla="*/ 977738 h 3098801"/>
                  <a:gd name="connsiteX25" fmla="*/ 202971 w 1431418"/>
                  <a:gd name="connsiteY25" fmla="*/ 1624587 h 3098801"/>
                  <a:gd name="connsiteX26" fmla="*/ 65209 w 1431418"/>
                  <a:gd name="connsiteY26" fmla="*/ 1699802 h 3098801"/>
                  <a:gd name="connsiteX27" fmla="*/ 3982 w 1431418"/>
                  <a:gd name="connsiteY27" fmla="*/ 1549372 h 3098801"/>
                  <a:gd name="connsiteX28" fmla="*/ 218278 w 1431418"/>
                  <a:gd name="connsiteY28" fmla="*/ 872437 h 3098801"/>
                  <a:gd name="connsiteX29" fmla="*/ 233585 w 1431418"/>
                  <a:gd name="connsiteY29" fmla="*/ 872437 h 3098801"/>
                  <a:gd name="connsiteX30" fmla="*/ 585642 w 1431418"/>
                  <a:gd name="connsiteY30" fmla="*/ 601663 h 3098801"/>
                  <a:gd name="connsiteX31" fmla="*/ 715750 w 1431418"/>
                  <a:gd name="connsiteY31" fmla="*/ 0 h 3098801"/>
                  <a:gd name="connsiteX32" fmla="*/ 998325 w 1431418"/>
                  <a:gd name="connsiteY32" fmla="*/ 270669 h 3098801"/>
                  <a:gd name="connsiteX33" fmla="*/ 715750 w 1431418"/>
                  <a:gd name="connsiteY33" fmla="*/ 541338 h 3098801"/>
                  <a:gd name="connsiteX34" fmla="*/ 433175 w 1431418"/>
                  <a:gd name="connsiteY34" fmla="*/ 270669 h 3098801"/>
                  <a:gd name="connsiteX35" fmla="*/ 715750 w 1431418"/>
                  <a:gd name="connsiteY35" fmla="*/ 0 h 309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31418" h="3098801">
                    <a:moveTo>
                      <a:pt x="585642" y="601663"/>
                    </a:moveTo>
                    <a:cubicBezTo>
                      <a:pt x="646869" y="601663"/>
                      <a:pt x="631563" y="601663"/>
                      <a:pt x="692790" y="601663"/>
                    </a:cubicBezTo>
                    <a:cubicBezTo>
                      <a:pt x="708097" y="601663"/>
                      <a:pt x="723404" y="601663"/>
                      <a:pt x="738710" y="601663"/>
                    </a:cubicBezTo>
                    <a:cubicBezTo>
                      <a:pt x="799938" y="601663"/>
                      <a:pt x="784631" y="601663"/>
                      <a:pt x="845858" y="601663"/>
                    </a:cubicBezTo>
                    <a:cubicBezTo>
                      <a:pt x="922393" y="601663"/>
                      <a:pt x="1106075" y="646792"/>
                      <a:pt x="1197916" y="872437"/>
                    </a:cubicBezTo>
                    <a:cubicBezTo>
                      <a:pt x="1197916" y="872437"/>
                      <a:pt x="1197916" y="872437"/>
                      <a:pt x="1213223" y="872437"/>
                    </a:cubicBezTo>
                    <a:cubicBezTo>
                      <a:pt x="1213223" y="872437"/>
                      <a:pt x="1213223" y="872437"/>
                      <a:pt x="1427518" y="1549372"/>
                    </a:cubicBezTo>
                    <a:cubicBezTo>
                      <a:pt x="1442825" y="1609544"/>
                      <a:pt x="1412212" y="1669716"/>
                      <a:pt x="1350984" y="1699802"/>
                    </a:cubicBezTo>
                    <a:cubicBezTo>
                      <a:pt x="1305064" y="1714845"/>
                      <a:pt x="1243836" y="1684759"/>
                      <a:pt x="1213223" y="1624587"/>
                    </a:cubicBezTo>
                    <a:cubicBezTo>
                      <a:pt x="1213223" y="1624587"/>
                      <a:pt x="1213223" y="1624587"/>
                      <a:pt x="998927" y="977738"/>
                    </a:cubicBezTo>
                    <a:cubicBezTo>
                      <a:pt x="998927" y="977738"/>
                      <a:pt x="998927" y="977738"/>
                      <a:pt x="953006" y="977738"/>
                    </a:cubicBezTo>
                    <a:cubicBezTo>
                      <a:pt x="953006" y="977738"/>
                      <a:pt x="953006" y="977738"/>
                      <a:pt x="1320370" y="2090920"/>
                    </a:cubicBezTo>
                    <a:cubicBezTo>
                      <a:pt x="1320370" y="2090920"/>
                      <a:pt x="1320370" y="2090920"/>
                      <a:pt x="1029540" y="2090920"/>
                    </a:cubicBezTo>
                    <a:cubicBezTo>
                      <a:pt x="1029540" y="2090920"/>
                      <a:pt x="1029540" y="2090920"/>
                      <a:pt x="1029540" y="2978457"/>
                    </a:cubicBezTo>
                    <a:cubicBezTo>
                      <a:pt x="1029540" y="3053672"/>
                      <a:pt x="968313" y="3098801"/>
                      <a:pt x="891779" y="3098801"/>
                    </a:cubicBezTo>
                    <a:cubicBezTo>
                      <a:pt x="815245" y="3098801"/>
                      <a:pt x="769324" y="3053672"/>
                      <a:pt x="769324" y="2978457"/>
                    </a:cubicBezTo>
                    <a:cubicBezTo>
                      <a:pt x="769324" y="2978457"/>
                      <a:pt x="769324" y="2978457"/>
                      <a:pt x="769324" y="2090920"/>
                    </a:cubicBezTo>
                    <a:cubicBezTo>
                      <a:pt x="769324" y="2090920"/>
                      <a:pt x="769324" y="2090920"/>
                      <a:pt x="662176" y="2090920"/>
                    </a:cubicBezTo>
                    <a:cubicBezTo>
                      <a:pt x="662176" y="2090920"/>
                      <a:pt x="662176" y="2090920"/>
                      <a:pt x="662176" y="2978457"/>
                    </a:cubicBezTo>
                    <a:cubicBezTo>
                      <a:pt x="662176" y="3053672"/>
                      <a:pt x="600949" y="3098801"/>
                      <a:pt x="539722" y="3098801"/>
                    </a:cubicBezTo>
                    <a:cubicBezTo>
                      <a:pt x="463187" y="3098801"/>
                      <a:pt x="401960" y="3053672"/>
                      <a:pt x="401960" y="2978457"/>
                    </a:cubicBezTo>
                    <a:cubicBezTo>
                      <a:pt x="401960" y="2978457"/>
                      <a:pt x="401960" y="2978457"/>
                      <a:pt x="401960" y="2090920"/>
                    </a:cubicBezTo>
                    <a:cubicBezTo>
                      <a:pt x="401960" y="2090920"/>
                      <a:pt x="401960" y="2090920"/>
                      <a:pt x="111130" y="2090920"/>
                    </a:cubicBezTo>
                    <a:cubicBezTo>
                      <a:pt x="111130" y="2090920"/>
                      <a:pt x="111130" y="2090920"/>
                      <a:pt x="478494" y="977738"/>
                    </a:cubicBezTo>
                    <a:cubicBezTo>
                      <a:pt x="478494" y="977738"/>
                      <a:pt x="478494" y="977738"/>
                      <a:pt x="417267" y="977738"/>
                    </a:cubicBezTo>
                    <a:cubicBezTo>
                      <a:pt x="417267" y="977738"/>
                      <a:pt x="417267" y="977738"/>
                      <a:pt x="202971" y="1624587"/>
                    </a:cubicBezTo>
                    <a:cubicBezTo>
                      <a:pt x="187664" y="1684759"/>
                      <a:pt x="126437" y="1714845"/>
                      <a:pt x="65209" y="1699802"/>
                    </a:cubicBezTo>
                    <a:cubicBezTo>
                      <a:pt x="19289" y="1669716"/>
                      <a:pt x="-11325" y="1609544"/>
                      <a:pt x="3982" y="1549372"/>
                    </a:cubicBezTo>
                    <a:cubicBezTo>
                      <a:pt x="3982" y="1549372"/>
                      <a:pt x="3982" y="1549372"/>
                      <a:pt x="218278" y="872437"/>
                    </a:cubicBezTo>
                    <a:cubicBezTo>
                      <a:pt x="218278" y="872437"/>
                      <a:pt x="218278" y="872437"/>
                      <a:pt x="233585" y="872437"/>
                    </a:cubicBezTo>
                    <a:cubicBezTo>
                      <a:pt x="310119" y="646792"/>
                      <a:pt x="509108" y="601663"/>
                      <a:pt x="585642" y="601663"/>
                    </a:cubicBezTo>
                    <a:close/>
                    <a:moveTo>
                      <a:pt x="715750" y="0"/>
                    </a:moveTo>
                    <a:cubicBezTo>
                      <a:pt x="871812" y="0"/>
                      <a:pt x="998325" y="121183"/>
                      <a:pt x="998325" y="270669"/>
                    </a:cubicBezTo>
                    <a:cubicBezTo>
                      <a:pt x="998325" y="420155"/>
                      <a:pt x="871812" y="541338"/>
                      <a:pt x="715750" y="541338"/>
                    </a:cubicBezTo>
                    <a:cubicBezTo>
                      <a:pt x="559688" y="541338"/>
                      <a:pt x="433175" y="420155"/>
                      <a:pt x="433175" y="270669"/>
                    </a:cubicBezTo>
                    <a:cubicBezTo>
                      <a:pt x="433175" y="121183"/>
                      <a:pt x="559688" y="0"/>
                      <a:pt x="7157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 dirty="0">
                  <a:cs typeface="+mn-ea"/>
                  <a:sym typeface="+mn-lt"/>
                </a:endParaRPr>
              </a:p>
            </p:txBody>
          </p:sp>
          <p:sp>
            <p:nvSpPr>
              <p:cNvPr id="60" name="Freeform 139">
                <a:extLst>
                  <a:ext uri="{FF2B5EF4-FFF2-40B4-BE49-F238E27FC236}">
                    <a16:creationId xmlns:a16="http://schemas.microsoft.com/office/drawing/2014/main" id="{13956884-860E-4368-A725-2E390819DD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8002" y="5045017"/>
                <a:ext cx="295179" cy="639013"/>
              </a:xfrm>
              <a:custGeom>
                <a:avLst/>
                <a:gdLst>
                  <a:gd name="connsiteX0" fmla="*/ 585642 w 1431418"/>
                  <a:gd name="connsiteY0" fmla="*/ 601663 h 3098801"/>
                  <a:gd name="connsiteX1" fmla="*/ 692790 w 1431418"/>
                  <a:gd name="connsiteY1" fmla="*/ 601663 h 3098801"/>
                  <a:gd name="connsiteX2" fmla="*/ 738710 w 1431418"/>
                  <a:gd name="connsiteY2" fmla="*/ 601663 h 3098801"/>
                  <a:gd name="connsiteX3" fmla="*/ 845858 w 1431418"/>
                  <a:gd name="connsiteY3" fmla="*/ 601663 h 3098801"/>
                  <a:gd name="connsiteX4" fmla="*/ 1197916 w 1431418"/>
                  <a:gd name="connsiteY4" fmla="*/ 872437 h 3098801"/>
                  <a:gd name="connsiteX5" fmla="*/ 1213223 w 1431418"/>
                  <a:gd name="connsiteY5" fmla="*/ 872437 h 3098801"/>
                  <a:gd name="connsiteX6" fmla="*/ 1427518 w 1431418"/>
                  <a:gd name="connsiteY6" fmla="*/ 1549372 h 3098801"/>
                  <a:gd name="connsiteX7" fmla="*/ 1350984 w 1431418"/>
                  <a:gd name="connsiteY7" fmla="*/ 1699802 h 3098801"/>
                  <a:gd name="connsiteX8" fmla="*/ 1213223 w 1431418"/>
                  <a:gd name="connsiteY8" fmla="*/ 1624587 h 3098801"/>
                  <a:gd name="connsiteX9" fmla="*/ 998927 w 1431418"/>
                  <a:gd name="connsiteY9" fmla="*/ 977738 h 3098801"/>
                  <a:gd name="connsiteX10" fmla="*/ 953006 w 1431418"/>
                  <a:gd name="connsiteY10" fmla="*/ 977738 h 3098801"/>
                  <a:gd name="connsiteX11" fmla="*/ 1320370 w 1431418"/>
                  <a:gd name="connsiteY11" fmla="*/ 2090920 h 3098801"/>
                  <a:gd name="connsiteX12" fmla="*/ 1029540 w 1431418"/>
                  <a:gd name="connsiteY12" fmla="*/ 2090920 h 3098801"/>
                  <a:gd name="connsiteX13" fmla="*/ 1029540 w 1431418"/>
                  <a:gd name="connsiteY13" fmla="*/ 2978457 h 3098801"/>
                  <a:gd name="connsiteX14" fmla="*/ 891779 w 1431418"/>
                  <a:gd name="connsiteY14" fmla="*/ 3098801 h 3098801"/>
                  <a:gd name="connsiteX15" fmla="*/ 769324 w 1431418"/>
                  <a:gd name="connsiteY15" fmla="*/ 2978457 h 3098801"/>
                  <a:gd name="connsiteX16" fmla="*/ 769324 w 1431418"/>
                  <a:gd name="connsiteY16" fmla="*/ 2090920 h 3098801"/>
                  <a:gd name="connsiteX17" fmla="*/ 662176 w 1431418"/>
                  <a:gd name="connsiteY17" fmla="*/ 2090920 h 3098801"/>
                  <a:gd name="connsiteX18" fmla="*/ 662176 w 1431418"/>
                  <a:gd name="connsiteY18" fmla="*/ 2978457 h 3098801"/>
                  <a:gd name="connsiteX19" fmla="*/ 539722 w 1431418"/>
                  <a:gd name="connsiteY19" fmla="*/ 3098801 h 3098801"/>
                  <a:gd name="connsiteX20" fmla="*/ 401960 w 1431418"/>
                  <a:gd name="connsiteY20" fmla="*/ 2978457 h 3098801"/>
                  <a:gd name="connsiteX21" fmla="*/ 401960 w 1431418"/>
                  <a:gd name="connsiteY21" fmla="*/ 2090920 h 3098801"/>
                  <a:gd name="connsiteX22" fmla="*/ 111130 w 1431418"/>
                  <a:gd name="connsiteY22" fmla="*/ 2090920 h 3098801"/>
                  <a:gd name="connsiteX23" fmla="*/ 478494 w 1431418"/>
                  <a:gd name="connsiteY23" fmla="*/ 977738 h 3098801"/>
                  <a:gd name="connsiteX24" fmla="*/ 417267 w 1431418"/>
                  <a:gd name="connsiteY24" fmla="*/ 977738 h 3098801"/>
                  <a:gd name="connsiteX25" fmla="*/ 202971 w 1431418"/>
                  <a:gd name="connsiteY25" fmla="*/ 1624587 h 3098801"/>
                  <a:gd name="connsiteX26" fmla="*/ 65209 w 1431418"/>
                  <a:gd name="connsiteY26" fmla="*/ 1699802 h 3098801"/>
                  <a:gd name="connsiteX27" fmla="*/ 3982 w 1431418"/>
                  <a:gd name="connsiteY27" fmla="*/ 1549372 h 3098801"/>
                  <a:gd name="connsiteX28" fmla="*/ 218278 w 1431418"/>
                  <a:gd name="connsiteY28" fmla="*/ 872437 h 3098801"/>
                  <a:gd name="connsiteX29" fmla="*/ 233585 w 1431418"/>
                  <a:gd name="connsiteY29" fmla="*/ 872437 h 3098801"/>
                  <a:gd name="connsiteX30" fmla="*/ 585642 w 1431418"/>
                  <a:gd name="connsiteY30" fmla="*/ 601663 h 3098801"/>
                  <a:gd name="connsiteX31" fmla="*/ 715750 w 1431418"/>
                  <a:gd name="connsiteY31" fmla="*/ 0 h 3098801"/>
                  <a:gd name="connsiteX32" fmla="*/ 998325 w 1431418"/>
                  <a:gd name="connsiteY32" fmla="*/ 270669 h 3098801"/>
                  <a:gd name="connsiteX33" fmla="*/ 715750 w 1431418"/>
                  <a:gd name="connsiteY33" fmla="*/ 541338 h 3098801"/>
                  <a:gd name="connsiteX34" fmla="*/ 433175 w 1431418"/>
                  <a:gd name="connsiteY34" fmla="*/ 270669 h 3098801"/>
                  <a:gd name="connsiteX35" fmla="*/ 715750 w 1431418"/>
                  <a:gd name="connsiteY35" fmla="*/ 0 h 309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31418" h="3098801">
                    <a:moveTo>
                      <a:pt x="585642" y="601663"/>
                    </a:moveTo>
                    <a:cubicBezTo>
                      <a:pt x="646869" y="601663"/>
                      <a:pt x="631563" y="601663"/>
                      <a:pt x="692790" y="601663"/>
                    </a:cubicBezTo>
                    <a:cubicBezTo>
                      <a:pt x="708097" y="601663"/>
                      <a:pt x="723404" y="601663"/>
                      <a:pt x="738710" y="601663"/>
                    </a:cubicBezTo>
                    <a:cubicBezTo>
                      <a:pt x="799938" y="601663"/>
                      <a:pt x="784631" y="601663"/>
                      <a:pt x="845858" y="601663"/>
                    </a:cubicBezTo>
                    <a:cubicBezTo>
                      <a:pt x="922393" y="601663"/>
                      <a:pt x="1106075" y="646792"/>
                      <a:pt x="1197916" y="872437"/>
                    </a:cubicBezTo>
                    <a:cubicBezTo>
                      <a:pt x="1197916" y="872437"/>
                      <a:pt x="1197916" y="872437"/>
                      <a:pt x="1213223" y="872437"/>
                    </a:cubicBezTo>
                    <a:cubicBezTo>
                      <a:pt x="1213223" y="872437"/>
                      <a:pt x="1213223" y="872437"/>
                      <a:pt x="1427518" y="1549372"/>
                    </a:cubicBezTo>
                    <a:cubicBezTo>
                      <a:pt x="1442825" y="1609544"/>
                      <a:pt x="1412212" y="1669716"/>
                      <a:pt x="1350984" y="1699802"/>
                    </a:cubicBezTo>
                    <a:cubicBezTo>
                      <a:pt x="1305064" y="1714845"/>
                      <a:pt x="1243836" y="1684759"/>
                      <a:pt x="1213223" y="1624587"/>
                    </a:cubicBezTo>
                    <a:cubicBezTo>
                      <a:pt x="1213223" y="1624587"/>
                      <a:pt x="1213223" y="1624587"/>
                      <a:pt x="998927" y="977738"/>
                    </a:cubicBezTo>
                    <a:cubicBezTo>
                      <a:pt x="998927" y="977738"/>
                      <a:pt x="998927" y="977738"/>
                      <a:pt x="953006" y="977738"/>
                    </a:cubicBezTo>
                    <a:cubicBezTo>
                      <a:pt x="953006" y="977738"/>
                      <a:pt x="953006" y="977738"/>
                      <a:pt x="1320370" y="2090920"/>
                    </a:cubicBezTo>
                    <a:cubicBezTo>
                      <a:pt x="1320370" y="2090920"/>
                      <a:pt x="1320370" y="2090920"/>
                      <a:pt x="1029540" y="2090920"/>
                    </a:cubicBezTo>
                    <a:cubicBezTo>
                      <a:pt x="1029540" y="2090920"/>
                      <a:pt x="1029540" y="2090920"/>
                      <a:pt x="1029540" y="2978457"/>
                    </a:cubicBezTo>
                    <a:cubicBezTo>
                      <a:pt x="1029540" y="3053672"/>
                      <a:pt x="968313" y="3098801"/>
                      <a:pt x="891779" y="3098801"/>
                    </a:cubicBezTo>
                    <a:cubicBezTo>
                      <a:pt x="815245" y="3098801"/>
                      <a:pt x="769324" y="3053672"/>
                      <a:pt x="769324" y="2978457"/>
                    </a:cubicBezTo>
                    <a:cubicBezTo>
                      <a:pt x="769324" y="2978457"/>
                      <a:pt x="769324" y="2978457"/>
                      <a:pt x="769324" y="2090920"/>
                    </a:cubicBezTo>
                    <a:cubicBezTo>
                      <a:pt x="769324" y="2090920"/>
                      <a:pt x="769324" y="2090920"/>
                      <a:pt x="662176" y="2090920"/>
                    </a:cubicBezTo>
                    <a:cubicBezTo>
                      <a:pt x="662176" y="2090920"/>
                      <a:pt x="662176" y="2090920"/>
                      <a:pt x="662176" y="2978457"/>
                    </a:cubicBezTo>
                    <a:cubicBezTo>
                      <a:pt x="662176" y="3053672"/>
                      <a:pt x="600949" y="3098801"/>
                      <a:pt x="539722" y="3098801"/>
                    </a:cubicBezTo>
                    <a:cubicBezTo>
                      <a:pt x="463187" y="3098801"/>
                      <a:pt x="401960" y="3053672"/>
                      <a:pt x="401960" y="2978457"/>
                    </a:cubicBezTo>
                    <a:cubicBezTo>
                      <a:pt x="401960" y="2978457"/>
                      <a:pt x="401960" y="2978457"/>
                      <a:pt x="401960" y="2090920"/>
                    </a:cubicBezTo>
                    <a:cubicBezTo>
                      <a:pt x="401960" y="2090920"/>
                      <a:pt x="401960" y="2090920"/>
                      <a:pt x="111130" y="2090920"/>
                    </a:cubicBezTo>
                    <a:cubicBezTo>
                      <a:pt x="111130" y="2090920"/>
                      <a:pt x="111130" y="2090920"/>
                      <a:pt x="478494" y="977738"/>
                    </a:cubicBezTo>
                    <a:cubicBezTo>
                      <a:pt x="478494" y="977738"/>
                      <a:pt x="478494" y="977738"/>
                      <a:pt x="417267" y="977738"/>
                    </a:cubicBezTo>
                    <a:cubicBezTo>
                      <a:pt x="417267" y="977738"/>
                      <a:pt x="417267" y="977738"/>
                      <a:pt x="202971" y="1624587"/>
                    </a:cubicBezTo>
                    <a:cubicBezTo>
                      <a:pt x="187664" y="1684759"/>
                      <a:pt x="126437" y="1714845"/>
                      <a:pt x="65209" y="1699802"/>
                    </a:cubicBezTo>
                    <a:cubicBezTo>
                      <a:pt x="19289" y="1669716"/>
                      <a:pt x="-11325" y="1609544"/>
                      <a:pt x="3982" y="1549372"/>
                    </a:cubicBezTo>
                    <a:cubicBezTo>
                      <a:pt x="3982" y="1549372"/>
                      <a:pt x="3982" y="1549372"/>
                      <a:pt x="218278" y="872437"/>
                    </a:cubicBezTo>
                    <a:cubicBezTo>
                      <a:pt x="218278" y="872437"/>
                      <a:pt x="218278" y="872437"/>
                      <a:pt x="233585" y="872437"/>
                    </a:cubicBezTo>
                    <a:cubicBezTo>
                      <a:pt x="310119" y="646792"/>
                      <a:pt x="509108" y="601663"/>
                      <a:pt x="585642" y="601663"/>
                    </a:cubicBezTo>
                    <a:close/>
                    <a:moveTo>
                      <a:pt x="715750" y="0"/>
                    </a:moveTo>
                    <a:cubicBezTo>
                      <a:pt x="871812" y="0"/>
                      <a:pt x="998325" y="121183"/>
                      <a:pt x="998325" y="270669"/>
                    </a:cubicBezTo>
                    <a:cubicBezTo>
                      <a:pt x="998325" y="420155"/>
                      <a:pt x="871812" y="541338"/>
                      <a:pt x="715750" y="541338"/>
                    </a:cubicBezTo>
                    <a:cubicBezTo>
                      <a:pt x="559688" y="541338"/>
                      <a:pt x="433175" y="420155"/>
                      <a:pt x="433175" y="270669"/>
                    </a:cubicBezTo>
                    <a:cubicBezTo>
                      <a:pt x="433175" y="121183"/>
                      <a:pt x="559688" y="0"/>
                      <a:pt x="7157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180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9F8ABA4-EFAB-42C9-AB70-5B464B3FC517}"/>
              </a:ext>
            </a:extLst>
          </p:cNvPr>
          <p:cNvGrpSpPr/>
          <p:nvPr/>
        </p:nvGrpSpPr>
        <p:grpSpPr>
          <a:xfrm>
            <a:off x="9791311" y="4140626"/>
            <a:ext cx="1036181" cy="1467133"/>
            <a:chOff x="10060096" y="4221906"/>
            <a:chExt cx="1036181" cy="1467133"/>
          </a:xfrm>
        </p:grpSpPr>
        <p:sp>
          <p:nvSpPr>
            <p:cNvPr id="62" name="TextBox 169">
              <a:extLst>
                <a:ext uri="{FF2B5EF4-FFF2-40B4-BE49-F238E27FC236}">
                  <a16:creationId xmlns:a16="http://schemas.microsoft.com/office/drawing/2014/main" id="{B2B83DEA-00D5-4E57-96AA-CE4180F2BBF5}"/>
                </a:ext>
              </a:extLst>
            </p:cNvPr>
            <p:cNvSpPr txBox="1"/>
            <p:nvPr/>
          </p:nvSpPr>
          <p:spPr>
            <a:xfrm>
              <a:off x="10060096" y="4221906"/>
              <a:ext cx="1036181" cy="623248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r>
                <a:rPr lang="en-US" sz="3600" b="1" dirty="0">
                  <a:solidFill>
                    <a:schemeClr val="accent5"/>
                  </a:solidFill>
                  <a:cs typeface="+mn-ea"/>
                  <a:sym typeface="+mn-lt"/>
                </a:rPr>
                <a:t>8/10</a:t>
              </a:r>
              <a:endParaRPr lang="id-ID" sz="3600" b="1" dirty="0">
                <a:solidFill>
                  <a:schemeClr val="accent5"/>
                </a:solidFill>
                <a:cs typeface="+mn-ea"/>
                <a:sym typeface="+mn-lt"/>
              </a:endParaRPr>
            </a:p>
          </p:txBody>
        </p:sp>
        <p:sp>
          <p:nvSpPr>
            <p:cNvPr id="63" name="TextBox 171">
              <a:extLst>
                <a:ext uri="{FF2B5EF4-FFF2-40B4-BE49-F238E27FC236}">
                  <a16:creationId xmlns:a16="http://schemas.microsoft.com/office/drawing/2014/main" id="{A1617FAE-DECF-4EDE-9B5C-7EF47EF59CFD}"/>
                </a:ext>
              </a:extLst>
            </p:cNvPr>
            <p:cNvSpPr txBox="1"/>
            <p:nvPr/>
          </p:nvSpPr>
          <p:spPr>
            <a:xfrm>
              <a:off x="10060096" y="5065791"/>
              <a:ext cx="1036181" cy="623248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r>
                <a:rPr lang="en-US" sz="3600" b="1" dirty="0">
                  <a:solidFill>
                    <a:schemeClr val="accent3"/>
                  </a:solidFill>
                  <a:cs typeface="+mn-ea"/>
                  <a:sym typeface="+mn-lt"/>
                </a:rPr>
                <a:t>7/10</a:t>
              </a:r>
              <a:endParaRPr lang="id-ID" sz="3600" b="1" dirty="0">
                <a:solidFill>
                  <a:schemeClr val="accent3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6" name="TextBox 252">
            <a:extLst>
              <a:ext uri="{FF2B5EF4-FFF2-40B4-BE49-F238E27FC236}">
                <a16:creationId xmlns:a16="http://schemas.microsoft.com/office/drawing/2014/main" id="{C0DD63D8-BCA0-4638-9140-2D619DBC0843}"/>
              </a:ext>
            </a:extLst>
          </p:cNvPr>
          <p:cNvSpPr txBox="1"/>
          <p:nvPr/>
        </p:nvSpPr>
        <p:spPr>
          <a:xfrm>
            <a:off x="1364508" y="4663196"/>
            <a:ext cx="4495112" cy="76604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请在此处添加详细描述文本，在这里输入文本，更改文字文本。请在此处添加详细描述文本，在这里输入文本，更改文字文本。请在此处添加详细描述文本，在这里输入文本，更改文字文本。</a:t>
            </a:r>
          </a:p>
        </p:txBody>
      </p:sp>
      <p:sp>
        <p:nvSpPr>
          <p:cNvPr id="67" name="TextBox 253">
            <a:extLst>
              <a:ext uri="{FF2B5EF4-FFF2-40B4-BE49-F238E27FC236}">
                <a16:creationId xmlns:a16="http://schemas.microsoft.com/office/drawing/2014/main" id="{66F870FC-20C9-4D02-87D2-9DC1F149F766}"/>
              </a:ext>
            </a:extLst>
          </p:cNvPr>
          <p:cNvSpPr txBox="1"/>
          <p:nvPr/>
        </p:nvSpPr>
        <p:spPr>
          <a:xfrm>
            <a:off x="1364508" y="4277338"/>
            <a:ext cx="2833295" cy="32573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请输入标题</a:t>
            </a:r>
            <a:endParaRPr lang="id-ID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3543578-2CA9-42D2-BD1B-B85A1B94F3F3}"/>
              </a:ext>
            </a:extLst>
          </p:cNvPr>
          <p:cNvSpPr/>
          <p:nvPr/>
        </p:nvSpPr>
        <p:spPr>
          <a:xfrm>
            <a:off x="9516661" y="4154192"/>
            <a:ext cx="36000" cy="14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91A8038-ED72-4D32-B740-9DF0EC9AB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23A4885-047D-4F32-BC21-E4269F5A5386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619B9B8-2A07-411C-8B4B-1EC9C63F59E1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D40C3916-89C8-4183-AB19-7FF5C98F3A67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DC058BE5-8DFA-484B-8BE5-0088D3189E78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185CE20B-B137-4645-B23E-A8AE11BA00F6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FADB23CF-5203-4F69-A569-8EA083AFC076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DF4B8079-4C4B-4038-B68F-26FD3030A109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1708DCCF-76FB-4BA5-B764-20DF905572C3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2B04C163-FD45-4681-A7D2-05F9FDD99F38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31892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F34DF-F5EE-4316-BD88-BBAB63890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图表（数据可视化）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E711F78-D84A-4915-A256-B96B64824B74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5D107DC-2E27-4EA2-94F6-82FF96B12EF7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3EDC8AD-FAEE-4488-B925-A802F7AC6E72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2AA7D56-F262-4398-A652-5EDA4E7A7293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E67151A-95FB-43F6-B036-0AD658FDB4ED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EC23CCB-3BB9-4D3F-8EC0-40B2B9048A72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9D76A69-B080-46A8-A61E-6C303152103F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6DE987C-FD16-415E-8E34-BBC52B95C1F2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4661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7D1E8AB-5EA9-4816-82D6-7FEBD28D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Chart 2145">
            <a:extLst>
              <a:ext uri="{FF2B5EF4-FFF2-40B4-BE49-F238E27FC236}">
                <a16:creationId xmlns:a16="http://schemas.microsoft.com/office/drawing/2014/main" id="{7ADF83E4-E69F-4059-B9D2-8436AD9C81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3302262"/>
              </p:ext>
            </p:extLst>
          </p:nvPr>
        </p:nvGraphicFramePr>
        <p:xfrm>
          <a:off x="710255" y="1897546"/>
          <a:ext cx="5251787" cy="35940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146">
            <a:extLst>
              <a:ext uri="{FF2B5EF4-FFF2-40B4-BE49-F238E27FC236}">
                <a16:creationId xmlns:a16="http://schemas.microsoft.com/office/drawing/2014/main" id="{6E3C3B93-C484-450F-91B1-58B9A50D4DBA}"/>
              </a:ext>
            </a:extLst>
          </p:cNvPr>
          <p:cNvSpPr/>
          <p:nvPr/>
        </p:nvSpPr>
        <p:spPr>
          <a:xfrm>
            <a:off x="6254329" y="2515440"/>
            <a:ext cx="537388" cy="537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lnSpc>
                <a:spcPct val="120000"/>
              </a:lnSpc>
              <a:defRPr sz="3200"/>
            </a:pPr>
            <a:endParaRPr sz="1333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Shape 2149">
            <a:extLst>
              <a:ext uri="{FF2B5EF4-FFF2-40B4-BE49-F238E27FC236}">
                <a16:creationId xmlns:a16="http://schemas.microsoft.com/office/drawing/2014/main" id="{C294E431-57B2-47EE-B87E-102E7DEBC29B}"/>
              </a:ext>
            </a:extLst>
          </p:cNvPr>
          <p:cNvSpPr/>
          <p:nvPr/>
        </p:nvSpPr>
        <p:spPr>
          <a:xfrm>
            <a:off x="6396386" y="2648918"/>
            <a:ext cx="253274" cy="270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numCol="1" anchor="ctr">
            <a:spAutoFit/>
          </a:bodyPr>
          <a:lstStyle>
            <a:lvl1pPr>
              <a:defRPr sz="3600">
                <a:solidFill>
                  <a:srgbClr val="FFFFFF"/>
                </a:solidFill>
                <a:latin typeface="Sosa"/>
                <a:ea typeface="Sosa"/>
                <a:cs typeface="Sosa"/>
                <a:sym typeface="Sosa"/>
              </a:defRPr>
            </a:lvl1pPr>
          </a:lstStyle>
          <a:p>
            <a:pPr lvl="0" algn="ctr">
              <a:lnSpc>
                <a:spcPct val="120000"/>
              </a:lnSpc>
              <a:defRPr sz="1800">
                <a:solidFill>
                  <a:srgbClr val="000000"/>
                </a:solidFill>
              </a:defRPr>
            </a:pPr>
            <a:r>
              <a:rPr lang="en-US" sz="1600" b="1" dirty="0">
                <a:solidFill>
                  <a:schemeClr val="bg1"/>
                </a:solidFill>
                <a:latin typeface="+mn-ea"/>
                <a:ea typeface="+mn-ea"/>
                <a:sym typeface="Arial" panose="020B0604020202020204" pitchFamily="34" charset="0"/>
              </a:rPr>
              <a:t>01</a:t>
            </a:r>
            <a:endParaRPr sz="1600" b="1" dirty="0">
              <a:solidFill>
                <a:schemeClr val="bg1"/>
              </a:solidFill>
              <a:latin typeface="+mn-ea"/>
              <a:ea typeface="+mn-ea"/>
              <a:sym typeface="Arial" panose="020B0604020202020204" pitchFamily="34" charset="0"/>
            </a:endParaRPr>
          </a:p>
        </p:txBody>
      </p:sp>
      <p:sp>
        <p:nvSpPr>
          <p:cNvPr id="7" name="Shape 2151">
            <a:extLst>
              <a:ext uri="{FF2B5EF4-FFF2-40B4-BE49-F238E27FC236}">
                <a16:creationId xmlns:a16="http://schemas.microsoft.com/office/drawing/2014/main" id="{74001931-F326-4C91-B498-BB994B9741D2}"/>
              </a:ext>
            </a:extLst>
          </p:cNvPr>
          <p:cNvSpPr/>
          <p:nvPr/>
        </p:nvSpPr>
        <p:spPr>
          <a:xfrm>
            <a:off x="6254332" y="4148159"/>
            <a:ext cx="537388" cy="537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lnSpc>
                <a:spcPct val="120000"/>
              </a:lnSpc>
              <a:defRPr sz="3200"/>
            </a:pPr>
            <a:endParaRPr sz="1333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Shape 2154">
            <a:extLst>
              <a:ext uri="{FF2B5EF4-FFF2-40B4-BE49-F238E27FC236}">
                <a16:creationId xmlns:a16="http://schemas.microsoft.com/office/drawing/2014/main" id="{3F401369-9F60-47AF-AAA6-ECB2183F85CF}"/>
              </a:ext>
            </a:extLst>
          </p:cNvPr>
          <p:cNvSpPr/>
          <p:nvPr/>
        </p:nvSpPr>
        <p:spPr>
          <a:xfrm>
            <a:off x="6396386" y="4273193"/>
            <a:ext cx="253274" cy="270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numCol="1" anchor="ctr">
            <a:spAutoFit/>
          </a:bodyPr>
          <a:lstStyle>
            <a:lvl1pPr>
              <a:defRPr sz="3600">
                <a:solidFill>
                  <a:srgbClr val="FFFFFF"/>
                </a:solidFill>
                <a:latin typeface="Sosa"/>
                <a:ea typeface="Sosa"/>
                <a:cs typeface="Sosa"/>
                <a:sym typeface="Sosa"/>
              </a:defRPr>
            </a:lvl1pPr>
          </a:lstStyle>
          <a:p>
            <a:pPr lvl="0" algn="ctr">
              <a:lnSpc>
                <a:spcPct val="120000"/>
              </a:lnSpc>
              <a:defRPr sz="1800">
                <a:solidFill>
                  <a:srgbClr val="000000"/>
                </a:solidFill>
              </a:defRPr>
            </a:pPr>
            <a:r>
              <a:rPr lang="en-US" sz="1600" b="1" dirty="0">
                <a:solidFill>
                  <a:schemeClr val="bg1"/>
                </a:solidFill>
                <a:latin typeface="+mn-ea"/>
                <a:ea typeface="+mn-ea"/>
                <a:sym typeface="Arial" panose="020B0604020202020204" pitchFamily="34" charset="0"/>
              </a:rPr>
              <a:t>03</a:t>
            </a:r>
            <a:endParaRPr sz="1600" b="1" dirty="0">
              <a:solidFill>
                <a:schemeClr val="bg1"/>
              </a:solidFill>
              <a:latin typeface="+mn-ea"/>
              <a:ea typeface="+mn-ea"/>
              <a:sym typeface="Arial" panose="020B0604020202020204" pitchFamily="34" charset="0"/>
            </a:endParaRPr>
          </a:p>
        </p:txBody>
      </p:sp>
      <p:sp>
        <p:nvSpPr>
          <p:cNvPr id="9" name="Shape 2156">
            <a:extLst>
              <a:ext uri="{FF2B5EF4-FFF2-40B4-BE49-F238E27FC236}">
                <a16:creationId xmlns:a16="http://schemas.microsoft.com/office/drawing/2014/main" id="{8DAE9094-148E-425B-8743-ACD73F1419FB}"/>
              </a:ext>
            </a:extLst>
          </p:cNvPr>
          <p:cNvSpPr/>
          <p:nvPr/>
        </p:nvSpPr>
        <p:spPr>
          <a:xfrm>
            <a:off x="8967049" y="2515440"/>
            <a:ext cx="537388" cy="537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lnSpc>
                <a:spcPct val="120000"/>
              </a:lnSpc>
              <a:defRPr sz="3200"/>
            </a:pPr>
            <a:endParaRPr sz="1333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Shape 2159">
            <a:extLst>
              <a:ext uri="{FF2B5EF4-FFF2-40B4-BE49-F238E27FC236}">
                <a16:creationId xmlns:a16="http://schemas.microsoft.com/office/drawing/2014/main" id="{29BECA27-A9B7-44C1-8A53-B179610E9D2F}"/>
              </a:ext>
            </a:extLst>
          </p:cNvPr>
          <p:cNvSpPr/>
          <p:nvPr/>
        </p:nvSpPr>
        <p:spPr>
          <a:xfrm>
            <a:off x="9051693" y="2648918"/>
            <a:ext cx="368099" cy="270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defRPr sz="3600">
                <a:solidFill>
                  <a:srgbClr val="FFFFFF"/>
                </a:solidFill>
                <a:latin typeface="Sosa"/>
                <a:ea typeface="Sosa"/>
                <a:cs typeface="Sosa"/>
                <a:sym typeface="Sosa"/>
              </a:defRPr>
            </a:lvl1pPr>
          </a:lstStyle>
          <a:p>
            <a:pPr lvl="0" algn="ctr">
              <a:lnSpc>
                <a:spcPct val="120000"/>
              </a:lnSpc>
              <a:defRPr sz="1800">
                <a:solidFill>
                  <a:srgbClr val="000000"/>
                </a:solidFill>
              </a:defRPr>
            </a:pPr>
            <a:r>
              <a:rPr lang="en-US" sz="1600" b="1" dirty="0">
                <a:solidFill>
                  <a:schemeClr val="bg1"/>
                </a:solidFill>
                <a:latin typeface="+mn-ea"/>
                <a:ea typeface="+mn-ea"/>
                <a:sym typeface="Arial" panose="020B0604020202020204" pitchFamily="34" charset="0"/>
              </a:rPr>
              <a:t>02</a:t>
            </a:r>
            <a:endParaRPr sz="1600" b="1" dirty="0">
              <a:solidFill>
                <a:schemeClr val="bg1"/>
              </a:solidFill>
              <a:latin typeface="+mn-ea"/>
              <a:ea typeface="+mn-ea"/>
              <a:sym typeface="Arial" panose="020B0604020202020204" pitchFamily="34" charset="0"/>
            </a:endParaRPr>
          </a:p>
        </p:txBody>
      </p:sp>
      <p:sp>
        <p:nvSpPr>
          <p:cNvPr id="11" name="Shape 2161">
            <a:extLst>
              <a:ext uri="{FF2B5EF4-FFF2-40B4-BE49-F238E27FC236}">
                <a16:creationId xmlns:a16="http://schemas.microsoft.com/office/drawing/2014/main" id="{4059FEFD-00A1-4075-871A-8FAB66C6A27F}"/>
              </a:ext>
            </a:extLst>
          </p:cNvPr>
          <p:cNvSpPr/>
          <p:nvPr/>
        </p:nvSpPr>
        <p:spPr>
          <a:xfrm>
            <a:off x="8967051" y="4148159"/>
            <a:ext cx="537387" cy="537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lnSpc>
                <a:spcPct val="120000"/>
              </a:lnSpc>
              <a:defRPr sz="3200"/>
            </a:pPr>
            <a:endParaRPr sz="1333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Shape 2164">
            <a:extLst>
              <a:ext uri="{FF2B5EF4-FFF2-40B4-BE49-F238E27FC236}">
                <a16:creationId xmlns:a16="http://schemas.microsoft.com/office/drawing/2014/main" id="{410BE505-114B-47F7-83C0-DD7BF6562B12}"/>
              </a:ext>
            </a:extLst>
          </p:cNvPr>
          <p:cNvSpPr/>
          <p:nvPr/>
        </p:nvSpPr>
        <p:spPr>
          <a:xfrm>
            <a:off x="9025644" y="4281638"/>
            <a:ext cx="417876" cy="270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defRPr sz="3600">
                <a:solidFill>
                  <a:srgbClr val="FFFFFF"/>
                </a:solidFill>
                <a:latin typeface="Sosa"/>
                <a:ea typeface="Sosa"/>
                <a:cs typeface="Sosa"/>
                <a:sym typeface="Sosa"/>
              </a:defRPr>
            </a:lvl1pPr>
          </a:lstStyle>
          <a:p>
            <a:pPr lvl="0" algn="ctr">
              <a:lnSpc>
                <a:spcPct val="120000"/>
              </a:lnSpc>
              <a:defRPr sz="1800">
                <a:solidFill>
                  <a:srgbClr val="000000"/>
                </a:solidFill>
              </a:defRPr>
            </a:pPr>
            <a:r>
              <a:rPr lang="en-US" sz="1600" b="1" dirty="0">
                <a:solidFill>
                  <a:schemeClr val="bg1"/>
                </a:solidFill>
                <a:latin typeface="+mn-ea"/>
                <a:ea typeface="+mn-ea"/>
                <a:sym typeface="Arial" panose="020B0604020202020204" pitchFamily="34" charset="0"/>
              </a:rPr>
              <a:t>04</a:t>
            </a:r>
            <a:endParaRPr sz="1600" b="1" dirty="0">
              <a:solidFill>
                <a:schemeClr val="bg1"/>
              </a:solidFill>
              <a:latin typeface="+mn-ea"/>
              <a:ea typeface="+mn-ea"/>
              <a:sym typeface="Arial" panose="020B0604020202020204" pitchFamily="34" charset="0"/>
            </a:endParaRP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58517404-2A25-44C5-9C1E-4D98D0E06266}"/>
              </a:ext>
            </a:extLst>
          </p:cNvPr>
          <p:cNvSpPr txBox="1"/>
          <p:nvPr/>
        </p:nvSpPr>
        <p:spPr>
          <a:xfrm flipH="1">
            <a:off x="6982645" y="233317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n-ea"/>
                <a:cs typeface="Roboto Black" charset="0"/>
              </a:rPr>
              <a:t>小标题</a:t>
            </a:r>
            <a:endParaRPr lang="en-US" b="1" dirty="0">
              <a:latin typeface="+mn-ea"/>
              <a:cs typeface="Roboto Black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6DDF4F-74EE-494A-912B-586CB73A582E}"/>
              </a:ext>
            </a:extLst>
          </p:cNvPr>
          <p:cNvSpPr/>
          <p:nvPr/>
        </p:nvSpPr>
        <p:spPr>
          <a:xfrm>
            <a:off x="6983976" y="2737302"/>
            <a:ext cx="1933298" cy="78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</a:t>
            </a:r>
            <a:endParaRPr lang="en-US" altLang="zh-CN" sz="1200" dirty="0"/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3D5CF1EB-561C-4EF0-9D81-DA638FC1BB98}"/>
              </a:ext>
            </a:extLst>
          </p:cNvPr>
          <p:cNvSpPr txBox="1"/>
          <p:nvPr/>
        </p:nvSpPr>
        <p:spPr>
          <a:xfrm flipH="1">
            <a:off x="9653274" y="233317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n-ea"/>
                <a:cs typeface="Roboto Black" charset="0"/>
              </a:rPr>
              <a:t>小标题</a:t>
            </a:r>
            <a:endParaRPr lang="en-US" b="1" dirty="0">
              <a:latin typeface="+mn-ea"/>
              <a:cs typeface="Roboto Black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C14842-A1B6-4542-B810-5B0029AE5599}"/>
              </a:ext>
            </a:extLst>
          </p:cNvPr>
          <p:cNvSpPr/>
          <p:nvPr/>
        </p:nvSpPr>
        <p:spPr>
          <a:xfrm>
            <a:off x="9654605" y="2737302"/>
            <a:ext cx="1933298" cy="78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</a:t>
            </a:r>
            <a:endParaRPr lang="en-US" altLang="zh-CN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1869AB-B184-4BFD-A3A1-8FC3F305AA66}"/>
              </a:ext>
            </a:extLst>
          </p:cNvPr>
          <p:cNvSpPr txBox="1"/>
          <p:nvPr/>
        </p:nvSpPr>
        <p:spPr>
          <a:xfrm flipH="1">
            <a:off x="6982645" y="388620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n-ea"/>
                <a:cs typeface="Roboto Black" charset="0"/>
              </a:rPr>
              <a:t>小标题</a:t>
            </a:r>
            <a:endParaRPr lang="en-US" b="1" dirty="0">
              <a:latin typeface="+mn-ea"/>
              <a:cs typeface="Roboto Black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407193-EFC9-446C-936F-1F8E52AC9675}"/>
              </a:ext>
            </a:extLst>
          </p:cNvPr>
          <p:cNvSpPr/>
          <p:nvPr/>
        </p:nvSpPr>
        <p:spPr>
          <a:xfrm>
            <a:off x="6983976" y="4290330"/>
            <a:ext cx="1933298" cy="78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</a:t>
            </a:r>
            <a:endParaRPr lang="en-US" altLang="zh-CN" sz="1200" dirty="0"/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71C81060-D419-4CBD-B830-CCE6E43D4E19}"/>
              </a:ext>
            </a:extLst>
          </p:cNvPr>
          <p:cNvSpPr txBox="1"/>
          <p:nvPr/>
        </p:nvSpPr>
        <p:spPr>
          <a:xfrm flipH="1">
            <a:off x="9653274" y="388620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+mn-ea"/>
                <a:cs typeface="Roboto Black" charset="0"/>
              </a:rPr>
              <a:t>小标题</a:t>
            </a:r>
            <a:endParaRPr lang="en-US" b="1" dirty="0">
              <a:latin typeface="+mn-ea"/>
              <a:cs typeface="Roboto Black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CFA21E-6FED-47F0-BC7A-DBB55485275F}"/>
              </a:ext>
            </a:extLst>
          </p:cNvPr>
          <p:cNvSpPr/>
          <p:nvPr/>
        </p:nvSpPr>
        <p:spPr>
          <a:xfrm>
            <a:off x="9654605" y="4290330"/>
            <a:ext cx="1933298" cy="78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请在此处添加详细描述文本，在这里输入文本，更改文字文本。</a:t>
            </a:r>
            <a:endParaRPr lang="en-US" altLang="zh-CN" sz="12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8A5E81B-6190-4170-9A15-B34D8F9670C2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DC7A6D4-ADD8-429C-8001-4682DB07501C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A1C2406-D3BD-4AFF-A300-8A5C7A20E70A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A1E9317-518E-4815-BEAE-1887114DB177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AB52062-8485-4B89-BB37-834AB4900575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3EAF512F-3377-4EED-ABFD-8BE611CD0F1C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7B403B9E-1421-4300-AE4F-22F3EABC34D5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65A478DD-DFFF-409E-87FC-1E8F9404512D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CAA04A3-AB99-43BF-AB62-65E076F4DB32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67204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D91A85-5BEF-46EE-A304-9ED4C69E9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4E83C9B6-EB9E-4765-A34D-942BAED6E0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1177052"/>
              </p:ext>
            </p:extLst>
          </p:nvPr>
        </p:nvGraphicFramePr>
        <p:xfrm>
          <a:off x="743079" y="3212336"/>
          <a:ext cx="10705842" cy="2728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84CF86CF-C688-4210-A32A-5591C4D2E904}"/>
              </a:ext>
            </a:extLst>
          </p:cNvPr>
          <p:cNvGrpSpPr/>
          <p:nvPr/>
        </p:nvGrpSpPr>
        <p:grpSpPr>
          <a:xfrm>
            <a:off x="1087244" y="1440655"/>
            <a:ext cx="9265446" cy="1041556"/>
            <a:chOff x="468937" y="2419540"/>
            <a:chExt cx="8238984" cy="926168"/>
          </a:xfrm>
        </p:grpSpPr>
        <p:sp>
          <p:nvSpPr>
            <p:cNvPr id="6" name="TextBox 18">
              <a:extLst>
                <a:ext uri="{FF2B5EF4-FFF2-40B4-BE49-F238E27FC236}">
                  <a16:creationId xmlns:a16="http://schemas.microsoft.com/office/drawing/2014/main" id="{2505FD5B-B7FC-4CA1-8155-B3620004B245}"/>
                </a:ext>
              </a:extLst>
            </p:cNvPr>
            <p:cNvSpPr txBox="1"/>
            <p:nvPr/>
          </p:nvSpPr>
          <p:spPr>
            <a:xfrm flipH="1">
              <a:off x="468937" y="2419540"/>
              <a:ext cx="848407" cy="3557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+mn-ea"/>
                  <a:cs typeface="Roboto Black" charset="0"/>
                </a:rPr>
                <a:t>小标题</a:t>
              </a:r>
              <a:endParaRPr lang="en-US" sz="2000" b="1" dirty="0">
                <a:latin typeface="+mn-ea"/>
                <a:cs typeface="Roboto Black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6BF7C94-91BB-4650-AB80-DB1683B3E088}"/>
                </a:ext>
              </a:extLst>
            </p:cNvPr>
            <p:cNvSpPr/>
            <p:nvPr/>
          </p:nvSpPr>
          <p:spPr>
            <a:xfrm>
              <a:off x="470267" y="2823664"/>
              <a:ext cx="8237654" cy="5220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zh-CN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请在此处添加详细描述文本，在这里输入文本，更改文字文本。请在此处添加详细描述文本，在这里输入文本，更改文字文本。请在此处添加详细描述文本，在这里输入文本，更改文字文本。</a:t>
              </a: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D77AFEBE-F97D-48E7-916D-9EE109F59691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6B76A24-9915-41BD-851F-E38D7A2B3536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CED8DC1-327F-42D8-9B58-482843473FAF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08B75AB-3722-4680-8278-A180B2CDEC9A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C7CF035-3DB3-4096-96E9-F7AB880458A4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CBFB090-CB0F-4450-B4E1-F362C27D2001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9F841EB-4BEA-4453-A89B-9D8E33EA613E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F7642EB-83B5-4A2B-B156-C9513E3C2297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4962EC7-4346-4B6D-8816-3053D512EA96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19033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标题 73">
            <a:extLst>
              <a:ext uri="{FF2B5EF4-FFF2-40B4-BE49-F238E27FC236}">
                <a16:creationId xmlns:a16="http://schemas.microsoft.com/office/drawing/2014/main" id="{E093FCF0-7AF9-4DC3-8856-DC2D1A60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E2877B7-0FD5-47D9-9C4A-3D3E757B675F}"/>
              </a:ext>
            </a:extLst>
          </p:cNvPr>
          <p:cNvGrpSpPr/>
          <p:nvPr/>
        </p:nvGrpSpPr>
        <p:grpSpPr>
          <a:xfrm>
            <a:off x="5111956" y="1946935"/>
            <a:ext cx="2040425" cy="1215351"/>
            <a:chOff x="468937" y="2419540"/>
            <a:chExt cx="1934629" cy="1152335"/>
          </a:xfrm>
        </p:grpSpPr>
        <p:sp>
          <p:nvSpPr>
            <p:cNvPr id="26" name="TextBox 18">
              <a:extLst>
                <a:ext uri="{FF2B5EF4-FFF2-40B4-BE49-F238E27FC236}">
                  <a16:creationId xmlns:a16="http://schemas.microsoft.com/office/drawing/2014/main" id="{F830670D-A78C-4C25-8413-196391BBB720}"/>
                </a:ext>
              </a:extLst>
            </p:cNvPr>
            <p:cNvSpPr txBox="1"/>
            <p:nvPr/>
          </p:nvSpPr>
          <p:spPr>
            <a:xfrm flipH="1">
              <a:off x="468937" y="2419540"/>
              <a:ext cx="831682" cy="350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  <a:latin typeface="+mn-ea"/>
                  <a:cs typeface="Roboto Black" charset="0"/>
                </a:rPr>
                <a:t>小标题</a:t>
              </a:r>
              <a:endParaRPr lang="en-US" b="1" dirty="0">
                <a:solidFill>
                  <a:schemeClr val="accent1"/>
                </a:solidFill>
                <a:latin typeface="+mn-ea"/>
                <a:cs typeface="Roboto Black" charset="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3333B6F-F4A1-40EE-84E7-DDD7E9282F8C}"/>
                </a:ext>
              </a:extLst>
            </p:cNvPr>
            <p:cNvSpPr/>
            <p:nvPr/>
          </p:nvSpPr>
          <p:spPr>
            <a:xfrm>
              <a:off x="470268" y="2823664"/>
              <a:ext cx="1933298" cy="748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请在此处添加详细描述文本，在这里输入文本，更改文字文本。</a:t>
              </a:r>
              <a:endParaRPr lang="en-US" altLang="zh-CN" sz="1200" dirty="0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83A65D6-E3C3-46C6-9776-AE9EDC101B2D}"/>
              </a:ext>
            </a:extLst>
          </p:cNvPr>
          <p:cNvGrpSpPr/>
          <p:nvPr/>
        </p:nvGrpSpPr>
        <p:grpSpPr>
          <a:xfrm>
            <a:off x="5111956" y="3911848"/>
            <a:ext cx="2040425" cy="1215351"/>
            <a:chOff x="468937" y="2419540"/>
            <a:chExt cx="1934629" cy="1152335"/>
          </a:xfrm>
        </p:grpSpPr>
        <p:sp>
          <p:nvSpPr>
            <p:cNvPr id="24" name="TextBox 18">
              <a:extLst>
                <a:ext uri="{FF2B5EF4-FFF2-40B4-BE49-F238E27FC236}">
                  <a16:creationId xmlns:a16="http://schemas.microsoft.com/office/drawing/2014/main" id="{2B7FA1F2-15B0-456C-BAB4-65FA33517A89}"/>
                </a:ext>
              </a:extLst>
            </p:cNvPr>
            <p:cNvSpPr txBox="1"/>
            <p:nvPr/>
          </p:nvSpPr>
          <p:spPr>
            <a:xfrm flipH="1">
              <a:off x="468937" y="2419540"/>
              <a:ext cx="831682" cy="350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+mn-ea"/>
                  <a:cs typeface="Roboto Black" charset="0"/>
                </a:rPr>
                <a:t>小标题</a:t>
              </a:r>
              <a:endParaRPr lang="en-US" b="1" dirty="0">
                <a:solidFill>
                  <a:schemeClr val="accent3"/>
                </a:solidFill>
                <a:latin typeface="+mn-ea"/>
                <a:cs typeface="Roboto Black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130F10B-DB78-46DF-92F5-84AFA8723400}"/>
                </a:ext>
              </a:extLst>
            </p:cNvPr>
            <p:cNvSpPr/>
            <p:nvPr/>
          </p:nvSpPr>
          <p:spPr>
            <a:xfrm>
              <a:off x="470268" y="2823664"/>
              <a:ext cx="1933298" cy="748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请在此处添加详细描述文本，在这里输入文本，更改文字文本。</a:t>
              </a:r>
              <a:endParaRPr lang="en-US" altLang="zh-CN" sz="1200" dirty="0"/>
            </a:p>
          </p:txBody>
        </p: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A953CF95-272A-4CEA-8332-787B991514AF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72" name="图表 71">
            <a:extLst>
              <a:ext uri="{FF2B5EF4-FFF2-40B4-BE49-F238E27FC236}">
                <a16:creationId xmlns:a16="http://schemas.microsoft.com/office/drawing/2014/main" id="{A2BF88E5-B598-4382-9A16-ABB22BED41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2258114"/>
              </p:ext>
            </p:extLst>
          </p:nvPr>
        </p:nvGraphicFramePr>
        <p:xfrm>
          <a:off x="928743" y="1634051"/>
          <a:ext cx="3813948" cy="398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3" name="图表 72">
            <a:extLst>
              <a:ext uri="{FF2B5EF4-FFF2-40B4-BE49-F238E27FC236}">
                <a16:creationId xmlns:a16="http://schemas.microsoft.com/office/drawing/2014/main" id="{889EF9A8-18FB-4945-A055-CC1C6DE5C2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4727934"/>
              </p:ext>
            </p:extLst>
          </p:nvPr>
        </p:nvGraphicFramePr>
        <p:xfrm>
          <a:off x="7541284" y="1634051"/>
          <a:ext cx="3813948" cy="398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17E8B6A9-24D1-4469-951F-86B77400EB28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EBE9D77-DF03-4B6B-9E64-41089B4D50D3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CC91CF2-E169-40DC-9ED4-C1FA21E664B1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6300CEF-68E8-4371-A832-12FECA0ABB84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A11BBD4-BCDD-4D18-8368-2B28830AA8AC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F907CA0-8F32-4923-B2E7-FD7094115818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D2153FE-AEA9-4117-8C52-C7F65089B802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FAFB757-6F03-45C8-A30E-4D56482C81D2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46673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标题 75">
            <a:extLst>
              <a:ext uri="{FF2B5EF4-FFF2-40B4-BE49-F238E27FC236}">
                <a16:creationId xmlns:a16="http://schemas.microsoft.com/office/drawing/2014/main" id="{30848989-747B-45F4-9E2A-D79920B42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16B73BA-DA7B-4042-8E7E-DEFF2DD3985E}"/>
              </a:ext>
            </a:extLst>
          </p:cNvPr>
          <p:cNvGrpSpPr/>
          <p:nvPr/>
        </p:nvGrpSpPr>
        <p:grpSpPr>
          <a:xfrm>
            <a:off x="1029569" y="4475967"/>
            <a:ext cx="2850518" cy="1455417"/>
            <a:chOff x="470268" y="2419540"/>
            <a:chExt cx="2702719" cy="1379953"/>
          </a:xfrm>
        </p:grpSpPr>
        <p:sp>
          <p:nvSpPr>
            <p:cNvPr id="83" name="TextBox 18">
              <a:extLst>
                <a:ext uri="{FF2B5EF4-FFF2-40B4-BE49-F238E27FC236}">
                  <a16:creationId xmlns:a16="http://schemas.microsoft.com/office/drawing/2014/main" id="{C36B9AE8-8498-414E-B32E-323E81C868EC}"/>
                </a:ext>
              </a:extLst>
            </p:cNvPr>
            <p:cNvSpPr txBox="1"/>
            <p:nvPr/>
          </p:nvSpPr>
          <p:spPr>
            <a:xfrm flipH="1">
              <a:off x="1364942" y="2419540"/>
              <a:ext cx="831682" cy="350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  <a:latin typeface="+mn-ea"/>
                  <a:cs typeface="Roboto Black" charset="0"/>
                </a:rPr>
                <a:t>小标题</a:t>
              </a:r>
              <a:endParaRPr lang="en-US" b="1" dirty="0">
                <a:solidFill>
                  <a:schemeClr val="accent1"/>
                </a:solidFill>
                <a:latin typeface="+mn-ea"/>
                <a:cs typeface="Roboto Black" charset="0"/>
              </a:endParaRP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4D7C0AF0-558C-4B91-A553-50A4CA109C06}"/>
                </a:ext>
              </a:extLst>
            </p:cNvPr>
            <p:cNvSpPr/>
            <p:nvPr/>
          </p:nvSpPr>
          <p:spPr>
            <a:xfrm>
              <a:off x="470268" y="2823664"/>
              <a:ext cx="2702719" cy="9758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请在此处添加详细描述文本，在这里输入文本，更改文字文本。请在此处添加详细描述文本，在这里输入文本，更改文字文本。</a:t>
              </a:r>
              <a:endParaRPr lang="en-US" altLang="zh-CN" sz="1200" dirty="0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1696E8B9-36A0-40B0-8CB4-52296A49E473}"/>
              </a:ext>
            </a:extLst>
          </p:cNvPr>
          <p:cNvGrpSpPr/>
          <p:nvPr/>
        </p:nvGrpSpPr>
        <p:grpSpPr>
          <a:xfrm>
            <a:off x="4671794" y="4475967"/>
            <a:ext cx="2849816" cy="1455417"/>
            <a:chOff x="470268" y="2419540"/>
            <a:chExt cx="2702053" cy="1379953"/>
          </a:xfrm>
        </p:grpSpPr>
        <p:sp>
          <p:nvSpPr>
            <p:cNvPr id="86" name="TextBox 18">
              <a:extLst>
                <a:ext uri="{FF2B5EF4-FFF2-40B4-BE49-F238E27FC236}">
                  <a16:creationId xmlns:a16="http://schemas.microsoft.com/office/drawing/2014/main" id="{314323E9-A290-4F46-9B75-38F97444CF87}"/>
                </a:ext>
              </a:extLst>
            </p:cNvPr>
            <p:cNvSpPr txBox="1"/>
            <p:nvPr/>
          </p:nvSpPr>
          <p:spPr>
            <a:xfrm flipH="1">
              <a:off x="1404788" y="2419540"/>
              <a:ext cx="831682" cy="350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accent2"/>
                  </a:solidFill>
                  <a:latin typeface="+mn-ea"/>
                  <a:cs typeface="Roboto Black" charset="0"/>
                </a:rPr>
                <a:t>小标题</a:t>
              </a:r>
              <a:endParaRPr lang="en-US" b="1" dirty="0">
                <a:solidFill>
                  <a:schemeClr val="accent2"/>
                </a:solidFill>
                <a:latin typeface="+mn-ea"/>
                <a:cs typeface="Roboto Black" charset="0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92E20530-09E5-4ADB-924E-DF46DD42640D}"/>
                </a:ext>
              </a:extLst>
            </p:cNvPr>
            <p:cNvSpPr/>
            <p:nvPr/>
          </p:nvSpPr>
          <p:spPr>
            <a:xfrm>
              <a:off x="470268" y="2823664"/>
              <a:ext cx="2702053" cy="9758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请在此处添加详细描述文本，在这里输入文本，更改文字文本。请在此处添加详细描述文本，在这里输入文本，更改文字文本。</a:t>
              </a:r>
              <a:endParaRPr lang="en-US" altLang="zh-CN" sz="1200" dirty="0"/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82B078C8-E017-4083-8424-D7B823585311}"/>
              </a:ext>
            </a:extLst>
          </p:cNvPr>
          <p:cNvGrpSpPr/>
          <p:nvPr/>
        </p:nvGrpSpPr>
        <p:grpSpPr>
          <a:xfrm>
            <a:off x="8311913" y="4475967"/>
            <a:ext cx="2849816" cy="1455417"/>
            <a:chOff x="470268" y="2419540"/>
            <a:chExt cx="2702053" cy="1379953"/>
          </a:xfrm>
        </p:grpSpPr>
        <p:sp>
          <p:nvSpPr>
            <p:cNvPr id="89" name="TextBox 18">
              <a:extLst>
                <a:ext uri="{FF2B5EF4-FFF2-40B4-BE49-F238E27FC236}">
                  <a16:creationId xmlns:a16="http://schemas.microsoft.com/office/drawing/2014/main" id="{E11465B4-57EB-47D8-A0D8-661E7509CFA5}"/>
                </a:ext>
              </a:extLst>
            </p:cNvPr>
            <p:cNvSpPr txBox="1"/>
            <p:nvPr/>
          </p:nvSpPr>
          <p:spPr>
            <a:xfrm flipH="1">
              <a:off x="1371014" y="2419540"/>
              <a:ext cx="831682" cy="350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+mn-ea"/>
                  <a:cs typeface="Roboto Black" charset="0"/>
                </a:rPr>
                <a:t>小标题</a:t>
              </a:r>
              <a:endParaRPr lang="en-US" b="1" dirty="0">
                <a:solidFill>
                  <a:schemeClr val="accent3"/>
                </a:solidFill>
                <a:latin typeface="+mn-ea"/>
                <a:cs typeface="Roboto Black" charset="0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F82E3613-3D9A-4320-AB5D-F0E4909589F0}"/>
                </a:ext>
              </a:extLst>
            </p:cNvPr>
            <p:cNvSpPr/>
            <p:nvPr/>
          </p:nvSpPr>
          <p:spPr>
            <a:xfrm>
              <a:off x="470268" y="2823664"/>
              <a:ext cx="2702053" cy="9758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请在此处添加详细描述文本，在这里输入文本，更改文字文本。请在此处添加详细描述文本，在这里输入文本，更改文字文本。</a:t>
              </a:r>
              <a:endParaRPr lang="en-US" altLang="zh-CN" sz="1200" dirty="0"/>
            </a:p>
          </p:txBody>
        </p:sp>
      </p:grpSp>
      <p:sp>
        <p:nvSpPr>
          <p:cNvPr id="81" name="矩形 80">
            <a:extLst>
              <a:ext uri="{FF2B5EF4-FFF2-40B4-BE49-F238E27FC236}">
                <a16:creationId xmlns:a16="http://schemas.microsoft.com/office/drawing/2014/main" id="{1CA00828-F41C-4A79-992F-DD2A08E1D347}"/>
              </a:ext>
            </a:extLst>
          </p:cNvPr>
          <p:cNvSpPr/>
          <p:nvPr/>
        </p:nvSpPr>
        <p:spPr>
          <a:xfrm>
            <a:off x="11574" y="6602021"/>
            <a:ext cx="12180426" cy="246221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【1】TCGA, Nature, 2013 Annals of Oncology 29: 1180–1188, 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rPr>
              <a:t> （参考文献，示例）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74" name="图表 73">
            <a:extLst>
              <a:ext uri="{FF2B5EF4-FFF2-40B4-BE49-F238E27FC236}">
                <a16:creationId xmlns:a16="http://schemas.microsoft.com/office/drawing/2014/main" id="{BFDDC09C-2891-463B-AD4F-9943905807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1422224"/>
              </p:ext>
            </p:extLst>
          </p:nvPr>
        </p:nvGraphicFramePr>
        <p:xfrm>
          <a:off x="626276" y="1382083"/>
          <a:ext cx="3662016" cy="2758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1" name="图表 90">
            <a:extLst>
              <a:ext uri="{FF2B5EF4-FFF2-40B4-BE49-F238E27FC236}">
                <a16:creationId xmlns:a16="http://schemas.microsoft.com/office/drawing/2014/main" id="{F79E4B16-16C8-42E6-87C6-1A735EE20A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263135"/>
              </p:ext>
            </p:extLst>
          </p:nvPr>
        </p:nvGraphicFramePr>
        <p:xfrm>
          <a:off x="4264992" y="1382083"/>
          <a:ext cx="3662016" cy="2758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D38A9A66-A8D0-4B1C-AE97-B1CB31552B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6565850"/>
              </p:ext>
            </p:extLst>
          </p:nvPr>
        </p:nvGraphicFramePr>
        <p:xfrm>
          <a:off x="7905111" y="1382083"/>
          <a:ext cx="3662016" cy="2758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894112C6-2A52-4D84-8C55-5499B29FDC24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061F140-6878-41FE-BDEC-FAC739F76173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7BB331F-CB35-4C7A-997B-6AE64B998992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F8D81AE-2930-405F-B8DC-A60ABFE5F79D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219FADD-E0DC-4106-A31E-DC51D68F0A3B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0344BEB-E2E5-4C4C-8104-94277098B7E0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FBDB1BE-6766-4ED5-A706-CFC4BD12DCAE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C66ADC9-B9DA-4081-B001-5D397CAD09F3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81590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56841-2990-4E3A-BB1A-3D6C48D7A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常用图标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F183978-C1C6-4AD6-A183-9DBEE35BF8F8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8D42F2D-5E3A-43C1-B332-659406A5D90B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F3B1C2B-B27A-4C40-88A7-D7CDF271F61A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017A107-0D55-4A7A-AC87-458895CCA1F9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A8B325D-706F-45B4-BAE4-CFD427B83A1B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8441C1B-5B8A-40C9-B95D-414EA1181E72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744C0BA-563F-4C17-A3FA-E33D3BE41A88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54D57F3-E0CC-434A-A8AD-8A4097473275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21222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B62F9A6E-C6FE-4F34-B182-BE520A754A76}"/>
              </a:ext>
            </a:extLst>
          </p:cNvPr>
          <p:cNvGrpSpPr/>
          <p:nvPr/>
        </p:nvGrpSpPr>
        <p:grpSpPr>
          <a:xfrm>
            <a:off x="5569480" y="1028910"/>
            <a:ext cx="1069251" cy="1080000"/>
            <a:chOff x="5569480" y="1028910"/>
            <a:chExt cx="1069251" cy="1080000"/>
          </a:xfrm>
        </p:grpSpPr>
        <p:sp>
          <p:nvSpPr>
            <p:cNvPr id="117" name="Oval 389">
              <a:extLst>
                <a:ext uri="{FF2B5EF4-FFF2-40B4-BE49-F238E27FC236}">
                  <a16:creationId xmlns:a16="http://schemas.microsoft.com/office/drawing/2014/main" id="{FF4709CA-0300-48B3-8F85-209BA7D8C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9480" y="1028910"/>
              <a:ext cx="1069251" cy="1080000"/>
            </a:xfrm>
            <a:prstGeom prst="ellipse">
              <a:avLst/>
            </a:prstGeom>
            <a:solidFill>
              <a:srgbClr val="7A9D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18" name="Freeform 438">
              <a:extLst>
                <a:ext uri="{FF2B5EF4-FFF2-40B4-BE49-F238E27FC236}">
                  <a16:creationId xmlns:a16="http://schemas.microsoft.com/office/drawing/2014/main" id="{C6CBF4C2-5A0D-498C-8940-81B6C203C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6795" y="1147120"/>
              <a:ext cx="795221" cy="816715"/>
            </a:xfrm>
            <a:custGeom>
              <a:avLst/>
              <a:gdLst>
                <a:gd name="T0" fmla="*/ 104 w 136"/>
                <a:gd name="T1" fmla="*/ 0 h 139"/>
                <a:gd name="T2" fmla="*/ 96 w 136"/>
                <a:gd name="T3" fmla="*/ 7 h 139"/>
                <a:gd name="T4" fmla="*/ 103 w 136"/>
                <a:gd name="T5" fmla="*/ 14 h 139"/>
                <a:gd name="T6" fmla="*/ 95 w 136"/>
                <a:gd name="T7" fmla="*/ 22 h 139"/>
                <a:gd name="T8" fmla="*/ 87 w 136"/>
                <a:gd name="T9" fmla="*/ 16 h 139"/>
                <a:gd name="T10" fmla="*/ 27 w 136"/>
                <a:gd name="T11" fmla="*/ 76 h 139"/>
                <a:gd name="T12" fmla="*/ 25 w 136"/>
                <a:gd name="T13" fmla="*/ 78 h 139"/>
                <a:gd name="T14" fmla="*/ 32 w 136"/>
                <a:gd name="T15" fmla="*/ 85 h 139"/>
                <a:gd name="T16" fmla="*/ 25 w 136"/>
                <a:gd name="T17" fmla="*/ 92 h 139"/>
                <a:gd name="T18" fmla="*/ 29 w 136"/>
                <a:gd name="T19" fmla="*/ 99 h 139"/>
                <a:gd name="T20" fmla="*/ 20 w 136"/>
                <a:gd name="T21" fmla="*/ 107 h 139"/>
                <a:gd name="T22" fmla="*/ 18 w 136"/>
                <a:gd name="T23" fmla="*/ 111 h 139"/>
                <a:gd name="T24" fmla="*/ 19 w 136"/>
                <a:gd name="T25" fmla="*/ 113 h 139"/>
                <a:gd name="T26" fmla="*/ 2 w 136"/>
                <a:gd name="T27" fmla="*/ 131 h 139"/>
                <a:gd name="T28" fmla="*/ 0 w 136"/>
                <a:gd name="T29" fmla="*/ 135 h 139"/>
                <a:gd name="T30" fmla="*/ 0 w 136"/>
                <a:gd name="T31" fmla="*/ 139 h 139"/>
                <a:gd name="T32" fmla="*/ 19 w 136"/>
                <a:gd name="T33" fmla="*/ 120 h 139"/>
                <a:gd name="T34" fmla="*/ 23 w 136"/>
                <a:gd name="T35" fmla="*/ 117 h 139"/>
                <a:gd name="T36" fmla="*/ 31 w 136"/>
                <a:gd name="T37" fmla="*/ 113 h 139"/>
                <a:gd name="T38" fmla="*/ 38 w 136"/>
                <a:gd name="T39" fmla="*/ 107 h 139"/>
                <a:gd name="T40" fmla="*/ 43 w 136"/>
                <a:gd name="T41" fmla="*/ 111 h 139"/>
                <a:gd name="T42" fmla="*/ 51 w 136"/>
                <a:gd name="T43" fmla="*/ 104 h 139"/>
                <a:gd name="T44" fmla="*/ 57 w 136"/>
                <a:gd name="T45" fmla="*/ 109 h 139"/>
                <a:gd name="T46" fmla="*/ 119 w 136"/>
                <a:gd name="T47" fmla="*/ 47 h 139"/>
                <a:gd name="T48" fmla="*/ 114 w 136"/>
                <a:gd name="T49" fmla="*/ 42 h 139"/>
                <a:gd name="T50" fmla="*/ 122 w 136"/>
                <a:gd name="T51" fmla="*/ 33 h 139"/>
                <a:gd name="T52" fmla="*/ 129 w 136"/>
                <a:gd name="T53" fmla="*/ 39 h 139"/>
                <a:gd name="T54" fmla="*/ 136 w 136"/>
                <a:gd name="T55" fmla="*/ 32 h 139"/>
                <a:gd name="T56" fmla="*/ 104 w 136"/>
                <a:gd name="T57" fmla="*/ 0 h 139"/>
                <a:gd name="T58" fmla="*/ 103 w 136"/>
                <a:gd name="T59" fmla="*/ 51 h 139"/>
                <a:gd name="T60" fmla="*/ 58 w 136"/>
                <a:gd name="T61" fmla="*/ 97 h 139"/>
                <a:gd name="T62" fmla="*/ 38 w 136"/>
                <a:gd name="T63" fmla="*/ 78 h 139"/>
                <a:gd name="T64" fmla="*/ 49 w 136"/>
                <a:gd name="T65" fmla="*/ 68 h 139"/>
                <a:gd name="T66" fmla="*/ 57 w 136"/>
                <a:gd name="T67" fmla="*/ 71 h 139"/>
                <a:gd name="T68" fmla="*/ 60 w 136"/>
                <a:gd name="T69" fmla="*/ 72 h 139"/>
                <a:gd name="T70" fmla="*/ 53 w 136"/>
                <a:gd name="T71" fmla="*/ 63 h 139"/>
                <a:gd name="T72" fmla="*/ 60 w 136"/>
                <a:gd name="T73" fmla="*/ 56 h 139"/>
                <a:gd name="T74" fmla="*/ 73 w 136"/>
                <a:gd name="T75" fmla="*/ 60 h 139"/>
                <a:gd name="T76" fmla="*/ 65 w 136"/>
                <a:gd name="T77" fmla="*/ 51 h 139"/>
                <a:gd name="T78" fmla="*/ 73 w 136"/>
                <a:gd name="T79" fmla="*/ 44 h 139"/>
                <a:gd name="T80" fmla="*/ 79 w 136"/>
                <a:gd name="T81" fmla="*/ 45 h 139"/>
                <a:gd name="T82" fmla="*/ 85 w 136"/>
                <a:gd name="T83" fmla="*/ 47 h 139"/>
                <a:gd name="T84" fmla="*/ 77 w 136"/>
                <a:gd name="T85" fmla="*/ 39 h 139"/>
                <a:gd name="T86" fmla="*/ 88 w 136"/>
                <a:gd name="T87" fmla="*/ 30 h 139"/>
                <a:gd name="T88" fmla="*/ 106 w 136"/>
                <a:gd name="T89" fmla="*/ 48 h 139"/>
                <a:gd name="T90" fmla="*/ 103 w 136"/>
                <a:gd name="T91" fmla="*/ 5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6" h="139">
                  <a:moveTo>
                    <a:pt x="104" y="0"/>
                  </a:moveTo>
                  <a:cubicBezTo>
                    <a:pt x="104" y="0"/>
                    <a:pt x="99" y="4"/>
                    <a:pt x="96" y="7"/>
                  </a:cubicBezTo>
                  <a:cubicBezTo>
                    <a:pt x="99" y="9"/>
                    <a:pt x="103" y="14"/>
                    <a:pt x="103" y="14"/>
                  </a:cubicBezTo>
                  <a:cubicBezTo>
                    <a:pt x="103" y="14"/>
                    <a:pt x="97" y="19"/>
                    <a:pt x="95" y="22"/>
                  </a:cubicBezTo>
                  <a:cubicBezTo>
                    <a:pt x="92" y="20"/>
                    <a:pt x="90" y="18"/>
                    <a:pt x="87" y="16"/>
                  </a:cubicBezTo>
                  <a:cubicBezTo>
                    <a:pt x="67" y="36"/>
                    <a:pt x="47" y="56"/>
                    <a:pt x="27" y="76"/>
                  </a:cubicBezTo>
                  <a:cubicBezTo>
                    <a:pt x="26" y="77"/>
                    <a:pt x="26" y="78"/>
                    <a:pt x="25" y="78"/>
                  </a:cubicBezTo>
                  <a:cubicBezTo>
                    <a:pt x="27" y="81"/>
                    <a:pt x="29" y="83"/>
                    <a:pt x="32" y="85"/>
                  </a:cubicBezTo>
                  <a:cubicBezTo>
                    <a:pt x="29" y="88"/>
                    <a:pt x="27" y="90"/>
                    <a:pt x="25" y="92"/>
                  </a:cubicBezTo>
                  <a:cubicBezTo>
                    <a:pt x="26" y="94"/>
                    <a:pt x="27" y="96"/>
                    <a:pt x="29" y="99"/>
                  </a:cubicBezTo>
                  <a:cubicBezTo>
                    <a:pt x="26" y="102"/>
                    <a:pt x="23" y="104"/>
                    <a:pt x="20" y="107"/>
                  </a:cubicBezTo>
                  <a:cubicBezTo>
                    <a:pt x="19" y="108"/>
                    <a:pt x="19" y="110"/>
                    <a:pt x="18" y="111"/>
                  </a:cubicBezTo>
                  <a:cubicBezTo>
                    <a:pt x="18" y="113"/>
                    <a:pt x="19" y="113"/>
                    <a:pt x="19" y="113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39"/>
                    <a:pt x="13" y="125"/>
                    <a:pt x="19" y="120"/>
                  </a:cubicBezTo>
                  <a:cubicBezTo>
                    <a:pt x="20" y="119"/>
                    <a:pt x="22" y="116"/>
                    <a:pt x="23" y="117"/>
                  </a:cubicBezTo>
                  <a:cubicBezTo>
                    <a:pt x="27" y="120"/>
                    <a:pt x="29" y="115"/>
                    <a:pt x="31" y="113"/>
                  </a:cubicBezTo>
                  <a:cubicBezTo>
                    <a:pt x="34" y="111"/>
                    <a:pt x="36" y="109"/>
                    <a:pt x="38" y="107"/>
                  </a:cubicBezTo>
                  <a:cubicBezTo>
                    <a:pt x="40" y="108"/>
                    <a:pt x="41" y="110"/>
                    <a:pt x="43" y="111"/>
                  </a:cubicBezTo>
                  <a:cubicBezTo>
                    <a:pt x="46" y="109"/>
                    <a:pt x="48" y="106"/>
                    <a:pt x="51" y="104"/>
                  </a:cubicBezTo>
                  <a:cubicBezTo>
                    <a:pt x="53" y="106"/>
                    <a:pt x="55" y="108"/>
                    <a:pt x="57" y="109"/>
                  </a:cubicBezTo>
                  <a:cubicBezTo>
                    <a:pt x="78" y="88"/>
                    <a:pt x="98" y="68"/>
                    <a:pt x="119" y="47"/>
                  </a:cubicBezTo>
                  <a:cubicBezTo>
                    <a:pt x="117" y="45"/>
                    <a:pt x="116" y="43"/>
                    <a:pt x="114" y="42"/>
                  </a:cubicBezTo>
                  <a:cubicBezTo>
                    <a:pt x="117" y="39"/>
                    <a:pt x="119" y="36"/>
                    <a:pt x="122" y="33"/>
                  </a:cubicBezTo>
                  <a:cubicBezTo>
                    <a:pt x="124" y="35"/>
                    <a:pt x="126" y="37"/>
                    <a:pt x="129" y="39"/>
                  </a:cubicBezTo>
                  <a:cubicBezTo>
                    <a:pt x="132" y="36"/>
                    <a:pt x="134" y="33"/>
                    <a:pt x="136" y="32"/>
                  </a:cubicBezTo>
                  <a:cubicBezTo>
                    <a:pt x="125" y="21"/>
                    <a:pt x="104" y="0"/>
                    <a:pt x="104" y="0"/>
                  </a:cubicBezTo>
                  <a:close/>
                  <a:moveTo>
                    <a:pt x="103" y="51"/>
                  </a:moveTo>
                  <a:cubicBezTo>
                    <a:pt x="88" y="67"/>
                    <a:pt x="73" y="82"/>
                    <a:pt x="58" y="97"/>
                  </a:cubicBezTo>
                  <a:cubicBezTo>
                    <a:pt x="51" y="91"/>
                    <a:pt x="45" y="84"/>
                    <a:pt x="38" y="78"/>
                  </a:cubicBezTo>
                  <a:cubicBezTo>
                    <a:pt x="42" y="75"/>
                    <a:pt x="49" y="68"/>
                    <a:pt x="49" y="68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60" y="72"/>
                    <a:pt x="60" y="72"/>
                    <a:pt x="60" y="72"/>
                  </a:cubicBezTo>
                  <a:cubicBezTo>
                    <a:pt x="60" y="72"/>
                    <a:pt x="56" y="66"/>
                    <a:pt x="53" y="63"/>
                  </a:cubicBezTo>
                  <a:cubicBezTo>
                    <a:pt x="56" y="61"/>
                    <a:pt x="60" y="56"/>
                    <a:pt x="60" y="56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3" y="60"/>
                    <a:pt x="68" y="54"/>
                    <a:pt x="65" y="51"/>
                  </a:cubicBezTo>
                  <a:cubicBezTo>
                    <a:pt x="68" y="49"/>
                    <a:pt x="73" y="44"/>
                    <a:pt x="73" y="44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85" y="47"/>
                    <a:pt x="85" y="47"/>
                    <a:pt x="85" y="47"/>
                  </a:cubicBezTo>
                  <a:cubicBezTo>
                    <a:pt x="85" y="47"/>
                    <a:pt x="80" y="42"/>
                    <a:pt x="77" y="39"/>
                  </a:cubicBezTo>
                  <a:cubicBezTo>
                    <a:pt x="81" y="36"/>
                    <a:pt x="84" y="33"/>
                    <a:pt x="88" y="30"/>
                  </a:cubicBezTo>
                  <a:cubicBezTo>
                    <a:pt x="94" y="36"/>
                    <a:pt x="100" y="42"/>
                    <a:pt x="106" y="48"/>
                  </a:cubicBezTo>
                  <a:cubicBezTo>
                    <a:pt x="105" y="49"/>
                    <a:pt x="104" y="50"/>
                    <a:pt x="103" y="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D66A271-FDF0-4ADC-8795-4983C9F4ABB7}"/>
              </a:ext>
            </a:extLst>
          </p:cNvPr>
          <p:cNvGrpSpPr/>
          <p:nvPr/>
        </p:nvGrpSpPr>
        <p:grpSpPr>
          <a:xfrm>
            <a:off x="3866956" y="1028910"/>
            <a:ext cx="1085429" cy="1080000"/>
            <a:chOff x="3866956" y="1028910"/>
            <a:chExt cx="1085429" cy="1080000"/>
          </a:xfrm>
        </p:grpSpPr>
        <p:sp>
          <p:nvSpPr>
            <p:cNvPr id="232" name="Oval 1444">
              <a:extLst>
                <a:ext uri="{FF2B5EF4-FFF2-40B4-BE49-F238E27FC236}">
                  <a16:creationId xmlns:a16="http://schemas.microsoft.com/office/drawing/2014/main" id="{70B0B0BC-89C4-4286-BC2D-F7ADA5E85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6956" y="1028910"/>
              <a:ext cx="1085429" cy="1080000"/>
            </a:xfrm>
            <a:prstGeom prst="ellipse">
              <a:avLst/>
            </a:prstGeom>
            <a:solidFill>
              <a:srgbClr val="7B5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C4BACB1-E4A1-40CE-8CA5-60DC31E3AEE6}"/>
                </a:ext>
              </a:extLst>
            </p:cNvPr>
            <p:cNvGrpSpPr/>
            <p:nvPr/>
          </p:nvGrpSpPr>
          <p:grpSpPr>
            <a:xfrm>
              <a:off x="4203440" y="1153733"/>
              <a:ext cx="428743" cy="803219"/>
              <a:chOff x="4203440" y="1153733"/>
              <a:chExt cx="428743" cy="803219"/>
            </a:xfrm>
          </p:grpSpPr>
          <p:sp>
            <p:nvSpPr>
              <p:cNvPr id="233" name="Freeform 1451">
                <a:extLst>
                  <a:ext uri="{FF2B5EF4-FFF2-40B4-BE49-F238E27FC236}">
                    <a16:creationId xmlns:a16="http://schemas.microsoft.com/office/drawing/2014/main" id="{F6970D30-05A7-477B-A46F-C519AFCCE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8267" y="1707302"/>
                <a:ext cx="217086" cy="65128"/>
              </a:xfrm>
              <a:custGeom>
                <a:avLst/>
                <a:gdLst>
                  <a:gd name="T0" fmla="*/ 33 w 37"/>
                  <a:gd name="T1" fmla="*/ 0 h 11"/>
                  <a:gd name="T2" fmla="*/ 3 w 37"/>
                  <a:gd name="T3" fmla="*/ 5 h 11"/>
                  <a:gd name="T4" fmla="*/ 1 w 37"/>
                  <a:gd name="T5" fmla="*/ 8 h 11"/>
                  <a:gd name="T6" fmla="*/ 1 w 37"/>
                  <a:gd name="T7" fmla="*/ 9 h 11"/>
                  <a:gd name="T8" fmla="*/ 4 w 37"/>
                  <a:gd name="T9" fmla="*/ 11 h 11"/>
                  <a:gd name="T10" fmla="*/ 34 w 37"/>
                  <a:gd name="T11" fmla="*/ 6 h 11"/>
                  <a:gd name="T12" fmla="*/ 36 w 37"/>
                  <a:gd name="T13" fmla="*/ 3 h 11"/>
                  <a:gd name="T14" fmla="*/ 36 w 37"/>
                  <a:gd name="T15" fmla="*/ 2 h 11"/>
                  <a:gd name="T16" fmla="*/ 33 w 37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11">
                    <a:moveTo>
                      <a:pt x="33" y="0"/>
                    </a:move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0" y="7"/>
                      <a:pt x="1" y="8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10"/>
                      <a:pt x="2" y="11"/>
                      <a:pt x="4" y="11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6" y="5"/>
                      <a:pt x="37" y="4"/>
                      <a:pt x="36" y="3"/>
                    </a:cubicBezTo>
                    <a:cubicBezTo>
                      <a:pt x="36" y="2"/>
                      <a:pt x="36" y="2"/>
                      <a:pt x="36" y="2"/>
                    </a:cubicBezTo>
                    <a:cubicBezTo>
                      <a:pt x="36" y="1"/>
                      <a:pt x="35" y="0"/>
                      <a:pt x="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34" name="Freeform 1452">
                <a:extLst>
                  <a:ext uri="{FF2B5EF4-FFF2-40B4-BE49-F238E27FC236}">
                    <a16:creationId xmlns:a16="http://schemas.microsoft.com/office/drawing/2014/main" id="{B1369669-04A5-4D82-B77E-07EE832B6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8267" y="1761573"/>
                <a:ext cx="217086" cy="70552"/>
              </a:xfrm>
              <a:custGeom>
                <a:avLst/>
                <a:gdLst>
                  <a:gd name="T0" fmla="*/ 33 w 37"/>
                  <a:gd name="T1" fmla="*/ 1 h 12"/>
                  <a:gd name="T2" fmla="*/ 3 w 37"/>
                  <a:gd name="T3" fmla="*/ 6 h 12"/>
                  <a:gd name="T4" fmla="*/ 1 w 37"/>
                  <a:gd name="T5" fmla="*/ 9 h 12"/>
                  <a:gd name="T6" fmla="*/ 1 w 37"/>
                  <a:gd name="T7" fmla="*/ 10 h 12"/>
                  <a:gd name="T8" fmla="*/ 4 w 37"/>
                  <a:gd name="T9" fmla="*/ 12 h 12"/>
                  <a:gd name="T10" fmla="*/ 34 w 37"/>
                  <a:gd name="T11" fmla="*/ 7 h 12"/>
                  <a:gd name="T12" fmla="*/ 36 w 37"/>
                  <a:gd name="T13" fmla="*/ 3 h 12"/>
                  <a:gd name="T14" fmla="*/ 36 w 37"/>
                  <a:gd name="T15" fmla="*/ 3 h 12"/>
                  <a:gd name="T16" fmla="*/ 33 w 37"/>
                  <a:gd name="T17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12">
                    <a:moveTo>
                      <a:pt x="33" y="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" y="6"/>
                      <a:pt x="0" y="8"/>
                      <a:pt x="1" y="9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1"/>
                      <a:pt x="2" y="12"/>
                      <a:pt x="4" y="12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6" y="6"/>
                      <a:pt x="37" y="5"/>
                      <a:pt x="36" y="3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5" y="0"/>
                      <a:pt x="3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35" name="Freeform 1453">
                <a:extLst>
                  <a:ext uri="{FF2B5EF4-FFF2-40B4-BE49-F238E27FC236}">
                    <a16:creationId xmlns:a16="http://schemas.microsoft.com/office/drawing/2014/main" id="{59F205B1-F8F4-45D6-AEF7-798509E49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8267" y="1821272"/>
                <a:ext cx="217086" cy="70552"/>
              </a:xfrm>
              <a:custGeom>
                <a:avLst/>
                <a:gdLst>
                  <a:gd name="T0" fmla="*/ 33 w 37"/>
                  <a:gd name="T1" fmla="*/ 1 h 12"/>
                  <a:gd name="T2" fmla="*/ 3 w 37"/>
                  <a:gd name="T3" fmla="*/ 6 h 12"/>
                  <a:gd name="T4" fmla="*/ 1 w 37"/>
                  <a:gd name="T5" fmla="*/ 9 h 12"/>
                  <a:gd name="T6" fmla="*/ 1 w 37"/>
                  <a:gd name="T7" fmla="*/ 10 h 12"/>
                  <a:gd name="T8" fmla="*/ 4 w 37"/>
                  <a:gd name="T9" fmla="*/ 12 h 12"/>
                  <a:gd name="T10" fmla="*/ 34 w 37"/>
                  <a:gd name="T11" fmla="*/ 7 h 12"/>
                  <a:gd name="T12" fmla="*/ 36 w 37"/>
                  <a:gd name="T13" fmla="*/ 3 h 12"/>
                  <a:gd name="T14" fmla="*/ 36 w 37"/>
                  <a:gd name="T15" fmla="*/ 3 h 12"/>
                  <a:gd name="T16" fmla="*/ 33 w 37"/>
                  <a:gd name="T17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12">
                    <a:moveTo>
                      <a:pt x="33" y="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" y="6"/>
                      <a:pt x="0" y="8"/>
                      <a:pt x="1" y="9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1"/>
                      <a:pt x="2" y="12"/>
                      <a:pt x="4" y="12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6" y="6"/>
                      <a:pt x="37" y="5"/>
                      <a:pt x="36" y="3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5" y="0"/>
                      <a:pt x="3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36" name="Freeform 1454">
                <a:extLst>
                  <a:ext uri="{FF2B5EF4-FFF2-40B4-BE49-F238E27FC236}">
                    <a16:creationId xmlns:a16="http://schemas.microsoft.com/office/drawing/2014/main" id="{764FF6D0-084F-4377-9985-5CFB074D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2538" y="1880971"/>
                <a:ext cx="119398" cy="75981"/>
              </a:xfrm>
              <a:custGeom>
                <a:avLst/>
                <a:gdLst>
                  <a:gd name="T0" fmla="*/ 0 w 20"/>
                  <a:gd name="T1" fmla="*/ 4 h 13"/>
                  <a:gd name="T2" fmla="*/ 11 w 20"/>
                  <a:gd name="T3" fmla="*/ 12 h 13"/>
                  <a:gd name="T4" fmla="*/ 19 w 20"/>
                  <a:gd name="T5" fmla="*/ 0 h 13"/>
                  <a:gd name="T6" fmla="*/ 0 w 20"/>
                  <a:gd name="T7" fmla="*/ 4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" h="13">
                    <a:moveTo>
                      <a:pt x="0" y="4"/>
                    </a:moveTo>
                    <a:cubicBezTo>
                      <a:pt x="1" y="9"/>
                      <a:pt x="6" y="13"/>
                      <a:pt x="11" y="12"/>
                    </a:cubicBezTo>
                    <a:cubicBezTo>
                      <a:pt x="17" y="11"/>
                      <a:pt x="20" y="6"/>
                      <a:pt x="19" y="0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37" name="Freeform 1455">
                <a:extLst>
                  <a:ext uri="{FF2B5EF4-FFF2-40B4-BE49-F238E27FC236}">
                    <a16:creationId xmlns:a16="http://schemas.microsoft.com/office/drawing/2014/main" id="{AC8A0BE6-4A9A-4A09-B973-EC0BCE8197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03440" y="1153733"/>
                <a:ext cx="428743" cy="569852"/>
              </a:xfrm>
              <a:custGeom>
                <a:avLst/>
                <a:gdLst>
                  <a:gd name="T0" fmla="*/ 37 w 73"/>
                  <a:gd name="T1" fmla="*/ 0 h 96"/>
                  <a:gd name="T2" fmla="*/ 0 w 73"/>
                  <a:gd name="T3" fmla="*/ 37 h 96"/>
                  <a:gd name="T4" fmla="*/ 11 w 73"/>
                  <a:gd name="T5" fmla="*/ 63 h 96"/>
                  <a:gd name="T6" fmla="*/ 23 w 73"/>
                  <a:gd name="T7" fmla="*/ 92 h 96"/>
                  <a:gd name="T8" fmla="*/ 23 w 73"/>
                  <a:gd name="T9" fmla="*/ 96 h 96"/>
                  <a:gd name="T10" fmla="*/ 55 w 73"/>
                  <a:gd name="T11" fmla="*/ 91 h 96"/>
                  <a:gd name="T12" fmla="*/ 55 w 73"/>
                  <a:gd name="T13" fmla="*/ 88 h 96"/>
                  <a:gd name="T14" fmla="*/ 65 w 73"/>
                  <a:gd name="T15" fmla="*/ 59 h 96"/>
                  <a:gd name="T16" fmla="*/ 73 w 73"/>
                  <a:gd name="T17" fmla="*/ 37 h 96"/>
                  <a:gd name="T18" fmla="*/ 37 w 73"/>
                  <a:gd name="T19" fmla="*/ 0 h 96"/>
                  <a:gd name="T20" fmla="*/ 59 w 73"/>
                  <a:gd name="T21" fmla="*/ 56 h 96"/>
                  <a:gd name="T22" fmla="*/ 48 w 73"/>
                  <a:gd name="T23" fmla="*/ 85 h 96"/>
                  <a:gd name="T24" fmla="*/ 29 w 73"/>
                  <a:gd name="T25" fmla="*/ 88 h 96"/>
                  <a:gd name="T26" fmla="*/ 16 w 73"/>
                  <a:gd name="T27" fmla="*/ 59 h 96"/>
                  <a:gd name="T28" fmla="*/ 6 w 73"/>
                  <a:gd name="T29" fmla="*/ 37 h 96"/>
                  <a:gd name="T30" fmla="*/ 37 w 73"/>
                  <a:gd name="T31" fmla="*/ 7 h 96"/>
                  <a:gd name="T32" fmla="*/ 67 w 73"/>
                  <a:gd name="T33" fmla="*/ 37 h 96"/>
                  <a:gd name="T34" fmla="*/ 59 w 73"/>
                  <a:gd name="T35" fmla="*/ 5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3" h="96">
                    <a:moveTo>
                      <a:pt x="37" y="0"/>
                    </a:moveTo>
                    <a:cubicBezTo>
                      <a:pt x="16" y="0"/>
                      <a:pt x="0" y="17"/>
                      <a:pt x="0" y="37"/>
                    </a:cubicBezTo>
                    <a:cubicBezTo>
                      <a:pt x="0" y="49"/>
                      <a:pt x="5" y="56"/>
                      <a:pt x="11" y="63"/>
                    </a:cubicBezTo>
                    <a:cubicBezTo>
                      <a:pt x="16" y="71"/>
                      <a:pt x="22" y="78"/>
                      <a:pt x="23" y="92"/>
                    </a:cubicBezTo>
                    <a:cubicBezTo>
                      <a:pt x="23" y="96"/>
                      <a:pt x="23" y="96"/>
                      <a:pt x="23" y="96"/>
                    </a:cubicBezTo>
                    <a:cubicBezTo>
                      <a:pt x="55" y="91"/>
                      <a:pt x="55" y="91"/>
                      <a:pt x="55" y="91"/>
                    </a:cubicBezTo>
                    <a:cubicBezTo>
                      <a:pt x="55" y="88"/>
                      <a:pt x="55" y="88"/>
                      <a:pt x="55" y="88"/>
                    </a:cubicBezTo>
                    <a:cubicBezTo>
                      <a:pt x="54" y="76"/>
                      <a:pt x="60" y="67"/>
                      <a:pt x="65" y="59"/>
                    </a:cubicBezTo>
                    <a:cubicBezTo>
                      <a:pt x="69" y="52"/>
                      <a:pt x="73" y="45"/>
                      <a:pt x="73" y="37"/>
                    </a:cubicBezTo>
                    <a:cubicBezTo>
                      <a:pt x="73" y="17"/>
                      <a:pt x="57" y="0"/>
                      <a:pt x="37" y="0"/>
                    </a:cubicBezTo>
                    <a:close/>
                    <a:moveTo>
                      <a:pt x="59" y="56"/>
                    </a:moveTo>
                    <a:cubicBezTo>
                      <a:pt x="54" y="64"/>
                      <a:pt x="49" y="73"/>
                      <a:pt x="48" y="85"/>
                    </a:cubicBezTo>
                    <a:cubicBezTo>
                      <a:pt x="29" y="88"/>
                      <a:pt x="29" y="88"/>
                      <a:pt x="29" y="88"/>
                    </a:cubicBezTo>
                    <a:cubicBezTo>
                      <a:pt x="27" y="75"/>
                      <a:pt x="21" y="66"/>
                      <a:pt x="16" y="59"/>
                    </a:cubicBezTo>
                    <a:cubicBezTo>
                      <a:pt x="11" y="52"/>
                      <a:pt x="6" y="46"/>
                      <a:pt x="6" y="37"/>
                    </a:cubicBezTo>
                    <a:cubicBezTo>
                      <a:pt x="6" y="20"/>
                      <a:pt x="20" y="7"/>
                      <a:pt x="37" y="7"/>
                    </a:cubicBezTo>
                    <a:cubicBezTo>
                      <a:pt x="53" y="7"/>
                      <a:pt x="67" y="20"/>
                      <a:pt x="67" y="37"/>
                    </a:cubicBezTo>
                    <a:cubicBezTo>
                      <a:pt x="67" y="43"/>
                      <a:pt x="63" y="49"/>
                      <a:pt x="59" y="5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AC7F50B-49C2-45B1-A03C-42A44CE1742A}"/>
              </a:ext>
            </a:extLst>
          </p:cNvPr>
          <p:cNvGrpSpPr/>
          <p:nvPr/>
        </p:nvGrpSpPr>
        <p:grpSpPr>
          <a:xfrm>
            <a:off x="7255826" y="1028910"/>
            <a:ext cx="1080000" cy="1080000"/>
            <a:chOff x="7255826" y="1028910"/>
            <a:chExt cx="1080000" cy="1080000"/>
          </a:xfrm>
        </p:grpSpPr>
        <p:sp>
          <p:nvSpPr>
            <p:cNvPr id="251" name="Oval 1837">
              <a:extLst>
                <a:ext uri="{FF2B5EF4-FFF2-40B4-BE49-F238E27FC236}">
                  <a16:creationId xmlns:a16="http://schemas.microsoft.com/office/drawing/2014/main" id="{2D1B515A-11E2-4F8C-9B32-FB6F477CC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5826" y="1028910"/>
              <a:ext cx="1080000" cy="1080000"/>
            </a:xfrm>
            <a:prstGeom prst="ellipse">
              <a:avLst/>
            </a:prstGeom>
            <a:solidFill>
              <a:srgbClr val="7B5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EE28960-666A-42D7-9DB6-D3C9A16EE462}"/>
                </a:ext>
              </a:extLst>
            </p:cNvPr>
            <p:cNvGrpSpPr/>
            <p:nvPr/>
          </p:nvGrpSpPr>
          <p:grpSpPr>
            <a:xfrm>
              <a:off x="7427766" y="1195480"/>
              <a:ext cx="736120" cy="736115"/>
              <a:chOff x="7427766" y="1195480"/>
              <a:chExt cx="736120" cy="736115"/>
            </a:xfrm>
          </p:grpSpPr>
          <p:sp>
            <p:nvSpPr>
              <p:cNvPr id="252" name="Freeform 1874">
                <a:extLst>
                  <a:ext uri="{FF2B5EF4-FFF2-40B4-BE49-F238E27FC236}">
                    <a16:creationId xmlns:a16="http://schemas.microsoft.com/office/drawing/2014/main" id="{8D51E8FC-1977-422E-9C0E-9E203BF0D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7766" y="1195480"/>
                <a:ext cx="317015" cy="317015"/>
              </a:xfrm>
              <a:custGeom>
                <a:avLst/>
                <a:gdLst>
                  <a:gd name="T0" fmla="*/ 0 w 54"/>
                  <a:gd name="T1" fmla="*/ 54 h 54"/>
                  <a:gd name="T2" fmla="*/ 32 w 54"/>
                  <a:gd name="T3" fmla="*/ 54 h 54"/>
                  <a:gd name="T4" fmla="*/ 54 w 54"/>
                  <a:gd name="T5" fmla="*/ 32 h 54"/>
                  <a:gd name="T6" fmla="*/ 54 w 54"/>
                  <a:gd name="T7" fmla="*/ 0 h 54"/>
                  <a:gd name="T8" fmla="*/ 0 w 54"/>
                  <a:gd name="T9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0" y="54"/>
                    </a:moveTo>
                    <a:cubicBezTo>
                      <a:pt x="32" y="54"/>
                      <a:pt x="32" y="54"/>
                      <a:pt x="32" y="54"/>
                    </a:cubicBezTo>
                    <a:cubicBezTo>
                      <a:pt x="35" y="44"/>
                      <a:pt x="43" y="36"/>
                      <a:pt x="54" y="3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26" y="4"/>
                      <a:pt x="4" y="26"/>
                      <a:pt x="0" y="5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53" name="Freeform 1875">
                <a:extLst>
                  <a:ext uri="{FF2B5EF4-FFF2-40B4-BE49-F238E27FC236}">
                    <a16:creationId xmlns:a16="http://schemas.microsoft.com/office/drawing/2014/main" id="{0444A9D7-87BD-47DA-AEE5-CF01A4252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46871" y="1195480"/>
                <a:ext cx="317015" cy="317015"/>
              </a:xfrm>
              <a:custGeom>
                <a:avLst/>
                <a:gdLst>
                  <a:gd name="T0" fmla="*/ 0 w 54"/>
                  <a:gd name="T1" fmla="*/ 0 h 54"/>
                  <a:gd name="T2" fmla="*/ 0 w 54"/>
                  <a:gd name="T3" fmla="*/ 32 h 54"/>
                  <a:gd name="T4" fmla="*/ 21 w 54"/>
                  <a:gd name="T5" fmla="*/ 54 h 54"/>
                  <a:gd name="T6" fmla="*/ 54 w 54"/>
                  <a:gd name="T7" fmla="*/ 54 h 54"/>
                  <a:gd name="T8" fmla="*/ 0 w 54"/>
                  <a:gd name="T9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0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10" y="36"/>
                      <a:pt x="18" y="44"/>
                      <a:pt x="21" y="54"/>
                    </a:cubicBezTo>
                    <a:cubicBezTo>
                      <a:pt x="54" y="54"/>
                      <a:pt x="54" y="54"/>
                      <a:pt x="54" y="54"/>
                    </a:cubicBezTo>
                    <a:cubicBezTo>
                      <a:pt x="50" y="26"/>
                      <a:pt x="28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54" name="Freeform 1876">
                <a:extLst>
                  <a:ext uri="{FF2B5EF4-FFF2-40B4-BE49-F238E27FC236}">
                    <a16:creationId xmlns:a16="http://schemas.microsoft.com/office/drawing/2014/main" id="{4866E053-A13E-49CD-A017-339281DEE9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46871" y="1614580"/>
                <a:ext cx="317015" cy="317015"/>
              </a:xfrm>
              <a:custGeom>
                <a:avLst/>
                <a:gdLst>
                  <a:gd name="T0" fmla="*/ 0 w 54"/>
                  <a:gd name="T1" fmla="*/ 22 h 54"/>
                  <a:gd name="T2" fmla="*/ 0 w 54"/>
                  <a:gd name="T3" fmla="*/ 54 h 54"/>
                  <a:gd name="T4" fmla="*/ 54 w 54"/>
                  <a:gd name="T5" fmla="*/ 0 h 54"/>
                  <a:gd name="T6" fmla="*/ 21 w 54"/>
                  <a:gd name="T7" fmla="*/ 0 h 54"/>
                  <a:gd name="T8" fmla="*/ 0 w 54"/>
                  <a:gd name="T9" fmla="*/ 2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0" y="22"/>
                    </a:moveTo>
                    <a:cubicBezTo>
                      <a:pt x="0" y="54"/>
                      <a:pt x="0" y="54"/>
                      <a:pt x="0" y="54"/>
                    </a:cubicBezTo>
                    <a:cubicBezTo>
                      <a:pt x="28" y="50"/>
                      <a:pt x="50" y="28"/>
                      <a:pt x="54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8" y="10"/>
                      <a:pt x="10" y="19"/>
                      <a:pt x="0" y="2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55" name="Freeform 1877">
                <a:extLst>
                  <a:ext uri="{FF2B5EF4-FFF2-40B4-BE49-F238E27FC236}">
                    <a16:creationId xmlns:a16="http://schemas.microsoft.com/office/drawing/2014/main" id="{163A3F20-0618-4C4A-A300-1BC8FB77C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7766" y="1614580"/>
                <a:ext cx="317015" cy="317015"/>
              </a:xfrm>
              <a:custGeom>
                <a:avLst/>
                <a:gdLst>
                  <a:gd name="T0" fmla="*/ 32 w 54"/>
                  <a:gd name="T1" fmla="*/ 0 h 54"/>
                  <a:gd name="T2" fmla="*/ 0 w 54"/>
                  <a:gd name="T3" fmla="*/ 0 h 54"/>
                  <a:gd name="T4" fmla="*/ 54 w 54"/>
                  <a:gd name="T5" fmla="*/ 54 h 54"/>
                  <a:gd name="T6" fmla="*/ 54 w 54"/>
                  <a:gd name="T7" fmla="*/ 22 h 54"/>
                  <a:gd name="T8" fmla="*/ 32 w 54"/>
                  <a:gd name="T9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3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" y="28"/>
                      <a:pt x="26" y="50"/>
                      <a:pt x="54" y="54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43" y="19"/>
                      <a:pt x="35" y="10"/>
                      <a:pt x="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9AE3311-B38E-43EF-82BA-284D162A79B5}"/>
              </a:ext>
            </a:extLst>
          </p:cNvPr>
          <p:cNvGrpSpPr/>
          <p:nvPr/>
        </p:nvGrpSpPr>
        <p:grpSpPr>
          <a:xfrm>
            <a:off x="8952921" y="1028910"/>
            <a:ext cx="1085402" cy="1080000"/>
            <a:chOff x="8952921" y="1028910"/>
            <a:chExt cx="1085402" cy="1080000"/>
          </a:xfrm>
        </p:grpSpPr>
        <p:sp>
          <p:nvSpPr>
            <p:cNvPr id="285" name="Oval 2424">
              <a:extLst>
                <a:ext uri="{FF2B5EF4-FFF2-40B4-BE49-F238E27FC236}">
                  <a16:creationId xmlns:a16="http://schemas.microsoft.com/office/drawing/2014/main" id="{DBB2B62C-DC47-4708-81AD-F5D18CEB1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2921" y="1028910"/>
              <a:ext cx="1085402" cy="1080000"/>
            </a:xfrm>
            <a:prstGeom prst="ellipse">
              <a:avLst/>
            </a:prstGeom>
            <a:solidFill>
              <a:srgbClr val="249D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7C2554FF-FCB1-45A2-AC58-722149404A5E}"/>
                </a:ext>
              </a:extLst>
            </p:cNvPr>
            <p:cNvGrpSpPr/>
            <p:nvPr/>
          </p:nvGrpSpPr>
          <p:grpSpPr>
            <a:xfrm>
              <a:off x="9141922" y="1153108"/>
              <a:ext cx="658804" cy="890999"/>
              <a:chOff x="9141922" y="1153108"/>
              <a:chExt cx="658804" cy="890999"/>
            </a:xfrm>
          </p:grpSpPr>
          <p:sp>
            <p:nvSpPr>
              <p:cNvPr id="286" name="Freeform 2469">
                <a:extLst>
                  <a:ext uri="{FF2B5EF4-FFF2-40B4-BE49-F238E27FC236}">
                    <a16:creationId xmlns:a16="http://schemas.microsoft.com/office/drawing/2014/main" id="{F0BDC1F4-4721-4B23-A707-AB1A56E192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141922" y="1703909"/>
                <a:ext cx="345600" cy="340198"/>
              </a:xfrm>
              <a:custGeom>
                <a:avLst/>
                <a:gdLst>
                  <a:gd name="T0" fmla="*/ 0 w 59"/>
                  <a:gd name="T1" fmla="*/ 16 h 58"/>
                  <a:gd name="T2" fmla="*/ 43 w 59"/>
                  <a:gd name="T3" fmla="*/ 58 h 58"/>
                  <a:gd name="T4" fmla="*/ 59 w 59"/>
                  <a:gd name="T5" fmla="*/ 43 h 58"/>
                  <a:gd name="T6" fmla="*/ 16 w 59"/>
                  <a:gd name="T7" fmla="*/ 0 h 58"/>
                  <a:gd name="T8" fmla="*/ 0 w 59"/>
                  <a:gd name="T9" fmla="*/ 16 h 58"/>
                  <a:gd name="T10" fmla="*/ 39 w 59"/>
                  <a:gd name="T11" fmla="*/ 38 h 58"/>
                  <a:gd name="T12" fmla="*/ 46 w 59"/>
                  <a:gd name="T13" fmla="*/ 39 h 58"/>
                  <a:gd name="T14" fmla="*/ 46 w 59"/>
                  <a:gd name="T15" fmla="*/ 46 h 58"/>
                  <a:gd name="T16" fmla="*/ 38 w 59"/>
                  <a:gd name="T17" fmla="*/ 45 h 58"/>
                  <a:gd name="T18" fmla="*/ 39 w 59"/>
                  <a:gd name="T19" fmla="*/ 3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" h="58">
                    <a:moveTo>
                      <a:pt x="0" y="16"/>
                    </a:moveTo>
                    <a:cubicBezTo>
                      <a:pt x="43" y="58"/>
                      <a:pt x="43" y="58"/>
                      <a:pt x="43" y="58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0" y="16"/>
                    </a:lnTo>
                    <a:close/>
                    <a:moveTo>
                      <a:pt x="39" y="38"/>
                    </a:moveTo>
                    <a:cubicBezTo>
                      <a:pt x="42" y="37"/>
                      <a:pt x="45" y="37"/>
                      <a:pt x="46" y="39"/>
                    </a:cubicBezTo>
                    <a:cubicBezTo>
                      <a:pt x="48" y="41"/>
                      <a:pt x="48" y="45"/>
                      <a:pt x="46" y="46"/>
                    </a:cubicBezTo>
                    <a:cubicBezTo>
                      <a:pt x="43" y="48"/>
                      <a:pt x="40" y="48"/>
                      <a:pt x="38" y="45"/>
                    </a:cubicBezTo>
                    <a:cubicBezTo>
                      <a:pt x="37" y="43"/>
                      <a:pt x="37" y="40"/>
                      <a:pt x="39" y="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87" name="Freeform 2470">
                <a:extLst>
                  <a:ext uri="{FF2B5EF4-FFF2-40B4-BE49-F238E27FC236}">
                    <a16:creationId xmlns:a16="http://schemas.microsoft.com/office/drawing/2014/main" id="{50C64AE2-DC0E-404C-A956-B60AE75AC7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5325" y="1153108"/>
                <a:ext cx="275401" cy="280802"/>
              </a:xfrm>
              <a:custGeom>
                <a:avLst/>
                <a:gdLst>
                  <a:gd name="T0" fmla="*/ 24 w 47"/>
                  <a:gd name="T1" fmla="*/ 0 h 47"/>
                  <a:gd name="T2" fmla="*/ 0 w 47"/>
                  <a:gd name="T3" fmla="*/ 24 h 47"/>
                  <a:gd name="T4" fmla="*/ 2 w 47"/>
                  <a:gd name="T5" fmla="*/ 34 h 47"/>
                  <a:gd name="T6" fmla="*/ 8 w 47"/>
                  <a:gd name="T7" fmla="*/ 27 h 47"/>
                  <a:gd name="T8" fmla="*/ 8 w 47"/>
                  <a:gd name="T9" fmla="*/ 24 h 47"/>
                  <a:gd name="T10" fmla="*/ 24 w 47"/>
                  <a:gd name="T11" fmla="*/ 8 h 47"/>
                  <a:gd name="T12" fmla="*/ 40 w 47"/>
                  <a:gd name="T13" fmla="*/ 24 h 47"/>
                  <a:gd name="T14" fmla="*/ 25 w 47"/>
                  <a:gd name="T15" fmla="*/ 40 h 47"/>
                  <a:gd name="T16" fmla="*/ 22 w 47"/>
                  <a:gd name="T17" fmla="*/ 43 h 47"/>
                  <a:gd name="T18" fmla="*/ 19 w 47"/>
                  <a:gd name="T19" fmla="*/ 47 h 47"/>
                  <a:gd name="T20" fmla="*/ 24 w 47"/>
                  <a:gd name="T21" fmla="*/ 47 h 47"/>
                  <a:gd name="T22" fmla="*/ 47 w 47"/>
                  <a:gd name="T23" fmla="*/ 24 h 47"/>
                  <a:gd name="T24" fmla="*/ 24 w 47"/>
                  <a:gd name="T2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47">
                    <a:moveTo>
                      <a:pt x="24" y="0"/>
                    </a:moveTo>
                    <a:cubicBezTo>
                      <a:pt x="11" y="0"/>
                      <a:pt x="0" y="11"/>
                      <a:pt x="0" y="24"/>
                    </a:cubicBezTo>
                    <a:cubicBezTo>
                      <a:pt x="0" y="27"/>
                      <a:pt x="1" y="31"/>
                      <a:pt x="2" y="34"/>
                    </a:cubicBezTo>
                    <a:cubicBezTo>
                      <a:pt x="4" y="31"/>
                      <a:pt x="6" y="29"/>
                      <a:pt x="8" y="27"/>
                    </a:cubicBezTo>
                    <a:cubicBezTo>
                      <a:pt x="8" y="26"/>
                      <a:pt x="8" y="25"/>
                      <a:pt x="8" y="24"/>
                    </a:cubicBezTo>
                    <a:cubicBezTo>
                      <a:pt x="8" y="15"/>
                      <a:pt x="15" y="8"/>
                      <a:pt x="24" y="8"/>
                    </a:cubicBezTo>
                    <a:cubicBezTo>
                      <a:pt x="32" y="8"/>
                      <a:pt x="40" y="15"/>
                      <a:pt x="40" y="24"/>
                    </a:cubicBezTo>
                    <a:cubicBezTo>
                      <a:pt x="40" y="32"/>
                      <a:pt x="33" y="39"/>
                      <a:pt x="25" y="40"/>
                    </a:cubicBezTo>
                    <a:cubicBezTo>
                      <a:pt x="24" y="41"/>
                      <a:pt x="23" y="42"/>
                      <a:pt x="22" y="43"/>
                    </a:cubicBezTo>
                    <a:cubicBezTo>
                      <a:pt x="21" y="44"/>
                      <a:pt x="20" y="46"/>
                      <a:pt x="19" y="47"/>
                    </a:cubicBezTo>
                    <a:cubicBezTo>
                      <a:pt x="21" y="47"/>
                      <a:pt x="22" y="47"/>
                      <a:pt x="24" y="47"/>
                    </a:cubicBezTo>
                    <a:cubicBezTo>
                      <a:pt x="37" y="47"/>
                      <a:pt x="47" y="37"/>
                      <a:pt x="47" y="24"/>
                    </a:cubicBezTo>
                    <a:cubicBezTo>
                      <a:pt x="47" y="11"/>
                      <a:pt x="37" y="0"/>
                      <a:pt x="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88" name="Freeform 2471">
                <a:extLst>
                  <a:ext uri="{FF2B5EF4-FFF2-40B4-BE49-F238E27FC236}">
                    <a16:creationId xmlns:a16="http://schemas.microsoft.com/office/drawing/2014/main" id="{F260255E-6CEB-410A-8BE4-69520385E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76923" y="1244910"/>
                <a:ext cx="507601" cy="653402"/>
              </a:xfrm>
              <a:custGeom>
                <a:avLst/>
                <a:gdLst>
                  <a:gd name="T0" fmla="*/ 70 w 86"/>
                  <a:gd name="T1" fmla="*/ 68 h 111"/>
                  <a:gd name="T2" fmla="*/ 68 w 86"/>
                  <a:gd name="T3" fmla="*/ 54 h 111"/>
                  <a:gd name="T4" fmla="*/ 62 w 86"/>
                  <a:gd name="T5" fmla="*/ 55 h 111"/>
                  <a:gd name="T6" fmla="*/ 59 w 86"/>
                  <a:gd name="T7" fmla="*/ 41 h 111"/>
                  <a:gd name="T8" fmla="*/ 50 w 86"/>
                  <a:gd name="T9" fmla="*/ 44 h 111"/>
                  <a:gd name="T10" fmla="*/ 58 w 86"/>
                  <a:gd name="T11" fmla="*/ 31 h 111"/>
                  <a:gd name="T12" fmla="*/ 63 w 86"/>
                  <a:gd name="T13" fmla="*/ 24 h 111"/>
                  <a:gd name="T14" fmla="*/ 73 w 86"/>
                  <a:gd name="T15" fmla="*/ 1 h 111"/>
                  <a:gd name="T16" fmla="*/ 72 w 86"/>
                  <a:gd name="T17" fmla="*/ 0 h 111"/>
                  <a:gd name="T18" fmla="*/ 52 w 86"/>
                  <a:gd name="T19" fmla="*/ 16 h 111"/>
                  <a:gd name="T20" fmla="*/ 46 w 86"/>
                  <a:gd name="T21" fmla="*/ 22 h 111"/>
                  <a:gd name="T22" fmla="*/ 26 w 86"/>
                  <a:gd name="T23" fmla="*/ 46 h 111"/>
                  <a:gd name="T24" fmla="*/ 20 w 86"/>
                  <a:gd name="T25" fmla="*/ 31 h 111"/>
                  <a:gd name="T26" fmla="*/ 16 w 86"/>
                  <a:gd name="T27" fmla="*/ 29 h 111"/>
                  <a:gd name="T28" fmla="*/ 11 w 86"/>
                  <a:gd name="T29" fmla="*/ 36 h 111"/>
                  <a:gd name="T30" fmla="*/ 0 w 86"/>
                  <a:gd name="T31" fmla="*/ 78 h 111"/>
                  <a:gd name="T32" fmla="*/ 34 w 86"/>
                  <a:gd name="T33" fmla="*/ 111 h 111"/>
                  <a:gd name="T34" fmla="*/ 75 w 86"/>
                  <a:gd name="T35" fmla="*/ 82 h 111"/>
                  <a:gd name="T36" fmla="*/ 70 w 86"/>
                  <a:gd name="T37" fmla="*/ 68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6" h="111">
                    <a:moveTo>
                      <a:pt x="70" y="68"/>
                    </a:moveTo>
                    <a:cubicBezTo>
                      <a:pt x="70" y="68"/>
                      <a:pt x="79" y="54"/>
                      <a:pt x="68" y="54"/>
                    </a:cubicBezTo>
                    <a:cubicBezTo>
                      <a:pt x="67" y="54"/>
                      <a:pt x="64" y="54"/>
                      <a:pt x="62" y="55"/>
                    </a:cubicBezTo>
                    <a:cubicBezTo>
                      <a:pt x="62" y="55"/>
                      <a:pt x="68" y="41"/>
                      <a:pt x="59" y="41"/>
                    </a:cubicBezTo>
                    <a:cubicBezTo>
                      <a:pt x="57" y="41"/>
                      <a:pt x="54" y="42"/>
                      <a:pt x="50" y="44"/>
                    </a:cubicBezTo>
                    <a:cubicBezTo>
                      <a:pt x="51" y="40"/>
                      <a:pt x="54" y="36"/>
                      <a:pt x="58" y="31"/>
                    </a:cubicBezTo>
                    <a:cubicBezTo>
                      <a:pt x="59" y="29"/>
                      <a:pt x="61" y="27"/>
                      <a:pt x="63" y="24"/>
                    </a:cubicBezTo>
                    <a:cubicBezTo>
                      <a:pt x="70" y="15"/>
                      <a:pt x="77" y="6"/>
                      <a:pt x="73" y="1"/>
                    </a:cubicBezTo>
                    <a:cubicBezTo>
                      <a:pt x="73" y="1"/>
                      <a:pt x="72" y="0"/>
                      <a:pt x="72" y="0"/>
                    </a:cubicBezTo>
                    <a:cubicBezTo>
                      <a:pt x="68" y="0"/>
                      <a:pt x="60" y="8"/>
                      <a:pt x="52" y="16"/>
                    </a:cubicBezTo>
                    <a:cubicBezTo>
                      <a:pt x="50" y="18"/>
                      <a:pt x="48" y="20"/>
                      <a:pt x="46" y="22"/>
                    </a:cubicBezTo>
                    <a:cubicBezTo>
                      <a:pt x="35" y="34"/>
                      <a:pt x="26" y="46"/>
                      <a:pt x="26" y="46"/>
                    </a:cubicBezTo>
                    <a:cubicBezTo>
                      <a:pt x="26" y="46"/>
                      <a:pt x="26" y="35"/>
                      <a:pt x="20" y="31"/>
                    </a:cubicBezTo>
                    <a:cubicBezTo>
                      <a:pt x="18" y="29"/>
                      <a:pt x="17" y="29"/>
                      <a:pt x="16" y="29"/>
                    </a:cubicBezTo>
                    <a:cubicBezTo>
                      <a:pt x="13" y="29"/>
                      <a:pt x="12" y="32"/>
                      <a:pt x="11" y="36"/>
                    </a:cubicBezTo>
                    <a:cubicBezTo>
                      <a:pt x="10" y="41"/>
                      <a:pt x="13" y="54"/>
                      <a:pt x="0" y="78"/>
                    </a:cubicBezTo>
                    <a:cubicBezTo>
                      <a:pt x="34" y="111"/>
                      <a:pt x="34" y="111"/>
                      <a:pt x="34" y="111"/>
                    </a:cubicBezTo>
                    <a:cubicBezTo>
                      <a:pt x="49" y="104"/>
                      <a:pt x="72" y="86"/>
                      <a:pt x="75" y="82"/>
                    </a:cubicBezTo>
                    <a:cubicBezTo>
                      <a:pt x="86" y="69"/>
                      <a:pt x="70" y="68"/>
                      <a:pt x="70" y="6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C7A0795-1536-41DC-8C21-78A32315D80F}"/>
              </a:ext>
            </a:extLst>
          </p:cNvPr>
          <p:cNvGrpSpPr/>
          <p:nvPr/>
        </p:nvGrpSpPr>
        <p:grpSpPr>
          <a:xfrm>
            <a:off x="5570838" y="2507334"/>
            <a:ext cx="1069250" cy="1080000"/>
            <a:chOff x="5570838" y="2507334"/>
            <a:chExt cx="1069250" cy="1080000"/>
          </a:xfrm>
        </p:grpSpPr>
        <p:sp>
          <p:nvSpPr>
            <p:cNvPr id="113" name="Oval 262">
              <a:extLst>
                <a:ext uri="{FF2B5EF4-FFF2-40B4-BE49-F238E27FC236}">
                  <a16:creationId xmlns:a16="http://schemas.microsoft.com/office/drawing/2014/main" id="{9DFE4FCF-43F2-412E-93D0-577542D39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838" y="2507334"/>
              <a:ext cx="1069250" cy="1080000"/>
            </a:xfrm>
            <a:prstGeom prst="ellipse">
              <a:avLst/>
            </a:prstGeom>
            <a:solidFill>
              <a:srgbClr val="3380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58A4D3DB-7E34-40B9-9982-0E06E78C3F0F}"/>
                </a:ext>
              </a:extLst>
            </p:cNvPr>
            <p:cNvGrpSpPr/>
            <p:nvPr/>
          </p:nvGrpSpPr>
          <p:grpSpPr>
            <a:xfrm>
              <a:off x="5715913" y="2765244"/>
              <a:ext cx="784475" cy="558805"/>
              <a:chOff x="5715913" y="2765244"/>
              <a:chExt cx="784475" cy="558805"/>
            </a:xfrm>
          </p:grpSpPr>
          <p:sp>
            <p:nvSpPr>
              <p:cNvPr id="114" name="Freeform 360">
                <a:extLst>
                  <a:ext uri="{FF2B5EF4-FFF2-40B4-BE49-F238E27FC236}">
                    <a16:creationId xmlns:a16="http://schemas.microsoft.com/office/drawing/2014/main" id="{2B52AD28-402B-4231-973A-A7A9B58997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15913" y="2765244"/>
                <a:ext cx="784475" cy="558805"/>
              </a:xfrm>
              <a:custGeom>
                <a:avLst/>
                <a:gdLst>
                  <a:gd name="T0" fmla="*/ 119 w 134"/>
                  <a:gd name="T1" fmla="*/ 0 h 95"/>
                  <a:gd name="T2" fmla="*/ 15 w 134"/>
                  <a:gd name="T3" fmla="*/ 0 h 95"/>
                  <a:gd name="T4" fmla="*/ 0 w 134"/>
                  <a:gd name="T5" fmla="*/ 15 h 95"/>
                  <a:gd name="T6" fmla="*/ 0 w 134"/>
                  <a:gd name="T7" fmla="*/ 80 h 95"/>
                  <a:gd name="T8" fmla="*/ 15 w 134"/>
                  <a:gd name="T9" fmla="*/ 95 h 95"/>
                  <a:gd name="T10" fmla="*/ 119 w 134"/>
                  <a:gd name="T11" fmla="*/ 95 h 95"/>
                  <a:gd name="T12" fmla="*/ 134 w 134"/>
                  <a:gd name="T13" fmla="*/ 80 h 95"/>
                  <a:gd name="T14" fmla="*/ 134 w 134"/>
                  <a:gd name="T15" fmla="*/ 15 h 95"/>
                  <a:gd name="T16" fmla="*/ 119 w 134"/>
                  <a:gd name="T17" fmla="*/ 0 h 95"/>
                  <a:gd name="T18" fmla="*/ 67 w 134"/>
                  <a:gd name="T19" fmla="*/ 77 h 95"/>
                  <a:gd name="T20" fmla="*/ 37 w 134"/>
                  <a:gd name="T21" fmla="*/ 48 h 95"/>
                  <a:gd name="T22" fmla="*/ 67 w 134"/>
                  <a:gd name="T23" fmla="*/ 18 h 95"/>
                  <a:gd name="T24" fmla="*/ 97 w 134"/>
                  <a:gd name="T25" fmla="*/ 48 h 95"/>
                  <a:gd name="T26" fmla="*/ 67 w 134"/>
                  <a:gd name="T27" fmla="*/ 77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4" h="95">
                    <a:moveTo>
                      <a:pt x="119" y="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7"/>
                      <a:pt x="0" y="15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8"/>
                      <a:pt x="7" y="95"/>
                      <a:pt x="15" y="95"/>
                    </a:cubicBezTo>
                    <a:cubicBezTo>
                      <a:pt x="119" y="95"/>
                      <a:pt x="119" y="95"/>
                      <a:pt x="119" y="95"/>
                    </a:cubicBezTo>
                    <a:cubicBezTo>
                      <a:pt x="127" y="95"/>
                      <a:pt x="134" y="88"/>
                      <a:pt x="134" y="80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4" y="7"/>
                      <a:pt x="127" y="0"/>
                      <a:pt x="119" y="0"/>
                    </a:cubicBezTo>
                    <a:close/>
                    <a:moveTo>
                      <a:pt x="67" y="77"/>
                    </a:moveTo>
                    <a:cubicBezTo>
                      <a:pt x="51" y="77"/>
                      <a:pt x="37" y="64"/>
                      <a:pt x="37" y="48"/>
                    </a:cubicBezTo>
                    <a:cubicBezTo>
                      <a:pt x="37" y="31"/>
                      <a:pt x="51" y="18"/>
                      <a:pt x="67" y="18"/>
                    </a:cubicBezTo>
                    <a:cubicBezTo>
                      <a:pt x="84" y="18"/>
                      <a:pt x="97" y="31"/>
                      <a:pt x="97" y="48"/>
                    </a:cubicBezTo>
                    <a:cubicBezTo>
                      <a:pt x="97" y="64"/>
                      <a:pt x="84" y="77"/>
                      <a:pt x="67" y="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15" name="Freeform 361">
                <a:extLst>
                  <a:ext uri="{FF2B5EF4-FFF2-40B4-BE49-F238E27FC236}">
                    <a16:creationId xmlns:a16="http://schemas.microsoft.com/office/drawing/2014/main" id="{0FACEADD-B962-4D35-AB41-E032CE16A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4568" y="2921069"/>
                <a:ext cx="252535" cy="252535"/>
              </a:xfrm>
              <a:custGeom>
                <a:avLst/>
                <a:gdLst>
                  <a:gd name="T0" fmla="*/ 30 w 47"/>
                  <a:gd name="T1" fmla="*/ 0 h 47"/>
                  <a:gd name="T2" fmla="*/ 17 w 47"/>
                  <a:gd name="T3" fmla="*/ 0 h 47"/>
                  <a:gd name="T4" fmla="*/ 17 w 47"/>
                  <a:gd name="T5" fmla="*/ 17 h 47"/>
                  <a:gd name="T6" fmla="*/ 0 w 47"/>
                  <a:gd name="T7" fmla="*/ 17 h 47"/>
                  <a:gd name="T8" fmla="*/ 0 w 47"/>
                  <a:gd name="T9" fmla="*/ 30 h 47"/>
                  <a:gd name="T10" fmla="*/ 17 w 47"/>
                  <a:gd name="T11" fmla="*/ 30 h 47"/>
                  <a:gd name="T12" fmla="*/ 17 w 47"/>
                  <a:gd name="T13" fmla="*/ 47 h 47"/>
                  <a:gd name="T14" fmla="*/ 30 w 47"/>
                  <a:gd name="T15" fmla="*/ 47 h 47"/>
                  <a:gd name="T16" fmla="*/ 30 w 47"/>
                  <a:gd name="T17" fmla="*/ 30 h 47"/>
                  <a:gd name="T18" fmla="*/ 47 w 47"/>
                  <a:gd name="T19" fmla="*/ 30 h 47"/>
                  <a:gd name="T20" fmla="*/ 47 w 47"/>
                  <a:gd name="T21" fmla="*/ 17 h 47"/>
                  <a:gd name="T22" fmla="*/ 30 w 47"/>
                  <a:gd name="T23" fmla="*/ 17 h 47"/>
                  <a:gd name="T24" fmla="*/ 30 w 47"/>
                  <a:gd name="T2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47">
                    <a:moveTo>
                      <a:pt x="30" y="0"/>
                    </a:moveTo>
                    <a:lnTo>
                      <a:pt x="17" y="0"/>
                    </a:lnTo>
                    <a:lnTo>
                      <a:pt x="17" y="17"/>
                    </a:lnTo>
                    <a:lnTo>
                      <a:pt x="0" y="17"/>
                    </a:lnTo>
                    <a:lnTo>
                      <a:pt x="0" y="30"/>
                    </a:lnTo>
                    <a:lnTo>
                      <a:pt x="17" y="30"/>
                    </a:lnTo>
                    <a:lnTo>
                      <a:pt x="17" y="47"/>
                    </a:lnTo>
                    <a:lnTo>
                      <a:pt x="30" y="47"/>
                    </a:lnTo>
                    <a:lnTo>
                      <a:pt x="30" y="30"/>
                    </a:lnTo>
                    <a:lnTo>
                      <a:pt x="47" y="30"/>
                    </a:lnTo>
                    <a:lnTo>
                      <a:pt x="47" y="17"/>
                    </a:lnTo>
                    <a:lnTo>
                      <a:pt x="30" y="17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6C2A564-531E-4F34-A9EA-99F5FB9C19FE}"/>
              </a:ext>
            </a:extLst>
          </p:cNvPr>
          <p:cNvGrpSpPr/>
          <p:nvPr/>
        </p:nvGrpSpPr>
        <p:grpSpPr>
          <a:xfrm>
            <a:off x="8958323" y="2507334"/>
            <a:ext cx="1074598" cy="1080000"/>
            <a:chOff x="8958323" y="2507334"/>
            <a:chExt cx="1074598" cy="1080000"/>
          </a:xfrm>
        </p:grpSpPr>
        <p:sp>
          <p:nvSpPr>
            <p:cNvPr id="130" name="Oval 2503">
              <a:extLst>
                <a:ext uri="{FF2B5EF4-FFF2-40B4-BE49-F238E27FC236}">
                  <a16:creationId xmlns:a16="http://schemas.microsoft.com/office/drawing/2014/main" id="{82BD5003-7AFC-4C0A-955C-6E323C436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8323" y="2507334"/>
              <a:ext cx="1074598" cy="1080000"/>
            </a:xfrm>
            <a:prstGeom prst="ellipse">
              <a:avLst/>
            </a:prstGeom>
            <a:solidFill>
              <a:srgbClr val="D4C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ED0DDDB-5DA9-4B6D-A699-EA779CCFE717}"/>
                </a:ext>
              </a:extLst>
            </p:cNvPr>
            <p:cNvGrpSpPr/>
            <p:nvPr/>
          </p:nvGrpSpPr>
          <p:grpSpPr>
            <a:xfrm>
              <a:off x="9093320" y="2669335"/>
              <a:ext cx="837005" cy="793800"/>
              <a:chOff x="9093320" y="2669335"/>
              <a:chExt cx="837005" cy="793800"/>
            </a:xfrm>
          </p:grpSpPr>
          <p:sp>
            <p:nvSpPr>
              <p:cNvPr id="131" name="Freeform 2537">
                <a:extLst>
                  <a:ext uri="{FF2B5EF4-FFF2-40B4-BE49-F238E27FC236}">
                    <a16:creationId xmlns:a16="http://schemas.microsoft.com/office/drawing/2014/main" id="{47843E47-A84C-46FD-B7EE-2E34DAB190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6923" y="2831336"/>
                <a:ext cx="653402" cy="631799"/>
              </a:xfrm>
              <a:custGeom>
                <a:avLst/>
                <a:gdLst>
                  <a:gd name="T0" fmla="*/ 93 w 111"/>
                  <a:gd name="T1" fmla="*/ 7 h 107"/>
                  <a:gd name="T2" fmla="*/ 62 w 111"/>
                  <a:gd name="T3" fmla="*/ 8 h 107"/>
                  <a:gd name="T4" fmla="*/ 10 w 111"/>
                  <a:gd name="T5" fmla="*/ 60 h 107"/>
                  <a:gd name="T6" fmla="*/ 15 w 111"/>
                  <a:gd name="T7" fmla="*/ 97 h 107"/>
                  <a:gd name="T8" fmla="*/ 50 w 111"/>
                  <a:gd name="T9" fmla="*/ 98 h 107"/>
                  <a:gd name="T10" fmla="*/ 74 w 111"/>
                  <a:gd name="T11" fmla="*/ 74 h 107"/>
                  <a:gd name="T12" fmla="*/ 74 w 111"/>
                  <a:gd name="T13" fmla="*/ 74 h 107"/>
                  <a:gd name="T14" fmla="*/ 93 w 111"/>
                  <a:gd name="T15" fmla="*/ 55 h 107"/>
                  <a:gd name="T16" fmla="*/ 102 w 111"/>
                  <a:gd name="T17" fmla="*/ 45 h 107"/>
                  <a:gd name="T18" fmla="*/ 93 w 111"/>
                  <a:gd name="T19" fmla="*/ 7 h 107"/>
                  <a:gd name="T20" fmla="*/ 94 w 111"/>
                  <a:gd name="T21" fmla="*/ 45 h 107"/>
                  <a:gd name="T22" fmla="*/ 73 w 111"/>
                  <a:gd name="T23" fmla="*/ 67 h 107"/>
                  <a:gd name="T24" fmla="*/ 42 w 111"/>
                  <a:gd name="T25" fmla="*/ 36 h 107"/>
                  <a:gd name="T26" fmla="*/ 66 w 111"/>
                  <a:gd name="T27" fmla="*/ 12 h 107"/>
                  <a:gd name="T28" fmla="*/ 75 w 111"/>
                  <a:gd name="T29" fmla="*/ 8 h 107"/>
                  <a:gd name="T30" fmla="*/ 99 w 111"/>
                  <a:gd name="T31" fmla="*/ 23 h 107"/>
                  <a:gd name="T32" fmla="*/ 94 w 111"/>
                  <a:gd name="T33" fmla="*/ 4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11" h="107">
                    <a:moveTo>
                      <a:pt x="93" y="7"/>
                    </a:moveTo>
                    <a:cubicBezTo>
                      <a:pt x="83" y="1"/>
                      <a:pt x="70" y="0"/>
                      <a:pt x="62" y="8"/>
                    </a:cubicBezTo>
                    <a:cubicBezTo>
                      <a:pt x="45" y="25"/>
                      <a:pt x="27" y="42"/>
                      <a:pt x="10" y="60"/>
                    </a:cubicBezTo>
                    <a:cubicBezTo>
                      <a:pt x="0" y="71"/>
                      <a:pt x="2" y="86"/>
                      <a:pt x="15" y="97"/>
                    </a:cubicBezTo>
                    <a:cubicBezTo>
                      <a:pt x="25" y="107"/>
                      <a:pt x="40" y="107"/>
                      <a:pt x="50" y="98"/>
                    </a:cubicBezTo>
                    <a:cubicBezTo>
                      <a:pt x="58" y="90"/>
                      <a:pt x="66" y="82"/>
                      <a:pt x="74" y="74"/>
                    </a:cubicBezTo>
                    <a:cubicBezTo>
                      <a:pt x="74" y="74"/>
                      <a:pt x="74" y="74"/>
                      <a:pt x="74" y="74"/>
                    </a:cubicBezTo>
                    <a:cubicBezTo>
                      <a:pt x="81" y="68"/>
                      <a:pt x="87" y="61"/>
                      <a:pt x="93" y="55"/>
                    </a:cubicBezTo>
                    <a:cubicBezTo>
                      <a:pt x="96" y="52"/>
                      <a:pt x="100" y="49"/>
                      <a:pt x="102" y="45"/>
                    </a:cubicBezTo>
                    <a:cubicBezTo>
                      <a:pt x="111" y="32"/>
                      <a:pt x="107" y="17"/>
                      <a:pt x="93" y="7"/>
                    </a:cubicBezTo>
                    <a:close/>
                    <a:moveTo>
                      <a:pt x="94" y="45"/>
                    </a:moveTo>
                    <a:cubicBezTo>
                      <a:pt x="87" y="52"/>
                      <a:pt x="80" y="59"/>
                      <a:pt x="73" y="67"/>
                    </a:cubicBezTo>
                    <a:cubicBezTo>
                      <a:pt x="63" y="56"/>
                      <a:pt x="53" y="46"/>
                      <a:pt x="42" y="36"/>
                    </a:cubicBezTo>
                    <a:cubicBezTo>
                      <a:pt x="51" y="28"/>
                      <a:pt x="58" y="20"/>
                      <a:pt x="66" y="12"/>
                    </a:cubicBezTo>
                    <a:cubicBezTo>
                      <a:pt x="69" y="10"/>
                      <a:pt x="72" y="9"/>
                      <a:pt x="75" y="8"/>
                    </a:cubicBezTo>
                    <a:cubicBezTo>
                      <a:pt x="84" y="7"/>
                      <a:pt x="94" y="13"/>
                      <a:pt x="99" y="23"/>
                    </a:cubicBezTo>
                    <a:cubicBezTo>
                      <a:pt x="103" y="31"/>
                      <a:pt x="101" y="39"/>
                      <a:pt x="94" y="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2" name="Freeform 2538">
                <a:extLst>
                  <a:ext uri="{FF2B5EF4-FFF2-40B4-BE49-F238E27FC236}">
                    <a16:creationId xmlns:a16="http://schemas.microsoft.com/office/drawing/2014/main" id="{8FBDEB9C-21D7-4325-8F05-9AEB8D20B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22920" y="2820533"/>
                <a:ext cx="183599" cy="291601"/>
              </a:xfrm>
              <a:custGeom>
                <a:avLst/>
                <a:gdLst>
                  <a:gd name="T0" fmla="*/ 19 w 31"/>
                  <a:gd name="T1" fmla="*/ 6 h 50"/>
                  <a:gd name="T2" fmla="*/ 0 w 31"/>
                  <a:gd name="T3" fmla="*/ 3 h 50"/>
                  <a:gd name="T4" fmla="*/ 15 w 31"/>
                  <a:gd name="T5" fmla="*/ 50 h 50"/>
                  <a:gd name="T6" fmla="*/ 30 w 31"/>
                  <a:gd name="T7" fmla="*/ 30 h 50"/>
                  <a:gd name="T8" fmla="*/ 19 w 31"/>
                  <a:gd name="T9" fmla="*/ 6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50">
                    <a:moveTo>
                      <a:pt x="19" y="6"/>
                    </a:moveTo>
                    <a:cubicBezTo>
                      <a:pt x="13" y="2"/>
                      <a:pt x="7" y="0"/>
                      <a:pt x="0" y="3"/>
                    </a:cubicBezTo>
                    <a:cubicBezTo>
                      <a:pt x="5" y="19"/>
                      <a:pt x="10" y="34"/>
                      <a:pt x="15" y="50"/>
                    </a:cubicBezTo>
                    <a:cubicBezTo>
                      <a:pt x="23" y="46"/>
                      <a:pt x="29" y="40"/>
                      <a:pt x="30" y="30"/>
                    </a:cubicBezTo>
                    <a:cubicBezTo>
                      <a:pt x="31" y="20"/>
                      <a:pt x="28" y="12"/>
                      <a:pt x="19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3" name="Freeform 2539">
                <a:extLst>
                  <a:ext uri="{FF2B5EF4-FFF2-40B4-BE49-F238E27FC236}">
                    <a16:creationId xmlns:a16="http://schemas.microsoft.com/office/drawing/2014/main" id="{5DDBF66C-E098-4902-A380-41AD72FF0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93320" y="2842135"/>
                <a:ext cx="189001" cy="296998"/>
              </a:xfrm>
              <a:custGeom>
                <a:avLst/>
                <a:gdLst>
                  <a:gd name="T0" fmla="*/ 3 w 32"/>
                  <a:gd name="T1" fmla="*/ 17 h 50"/>
                  <a:gd name="T2" fmla="*/ 13 w 32"/>
                  <a:gd name="T3" fmla="*/ 44 h 50"/>
                  <a:gd name="T4" fmla="*/ 32 w 32"/>
                  <a:gd name="T5" fmla="*/ 47 h 50"/>
                  <a:gd name="T6" fmla="*/ 18 w 32"/>
                  <a:gd name="T7" fmla="*/ 0 h 50"/>
                  <a:gd name="T8" fmla="*/ 3 w 32"/>
                  <a:gd name="T9" fmla="*/ 1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50">
                    <a:moveTo>
                      <a:pt x="3" y="17"/>
                    </a:moveTo>
                    <a:cubicBezTo>
                      <a:pt x="0" y="28"/>
                      <a:pt x="4" y="38"/>
                      <a:pt x="13" y="44"/>
                    </a:cubicBezTo>
                    <a:cubicBezTo>
                      <a:pt x="19" y="48"/>
                      <a:pt x="25" y="50"/>
                      <a:pt x="32" y="47"/>
                    </a:cubicBezTo>
                    <a:cubicBezTo>
                      <a:pt x="28" y="31"/>
                      <a:pt x="23" y="16"/>
                      <a:pt x="18" y="0"/>
                    </a:cubicBezTo>
                    <a:cubicBezTo>
                      <a:pt x="9" y="3"/>
                      <a:pt x="4" y="9"/>
                      <a:pt x="3" y="1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4" name="Freeform 2540">
                <a:extLst>
                  <a:ext uri="{FF2B5EF4-FFF2-40B4-BE49-F238E27FC236}">
                    <a16:creationId xmlns:a16="http://schemas.microsoft.com/office/drawing/2014/main" id="{B43717B5-8690-4532-8FBA-0548637899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65924" y="2669335"/>
                <a:ext cx="194402" cy="102601"/>
              </a:xfrm>
              <a:custGeom>
                <a:avLst/>
                <a:gdLst>
                  <a:gd name="T0" fmla="*/ 21 w 33"/>
                  <a:gd name="T1" fmla="*/ 1 h 18"/>
                  <a:gd name="T2" fmla="*/ 5 w 33"/>
                  <a:gd name="T3" fmla="*/ 6 h 18"/>
                  <a:gd name="T4" fmla="*/ 2 w 33"/>
                  <a:gd name="T5" fmla="*/ 18 h 18"/>
                  <a:gd name="T6" fmla="*/ 33 w 33"/>
                  <a:gd name="T7" fmla="*/ 12 h 18"/>
                  <a:gd name="T8" fmla="*/ 21 w 33"/>
                  <a:gd name="T9" fmla="*/ 1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8">
                    <a:moveTo>
                      <a:pt x="21" y="1"/>
                    </a:moveTo>
                    <a:cubicBezTo>
                      <a:pt x="15" y="0"/>
                      <a:pt x="9" y="1"/>
                      <a:pt x="5" y="6"/>
                    </a:cubicBezTo>
                    <a:cubicBezTo>
                      <a:pt x="2" y="10"/>
                      <a:pt x="0" y="14"/>
                      <a:pt x="2" y="18"/>
                    </a:cubicBezTo>
                    <a:cubicBezTo>
                      <a:pt x="12" y="16"/>
                      <a:pt x="22" y="14"/>
                      <a:pt x="33" y="12"/>
                    </a:cubicBezTo>
                    <a:cubicBezTo>
                      <a:pt x="31" y="7"/>
                      <a:pt x="27" y="3"/>
                      <a:pt x="2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135" name="Freeform 2541">
                <a:extLst>
                  <a:ext uri="{FF2B5EF4-FFF2-40B4-BE49-F238E27FC236}">
                    <a16:creationId xmlns:a16="http://schemas.microsoft.com/office/drawing/2014/main" id="{733D1945-D9FA-497B-90FE-F1C10BF4AC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76723" y="2761137"/>
                <a:ext cx="189001" cy="113399"/>
              </a:xfrm>
              <a:custGeom>
                <a:avLst/>
                <a:gdLst>
                  <a:gd name="T0" fmla="*/ 0 w 32"/>
                  <a:gd name="T1" fmla="*/ 5 h 19"/>
                  <a:gd name="T2" fmla="*/ 10 w 32"/>
                  <a:gd name="T3" fmla="*/ 16 h 19"/>
                  <a:gd name="T4" fmla="*/ 27 w 32"/>
                  <a:gd name="T5" fmla="*/ 11 h 19"/>
                  <a:gd name="T6" fmla="*/ 31 w 32"/>
                  <a:gd name="T7" fmla="*/ 0 h 19"/>
                  <a:gd name="T8" fmla="*/ 0 w 32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9">
                    <a:moveTo>
                      <a:pt x="0" y="5"/>
                    </a:moveTo>
                    <a:cubicBezTo>
                      <a:pt x="1" y="11"/>
                      <a:pt x="5" y="14"/>
                      <a:pt x="10" y="16"/>
                    </a:cubicBezTo>
                    <a:cubicBezTo>
                      <a:pt x="17" y="19"/>
                      <a:pt x="23" y="17"/>
                      <a:pt x="27" y="11"/>
                    </a:cubicBezTo>
                    <a:cubicBezTo>
                      <a:pt x="30" y="8"/>
                      <a:pt x="32" y="4"/>
                      <a:pt x="31" y="0"/>
                    </a:cubicBezTo>
                    <a:cubicBezTo>
                      <a:pt x="20" y="2"/>
                      <a:pt x="10" y="3"/>
                      <a:pt x="0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sp>
        <p:nvSpPr>
          <p:cNvPr id="137" name="Oval 1440">
            <a:extLst>
              <a:ext uri="{FF2B5EF4-FFF2-40B4-BE49-F238E27FC236}">
                <a16:creationId xmlns:a16="http://schemas.microsoft.com/office/drawing/2014/main" id="{689EEA78-6C44-4CDB-BC57-381BD76A5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992" y="2507334"/>
            <a:ext cx="1080000" cy="1080000"/>
          </a:xfrm>
          <a:prstGeom prst="ellipse">
            <a:avLst/>
          </a:prstGeom>
          <a:solidFill>
            <a:srgbClr val="D4CD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Segoe UI Light"/>
              <a:ea typeface="微软雅黑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4D4C9C0-1784-4DAD-A605-C2E805EA4B51}"/>
              </a:ext>
            </a:extLst>
          </p:cNvPr>
          <p:cNvGrpSpPr/>
          <p:nvPr/>
        </p:nvGrpSpPr>
        <p:grpSpPr>
          <a:xfrm>
            <a:off x="4036390" y="2680134"/>
            <a:ext cx="755998" cy="739797"/>
            <a:chOff x="4036390" y="2680134"/>
            <a:chExt cx="755998" cy="739797"/>
          </a:xfrm>
        </p:grpSpPr>
        <p:sp>
          <p:nvSpPr>
            <p:cNvPr id="138" name="Freeform 1456">
              <a:extLst>
                <a:ext uri="{FF2B5EF4-FFF2-40B4-BE49-F238E27FC236}">
                  <a16:creationId xmlns:a16="http://schemas.microsoft.com/office/drawing/2014/main" id="{E071B506-944C-49F4-93A1-A26894191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989" y="2685536"/>
              <a:ext cx="32401" cy="26999"/>
            </a:xfrm>
            <a:custGeom>
              <a:avLst/>
              <a:gdLst>
                <a:gd name="T0" fmla="*/ 1 w 6"/>
                <a:gd name="T1" fmla="*/ 1 h 4"/>
                <a:gd name="T2" fmla="*/ 1 w 6"/>
                <a:gd name="T3" fmla="*/ 1 h 4"/>
                <a:gd name="T4" fmla="*/ 1 w 6"/>
                <a:gd name="T5" fmla="*/ 2 h 4"/>
                <a:gd name="T6" fmla="*/ 2 w 6"/>
                <a:gd name="T7" fmla="*/ 3 h 4"/>
                <a:gd name="T8" fmla="*/ 2 w 6"/>
                <a:gd name="T9" fmla="*/ 3 h 4"/>
                <a:gd name="T10" fmla="*/ 3 w 6"/>
                <a:gd name="T11" fmla="*/ 4 h 4"/>
                <a:gd name="T12" fmla="*/ 3 w 6"/>
                <a:gd name="T13" fmla="*/ 4 h 4"/>
                <a:gd name="T14" fmla="*/ 3 w 6"/>
                <a:gd name="T15" fmla="*/ 4 h 4"/>
                <a:gd name="T16" fmla="*/ 4 w 6"/>
                <a:gd name="T17" fmla="*/ 4 h 4"/>
                <a:gd name="T18" fmla="*/ 5 w 6"/>
                <a:gd name="T19" fmla="*/ 4 h 4"/>
                <a:gd name="T20" fmla="*/ 6 w 6"/>
                <a:gd name="T21" fmla="*/ 3 h 4"/>
                <a:gd name="T22" fmla="*/ 6 w 6"/>
                <a:gd name="T23" fmla="*/ 3 h 4"/>
                <a:gd name="T24" fmla="*/ 0 w 6"/>
                <a:gd name="T25" fmla="*/ 0 h 4"/>
                <a:gd name="T26" fmla="*/ 1 w 6"/>
                <a:gd name="T2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" h="4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4" y="4"/>
                    <a:pt x="4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4" y="1"/>
                    <a:pt x="2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39" name="Freeform 1457">
              <a:extLst>
                <a:ext uri="{FF2B5EF4-FFF2-40B4-BE49-F238E27FC236}">
                  <a16:creationId xmlns:a16="http://schemas.microsoft.com/office/drawing/2014/main" id="{24BD1A93-21B3-4671-9CB7-3A24E8E8D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789" y="2858336"/>
              <a:ext cx="97199" cy="59401"/>
            </a:xfrm>
            <a:custGeom>
              <a:avLst/>
              <a:gdLst>
                <a:gd name="T0" fmla="*/ 0 w 16"/>
                <a:gd name="T1" fmla="*/ 10 h 10"/>
                <a:gd name="T2" fmla="*/ 14 w 16"/>
                <a:gd name="T3" fmla="*/ 10 h 10"/>
                <a:gd name="T4" fmla="*/ 14 w 16"/>
                <a:gd name="T5" fmla="*/ 8 h 10"/>
                <a:gd name="T6" fmla="*/ 14 w 16"/>
                <a:gd name="T7" fmla="*/ 8 h 10"/>
                <a:gd name="T8" fmla="*/ 15 w 16"/>
                <a:gd name="T9" fmla="*/ 5 h 10"/>
                <a:gd name="T10" fmla="*/ 15 w 16"/>
                <a:gd name="T11" fmla="*/ 5 h 10"/>
                <a:gd name="T12" fmla="*/ 16 w 16"/>
                <a:gd name="T13" fmla="*/ 2 h 10"/>
                <a:gd name="T14" fmla="*/ 16 w 16"/>
                <a:gd name="T15" fmla="*/ 1 h 10"/>
                <a:gd name="T16" fmla="*/ 16 w 16"/>
                <a:gd name="T17" fmla="*/ 0 h 10"/>
                <a:gd name="T18" fmla="*/ 0 w 16"/>
                <a:gd name="T19" fmla="*/ 0 h 10"/>
                <a:gd name="T20" fmla="*/ 0 w 16"/>
                <a:gd name="T2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10">
                  <a:moveTo>
                    <a:pt x="0" y="10"/>
                  </a:moveTo>
                  <a:cubicBezTo>
                    <a:pt x="14" y="10"/>
                    <a:pt x="14" y="10"/>
                    <a:pt x="14" y="10"/>
                  </a:cubicBezTo>
                  <a:cubicBezTo>
                    <a:pt x="14" y="10"/>
                    <a:pt x="14" y="9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5" y="7"/>
                    <a:pt x="15" y="6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6" y="4"/>
                    <a:pt x="16" y="3"/>
                    <a:pt x="16" y="2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40" name="Freeform 1458">
              <a:extLst>
                <a:ext uri="{FF2B5EF4-FFF2-40B4-BE49-F238E27FC236}">
                  <a16:creationId xmlns:a16="http://schemas.microsoft.com/office/drawing/2014/main" id="{2353FBEC-5375-4D35-86EA-AD2EC66B8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789" y="2928535"/>
              <a:ext cx="75601" cy="48602"/>
            </a:xfrm>
            <a:custGeom>
              <a:avLst/>
              <a:gdLst>
                <a:gd name="T0" fmla="*/ 0 w 13"/>
                <a:gd name="T1" fmla="*/ 7 h 8"/>
                <a:gd name="T2" fmla="*/ 1 w 13"/>
                <a:gd name="T3" fmla="*/ 7 h 8"/>
                <a:gd name="T4" fmla="*/ 2 w 13"/>
                <a:gd name="T5" fmla="*/ 7 h 8"/>
                <a:gd name="T6" fmla="*/ 4 w 13"/>
                <a:gd name="T7" fmla="*/ 7 h 8"/>
                <a:gd name="T8" fmla="*/ 4 w 13"/>
                <a:gd name="T9" fmla="*/ 7 h 8"/>
                <a:gd name="T10" fmla="*/ 6 w 13"/>
                <a:gd name="T11" fmla="*/ 8 h 8"/>
                <a:gd name="T12" fmla="*/ 7 w 13"/>
                <a:gd name="T13" fmla="*/ 8 h 8"/>
                <a:gd name="T14" fmla="*/ 9 w 13"/>
                <a:gd name="T15" fmla="*/ 8 h 8"/>
                <a:gd name="T16" fmla="*/ 10 w 13"/>
                <a:gd name="T17" fmla="*/ 7 h 8"/>
                <a:gd name="T18" fmla="*/ 10 w 13"/>
                <a:gd name="T19" fmla="*/ 6 h 8"/>
                <a:gd name="T20" fmla="*/ 11 w 13"/>
                <a:gd name="T21" fmla="*/ 4 h 8"/>
                <a:gd name="T22" fmla="*/ 11 w 13"/>
                <a:gd name="T23" fmla="*/ 4 h 8"/>
                <a:gd name="T24" fmla="*/ 12 w 13"/>
                <a:gd name="T25" fmla="*/ 2 h 8"/>
                <a:gd name="T26" fmla="*/ 13 w 13"/>
                <a:gd name="T27" fmla="*/ 1 h 8"/>
                <a:gd name="T28" fmla="*/ 13 w 13"/>
                <a:gd name="T29" fmla="*/ 0 h 8"/>
                <a:gd name="T30" fmla="*/ 0 w 13"/>
                <a:gd name="T31" fmla="*/ 0 h 8"/>
                <a:gd name="T32" fmla="*/ 0 w 13"/>
                <a:gd name="T3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8">
                  <a:moveTo>
                    <a:pt x="0" y="7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3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8"/>
                    <a:pt x="8" y="8"/>
                    <a:pt x="9" y="8"/>
                  </a:cubicBezTo>
                  <a:cubicBezTo>
                    <a:pt x="9" y="8"/>
                    <a:pt x="9" y="7"/>
                    <a:pt x="10" y="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6"/>
                    <a:pt x="11" y="5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2" y="3"/>
                    <a:pt x="12" y="2"/>
                    <a:pt x="12" y="2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41" name="Freeform 1459">
              <a:extLst>
                <a:ext uri="{FF2B5EF4-FFF2-40B4-BE49-F238E27FC236}">
                  <a16:creationId xmlns:a16="http://schemas.microsoft.com/office/drawing/2014/main" id="{61075BA7-491A-4E05-8455-B44A43D8A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6992" y="2788132"/>
              <a:ext cx="70199" cy="64802"/>
            </a:xfrm>
            <a:custGeom>
              <a:avLst/>
              <a:gdLst>
                <a:gd name="T0" fmla="*/ 0 w 12"/>
                <a:gd name="T1" fmla="*/ 0 h 11"/>
                <a:gd name="T2" fmla="*/ 0 w 12"/>
                <a:gd name="T3" fmla="*/ 0 h 11"/>
                <a:gd name="T4" fmla="*/ 0 w 12"/>
                <a:gd name="T5" fmla="*/ 0 h 11"/>
                <a:gd name="T6" fmla="*/ 1 w 12"/>
                <a:gd name="T7" fmla="*/ 3 h 11"/>
                <a:gd name="T8" fmla="*/ 1 w 12"/>
                <a:gd name="T9" fmla="*/ 3 h 11"/>
                <a:gd name="T10" fmla="*/ 1 w 12"/>
                <a:gd name="T11" fmla="*/ 5 h 11"/>
                <a:gd name="T12" fmla="*/ 1 w 12"/>
                <a:gd name="T13" fmla="*/ 6 h 11"/>
                <a:gd name="T14" fmla="*/ 2 w 12"/>
                <a:gd name="T15" fmla="*/ 8 h 11"/>
                <a:gd name="T16" fmla="*/ 2 w 12"/>
                <a:gd name="T17" fmla="*/ 8 h 11"/>
                <a:gd name="T18" fmla="*/ 2 w 12"/>
                <a:gd name="T19" fmla="*/ 11 h 11"/>
                <a:gd name="T20" fmla="*/ 2 w 12"/>
                <a:gd name="T21" fmla="*/ 11 h 11"/>
                <a:gd name="T22" fmla="*/ 12 w 12"/>
                <a:gd name="T23" fmla="*/ 11 h 11"/>
                <a:gd name="T24" fmla="*/ 10 w 12"/>
                <a:gd name="T25" fmla="*/ 0 h 11"/>
                <a:gd name="T26" fmla="*/ 0 w 12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" h="1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7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9"/>
                    <a:pt x="2" y="10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7"/>
                    <a:pt x="11" y="3"/>
                    <a:pt x="1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42" name="Freeform 1460">
              <a:extLst>
                <a:ext uri="{FF2B5EF4-FFF2-40B4-BE49-F238E27FC236}">
                  <a16:creationId xmlns:a16="http://schemas.microsoft.com/office/drawing/2014/main" id="{202463E3-A519-428F-9BFA-EE6010D7D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591" y="2712535"/>
              <a:ext cx="80998" cy="64802"/>
            </a:xfrm>
            <a:custGeom>
              <a:avLst/>
              <a:gdLst>
                <a:gd name="T0" fmla="*/ 4 w 14"/>
                <a:gd name="T1" fmla="*/ 0 h 11"/>
                <a:gd name="T2" fmla="*/ 4 w 14"/>
                <a:gd name="T3" fmla="*/ 0 h 11"/>
                <a:gd name="T4" fmla="*/ 2 w 14"/>
                <a:gd name="T5" fmla="*/ 1 h 11"/>
                <a:gd name="T6" fmla="*/ 2 w 14"/>
                <a:gd name="T7" fmla="*/ 1 h 11"/>
                <a:gd name="T8" fmla="*/ 0 w 14"/>
                <a:gd name="T9" fmla="*/ 2 h 11"/>
                <a:gd name="T10" fmla="*/ 0 w 14"/>
                <a:gd name="T11" fmla="*/ 2 h 11"/>
                <a:gd name="T12" fmla="*/ 0 w 14"/>
                <a:gd name="T13" fmla="*/ 2 h 11"/>
                <a:gd name="T14" fmla="*/ 0 w 14"/>
                <a:gd name="T15" fmla="*/ 2 h 11"/>
                <a:gd name="T16" fmla="*/ 0 w 14"/>
                <a:gd name="T17" fmla="*/ 3 h 11"/>
                <a:gd name="T18" fmla="*/ 1 w 14"/>
                <a:gd name="T19" fmla="*/ 4 h 11"/>
                <a:gd name="T20" fmla="*/ 2 w 14"/>
                <a:gd name="T21" fmla="*/ 6 h 11"/>
                <a:gd name="T22" fmla="*/ 2 w 14"/>
                <a:gd name="T23" fmla="*/ 6 h 11"/>
                <a:gd name="T24" fmla="*/ 3 w 14"/>
                <a:gd name="T25" fmla="*/ 9 h 11"/>
                <a:gd name="T26" fmla="*/ 4 w 14"/>
                <a:gd name="T27" fmla="*/ 10 h 11"/>
                <a:gd name="T28" fmla="*/ 4 w 14"/>
                <a:gd name="T29" fmla="*/ 11 h 11"/>
                <a:gd name="T30" fmla="*/ 4 w 14"/>
                <a:gd name="T31" fmla="*/ 11 h 11"/>
                <a:gd name="T32" fmla="*/ 14 w 14"/>
                <a:gd name="T33" fmla="*/ 11 h 11"/>
                <a:gd name="T34" fmla="*/ 4 w 14"/>
                <a:gd name="T3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" h="11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" y="4"/>
                    <a:pt x="1" y="4"/>
                  </a:cubicBezTo>
                  <a:cubicBezTo>
                    <a:pt x="1" y="5"/>
                    <a:pt x="1" y="5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7"/>
                    <a:pt x="8" y="3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43" name="Freeform 1461">
              <a:extLst>
                <a:ext uri="{FF2B5EF4-FFF2-40B4-BE49-F238E27FC236}">
                  <a16:creationId xmlns:a16="http://schemas.microsoft.com/office/drawing/2014/main" id="{122073F5-6AF6-45EA-87F8-30C1E5162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591" y="2717932"/>
              <a:ext cx="10799" cy="5402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44" name="Freeform 1462">
              <a:extLst>
                <a:ext uri="{FF2B5EF4-FFF2-40B4-BE49-F238E27FC236}">
                  <a16:creationId xmlns:a16="http://schemas.microsoft.com/office/drawing/2014/main" id="{4AFBF05C-8415-4285-8DD8-AB00E1716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390" y="2712535"/>
              <a:ext cx="16201" cy="5402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cubicBezTo>
                    <a:pt x="1" y="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45" name="Freeform 1463">
              <a:extLst>
                <a:ext uri="{FF2B5EF4-FFF2-40B4-BE49-F238E27FC236}">
                  <a16:creationId xmlns:a16="http://schemas.microsoft.com/office/drawing/2014/main" id="{B013E812-3220-46DD-9D73-F4A935F55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789" y="2680134"/>
              <a:ext cx="48602" cy="43200"/>
            </a:xfrm>
            <a:custGeom>
              <a:avLst/>
              <a:gdLst>
                <a:gd name="T0" fmla="*/ 8 w 8"/>
                <a:gd name="T1" fmla="*/ 5 h 7"/>
                <a:gd name="T2" fmla="*/ 7 w 8"/>
                <a:gd name="T3" fmla="*/ 5 h 7"/>
                <a:gd name="T4" fmla="*/ 7 w 8"/>
                <a:gd name="T5" fmla="*/ 4 h 7"/>
                <a:gd name="T6" fmla="*/ 7 w 8"/>
                <a:gd name="T7" fmla="*/ 4 h 7"/>
                <a:gd name="T8" fmla="*/ 6 w 8"/>
                <a:gd name="T9" fmla="*/ 3 h 7"/>
                <a:gd name="T10" fmla="*/ 6 w 8"/>
                <a:gd name="T11" fmla="*/ 3 h 7"/>
                <a:gd name="T12" fmla="*/ 4 w 8"/>
                <a:gd name="T13" fmla="*/ 0 h 7"/>
                <a:gd name="T14" fmla="*/ 0 w 8"/>
                <a:gd name="T15" fmla="*/ 0 h 7"/>
                <a:gd name="T16" fmla="*/ 0 w 8"/>
                <a:gd name="T17" fmla="*/ 7 h 7"/>
                <a:gd name="T18" fmla="*/ 1 w 8"/>
                <a:gd name="T19" fmla="*/ 7 h 7"/>
                <a:gd name="T20" fmla="*/ 1 w 8"/>
                <a:gd name="T21" fmla="*/ 7 h 7"/>
                <a:gd name="T22" fmla="*/ 4 w 8"/>
                <a:gd name="T23" fmla="*/ 7 h 7"/>
                <a:gd name="T24" fmla="*/ 4 w 8"/>
                <a:gd name="T25" fmla="*/ 7 h 7"/>
                <a:gd name="T26" fmla="*/ 6 w 8"/>
                <a:gd name="T27" fmla="*/ 6 h 7"/>
                <a:gd name="T28" fmla="*/ 7 w 8"/>
                <a:gd name="T29" fmla="*/ 6 h 7"/>
                <a:gd name="T30" fmla="*/ 8 w 8"/>
                <a:gd name="T31" fmla="*/ 6 h 7"/>
                <a:gd name="T32" fmla="*/ 8 w 8"/>
                <a:gd name="T33" fmla="*/ 6 h 7"/>
                <a:gd name="T34" fmla="*/ 8 w 8"/>
                <a:gd name="T3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" h="7">
                  <a:moveTo>
                    <a:pt x="8" y="5"/>
                  </a:moveTo>
                  <a:cubicBezTo>
                    <a:pt x="7" y="5"/>
                    <a:pt x="7" y="5"/>
                    <a:pt x="7" y="5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5" y="2"/>
                    <a:pt x="4" y="1"/>
                    <a:pt x="4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3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6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lnTo>
                    <a:pt x="8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46" name="Freeform 1464">
              <a:extLst>
                <a:ext uri="{FF2B5EF4-FFF2-40B4-BE49-F238E27FC236}">
                  <a16:creationId xmlns:a16="http://schemas.microsoft.com/office/drawing/2014/main" id="{87E5BCD1-12C1-423D-9058-E2451F7C2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989" y="2712535"/>
              <a:ext cx="5402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47" name="Rectangle 1465">
              <a:extLst>
                <a:ext uri="{FF2B5EF4-FFF2-40B4-BE49-F238E27FC236}">
                  <a16:creationId xmlns:a16="http://schemas.microsoft.com/office/drawing/2014/main" id="{155CA15E-4908-4C1F-B5DA-925E5C90F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390" y="2717932"/>
              <a:ext cx="5402" cy="54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48" name="Freeform 1466">
              <a:extLst>
                <a:ext uri="{FF2B5EF4-FFF2-40B4-BE49-F238E27FC236}">
                  <a16:creationId xmlns:a16="http://schemas.microsoft.com/office/drawing/2014/main" id="{021786B2-E67E-4F65-93F3-FD45C5F86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989" y="270713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49" name="Freeform 1467">
              <a:extLst>
                <a:ext uri="{FF2B5EF4-FFF2-40B4-BE49-F238E27FC236}">
                  <a16:creationId xmlns:a16="http://schemas.microsoft.com/office/drawing/2014/main" id="{27B288F8-2FBF-4E4D-963F-3F474786E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591" y="27017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50" name="Freeform 1468">
              <a:extLst>
                <a:ext uri="{FF2B5EF4-FFF2-40B4-BE49-F238E27FC236}">
                  <a16:creationId xmlns:a16="http://schemas.microsoft.com/office/drawing/2014/main" id="{4F17B2FD-4EF3-4454-8BDC-6B0D88695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991" y="2723334"/>
              <a:ext cx="80998" cy="53999"/>
            </a:xfrm>
            <a:custGeom>
              <a:avLst/>
              <a:gdLst>
                <a:gd name="T0" fmla="*/ 12 w 14"/>
                <a:gd name="T1" fmla="*/ 2 h 9"/>
                <a:gd name="T2" fmla="*/ 9 w 14"/>
                <a:gd name="T3" fmla="*/ 2 h 9"/>
                <a:gd name="T4" fmla="*/ 9 w 14"/>
                <a:gd name="T5" fmla="*/ 2 h 9"/>
                <a:gd name="T6" fmla="*/ 6 w 14"/>
                <a:gd name="T7" fmla="*/ 1 h 9"/>
                <a:gd name="T8" fmla="*/ 5 w 14"/>
                <a:gd name="T9" fmla="*/ 1 h 9"/>
                <a:gd name="T10" fmla="*/ 4 w 14"/>
                <a:gd name="T11" fmla="*/ 0 h 9"/>
                <a:gd name="T12" fmla="*/ 3 w 14"/>
                <a:gd name="T13" fmla="*/ 2 h 9"/>
                <a:gd name="T14" fmla="*/ 3 w 14"/>
                <a:gd name="T15" fmla="*/ 2 h 9"/>
                <a:gd name="T16" fmla="*/ 2 w 14"/>
                <a:gd name="T17" fmla="*/ 5 h 9"/>
                <a:gd name="T18" fmla="*/ 1 w 14"/>
                <a:gd name="T19" fmla="*/ 6 h 9"/>
                <a:gd name="T20" fmla="*/ 1 w 14"/>
                <a:gd name="T21" fmla="*/ 7 h 9"/>
                <a:gd name="T22" fmla="*/ 0 w 14"/>
                <a:gd name="T23" fmla="*/ 8 h 9"/>
                <a:gd name="T24" fmla="*/ 0 w 14"/>
                <a:gd name="T25" fmla="*/ 9 h 9"/>
                <a:gd name="T26" fmla="*/ 14 w 14"/>
                <a:gd name="T27" fmla="*/ 9 h 9"/>
                <a:gd name="T28" fmla="*/ 14 w 14"/>
                <a:gd name="T29" fmla="*/ 2 h 9"/>
                <a:gd name="T30" fmla="*/ 14 w 14"/>
                <a:gd name="T31" fmla="*/ 2 h 9"/>
                <a:gd name="T32" fmla="*/ 13 w 14"/>
                <a:gd name="T33" fmla="*/ 2 h 9"/>
                <a:gd name="T34" fmla="*/ 12 w 14"/>
                <a:gd name="T35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" h="9">
                  <a:moveTo>
                    <a:pt x="12" y="2"/>
                  </a:moveTo>
                  <a:cubicBezTo>
                    <a:pt x="11" y="2"/>
                    <a:pt x="10" y="2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2"/>
                    <a:pt x="7" y="1"/>
                    <a:pt x="6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4" y="0"/>
                  </a:cubicBezTo>
                  <a:cubicBezTo>
                    <a:pt x="4" y="1"/>
                    <a:pt x="3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3"/>
                    <a:pt x="2" y="4"/>
                    <a:pt x="2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7"/>
                    <a:pt x="1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13" y="2"/>
                    <a:pt x="13" y="2"/>
                  </a:cubicBezTo>
                  <a:cubicBezTo>
                    <a:pt x="12" y="2"/>
                    <a:pt x="12" y="2"/>
                    <a:pt x="1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51" name="Freeform 1469">
              <a:extLst>
                <a:ext uri="{FF2B5EF4-FFF2-40B4-BE49-F238E27FC236}">
                  <a16:creationId xmlns:a16="http://schemas.microsoft.com/office/drawing/2014/main" id="{A9550D3F-50C1-43F1-864B-3B608412C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991" y="2928535"/>
              <a:ext cx="80998" cy="48602"/>
            </a:xfrm>
            <a:custGeom>
              <a:avLst/>
              <a:gdLst>
                <a:gd name="T0" fmla="*/ 0 w 14"/>
                <a:gd name="T1" fmla="*/ 1 h 8"/>
                <a:gd name="T2" fmla="*/ 1 w 14"/>
                <a:gd name="T3" fmla="*/ 2 h 8"/>
                <a:gd name="T4" fmla="*/ 1 w 14"/>
                <a:gd name="T5" fmla="*/ 3 h 8"/>
                <a:gd name="T6" fmla="*/ 2 w 14"/>
                <a:gd name="T7" fmla="*/ 4 h 8"/>
                <a:gd name="T8" fmla="*/ 3 w 14"/>
                <a:gd name="T9" fmla="*/ 6 h 8"/>
                <a:gd name="T10" fmla="*/ 3 w 14"/>
                <a:gd name="T11" fmla="*/ 7 h 8"/>
                <a:gd name="T12" fmla="*/ 4 w 14"/>
                <a:gd name="T13" fmla="*/ 8 h 8"/>
                <a:gd name="T14" fmla="*/ 5 w 14"/>
                <a:gd name="T15" fmla="*/ 8 h 8"/>
                <a:gd name="T16" fmla="*/ 6 w 14"/>
                <a:gd name="T17" fmla="*/ 8 h 8"/>
                <a:gd name="T18" fmla="*/ 8 w 14"/>
                <a:gd name="T19" fmla="*/ 7 h 8"/>
                <a:gd name="T20" fmla="*/ 9 w 14"/>
                <a:gd name="T21" fmla="*/ 7 h 8"/>
                <a:gd name="T22" fmla="*/ 11 w 14"/>
                <a:gd name="T23" fmla="*/ 7 h 8"/>
                <a:gd name="T24" fmla="*/ 13 w 14"/>
                <a:gd name="T25" fmla="*/ 7 h 8"/>
                <a:gd name="T26" fmla="*/ 14 w 14"/>
                <a:gd name="T27" fmla="*/ 7 h 8"/>
                <a:gd name="T28" fmla="*/ 14 w 14"/>
                <a:gd name="T29" fmla="*/ 0 h 8"/>
                <a:gd name="T30" fmla="*/ 0 w 14"/>
                <a:gd name="T31" fmla="*/ 0 h 8"/>
                <a:gd name="T32" fmla="*/ 0 w 14"/>
                <a:gd name="T33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8">
                  <a:moveTo>
                    <a:pt x="0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3"/>
                    <a:pt x="1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5"/>
                    <a:pt x="2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8"/>
                    <a:pt x="4" y="8"/>
                  </a:cubicBezTo>
                  <a:cubicBezTo>
                    <a:pt x="4" y="8"/>
                    <a:pt x="5" y="8"/>
                    <a:pt x="5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8" y="8"/>
                    <a:pt x="8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0" y="7"/>
                    <a:pt x="11" y="7"/>
                    <a:pt x="11" y="7"/>
                  </a:cubicBezTo>
                  <a:cubicBezTo>
                    <a:pt x="12" y="7"/>
                    <a:pt x="12" y="7"/>
                    <a:pt x="13" y="7"/>
                  </a:cubicBezTo>
                  <a:cubicBezTo>
                    <a:pt x="13" y="7"/>
                    <a:pt x="14" y="7"/>
                    <a:pt x="14" y="7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52" name="Freeform 1470">
              <a:extLst>
                <a:ext uri="{FF2B5EF4-FFF2-40B4-BE49-F238E27FC236}">
                  <a16:creationId xmlns:a16="http://schemas.microsoft.com/office/drawing/2014/main" id="{00E13E34-A776-4773-802C-F994E3A089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789" y="2723334"/>
              <a:ext cx="75601" cy="53999"/>
            </a:xfrm>
            <a:custGeom>
              <a:avLst/>
              <a:gdLst>
                <a:gd name="T0" fmla="*/ 13 w 13"/>
                <a:gd name="T1" fmla="*/ 7 h 9"/>
                <a:gd name="T2" fmla="*/ 12 w 13"/>
                <a:gd name="T3" fmla="*/ 6 h 9"/>
                <a:gd name="T4" fmla="*/ 11 w 13"/>
                <a:gd name="T5" fmla="*/ 5 h 9"/>
                <a:gd name="T6" fmla="*/ 10 w 13"/>
                <a:gd name="T7" fmla="*/ 3 h 9"/>
                <a:gd name="T8" fmla="*/ 10 w 13"/>
                <a:gd name="T9" fmla="*/ 2 h 9"/>
                <a:gd name="T10" fmla="*/ 9 w 13"/>
                <a:gd name="T11" fmla="*/ 0 h 9"/>
                <a:gd name="T12" fmla="*/ 8 w 13"/>
                <a:gd name="T13" fmla="*/ 1 h 9"/>
                <a:gd name="T14" fmla="*/ 7 w 13"/>
                <a:gd name="T15" fmla="*/ 1 h 9"/>
                <a:gd name="T16" fmla="*/ 4 w 13"/>
                <a:gd name="T17" fmla="*/ 2 h 9"/>
                <a:gd name="T18" fmla="*/ 4 w 13"/>
                <a:gd name="T19" fmla="*/ 2 h 9"/>
                <a:gd name="T20" fmla="*/ 2 w 13"/>
                <a:gd name="T21" fmla="*/ 2 h 9"/>
                <a:gd name="T22" fmla="*/ 1 w 13"/>
                <a:gd name="T23" fmla="*/ 2 h 9"/>
                <a:gd name="T24" fmla="*/ 0 w 13"/>
                <a:gd name="T25" fmla="*/ 2 h 9"/>
                <a:gd name="T26" fmla="*/ 0 w 13"/>
                <a:gd name="T27" fmla="*/ 2 h 9"/>
                <a:gd name="T28" fmla="*/ 0 w 13"/>
                <a:gd name="T29" fmla="*/ 9 h 9"/>
                <a:gd name="T30" fmla="*/ 13 w 13"/>
                <a:gd name="T31" fmla="*/ 9 h 9"/>
                <a:gd name="T32" fmla="*/ 13 w 13"/>
                <a:gd name="T33" fmla="*/ 8 h 9"/>
                <a:gd name="T34" fmla="*/ 13 w 13"/>
                <a:gd name="T35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" h="9">
                  <a:moveTo>
                    <a:pt x="13" y="7"/>
                  </a:moveTo>
                  <a:cubicBezTo>
                    <a:pt x="12" y="7"/>
                    <a:pt x="12" y="6"/>
                    <a:pt x="12" y="6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4"/>
                    <a:pt x="11" y="3"/>
                    <a:pt x="10" y="3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1"/>
                    <a:pt x="9" y="1"/>
                    <a:pt x="9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6" y="1"/>
                    <a:pt x="5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8"/>
                    <a:pt x="13" y="8"/>
                    <a:pt x="13" y="8"/>
                  </a:cubicBezTo>
                  <a:lnTo>
                    <a:pt x="13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53" name="Freeform 1471">
              <a:extLst>
                <a:ext uri="{FF2B5EF4-FFF2-40B4-BE49-F238E27FC236}">
                  <a16:creationId xmlns:a16="http://schemas.microsoft.com/office/drawing/2014/main" id="{93905AF5-00A5-4C56-BD11-0BEB82C92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988" y="2755735"/>
              <a:ext cx="5402" cy="10799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1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54" name="Freeform 1472">
              <a:extLst>
                <a:ext uri="{FF2B5EF4-FFF2-40B4-BE49-F238E27FC236}">
                  <a16:creationId xmlns:a16="http://schemas.microsoft.com/office/drawing/2014/main" id="{00546855-142E-471A-9940-06F8161DC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390" y="2771936"/>
              <a:ext cx="0" cy="5402"/>
            </a:xfrm>
            <a:custGeom>
              <a:avLst/>
              <a:gdLst>
                <a:gd name="T0" fmla="*/ 1 h 1"/>
                <a:gd name="T1" fmla="*/ 1 h 1"/>
                <a:gd name="T2" fmla="*/ 0 h 1"/>
                <a:gd name="T3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55" name="Freeform 1473">
              <a:extLst>
                <a:ext uri="{FF2B5EF4-FFF2-40B4-BE49-F238E27FC236}">
                  <a16:creationId xmlns:a16="http://schemas.microsoft.com/office/drawing/2014/main" id="{22CC5CC7-55D1-4C30-AE65-924A1983D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3792" y="2723334"/>
              <a:ext cx="5402" cy="10799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0" y="1"/>
                    <a:pt x="1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56" name="Freeform 1474">
              <a:extLst>
                <a:ext uri="{FF2B5EF4-FFF2-40B4-BE49-F238E27FC236}">
                  <a16:creationId xmlns:a16="http://schemas.microsoft.com/office/drawing/2014/main" id="{8ED86417-F65E-4D24-8DC9-E51768BFE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189" y="2739535"/>
              <a:ext cx="5402" cy="10799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57" name="Freeform 1475">
              <a:extLst>
                <a:ext uri="{FF2B5EF4-FFF2-40B4-BE49-F238E27FC236}">
                  <a16:creationId xmlns:a16="http://schemas.microsoft.com/office/drawing/2014/main" id="{9099A8BF-00CF-4D42-8562-43B43BCF0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989" y="2728736"/>
              <a:ext cx="5402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58" name="Freeform 1476">
              <a:extLst>
                <a:ext uri="{FF2B5EF4-FFF2-40B4-BE49-F238E27FC236}">
                  <a16:creationId xmlns:a16="http://schemas.microsoft.com/office/drawing/2014/main" id="{B140E5B3-417B-4168-B30D-AEF9C1A0A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788" y="273413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59" name="Freeform 1477">
              <a:extLst>
                <a:ext uri="{FF2B5EF4-FFF2-40B4-BE49-F238E27FC236}">
                  <a16:creationId xmlns:a16="http://schemas.microsoft.com/office/drawing/2014/main" id="{46600861-5CD0-4B6D-ABFE-5DE2EF0E2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5190" y="2734133"/>
              <a:ext cx="5402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60" name="Freeform 1478">
              <a:extLst>
                <a:ext uri="{FF2B5EF4-FFF2-40B4-BE49-F238E27FC236}">
                  <a16:creationId xmlns:a16="http://schemas.microsoft.com/office/drawing/2014/main" id="{C3572943-BA23-40C9-99B4-D9671AEA1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188" y="2788132"/>
              <a:ext cx="91802" cy="64802"/>
            </a:xfrm>
            <a:custGeom>
              <a:avLst/>
              <a:gdLst>
                <a:gd name="T0" fmla="*/ 1 w 16"/>
                <a:gd name="T1" fmla="*/ 1 h 11"/>
                <a:gd name="T2" fmla="*/ 1 w 16"/>
                <a:gd name="T3" fmla="*/ 2 h 11"/>
                <a:gd name="T4" fmla="*/ 0 w 16"/>
                <a:gd name="T5" fmla="*/ 5 h 11"/>
                <a:gd name="T6" fmla="*/ 0 w 16"/>
                <a:gd name="T7" fmla="*/ 5 h 11"/>
                <a:gd name="T8" fmla="*/ 0 w 16"/>
                <a:gd name="T9" fmla="*/ 8 h 11"/>
                <a:gd name="T10" fmla="*/ 0 w 16"/>
                <a:gd name="T11" fmla="*/ 9 h 11"/>
                <a:gd name="T12" fmla="*/ 0 w 16"/>
                <a:gd name="T13" fmla="*/ 11 h 11"/>
                <a:gd name="T14" fmla="*/ 16 w 16"/>
                <a:gd name="T15" fmla="*/ 11 h 11"/>
                <a:gd name="T16" fmla="*/ 16 w 16"/>
                <a:gd name="T17" fmla="*/ 0 h 11"/>
                <a:gd name="T18" fmla="*/ 1 w 16"/>
                <a:gd name="T19" fmla="*/ 0 h 11"/>
                <a:gd name="T20" fmla="*/ 1 w 16"/>
                <a:gd name="T2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11">
                  <a:moveTo>
                    <a:pt x="1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7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0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61" name="Freeform 1479">
              <a:extLst>
                <a:ext uri="{FF2B5EF4-FFF2-40B4-BE49-F238E27FC236}">
                  <a16:creationId xmlns:a16="http://schemas.microsoft.com/office/drawing/2014/main" id="{8FD37B11-65F4-462D-84C0-86979159F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188" y="2858336"/>
              <a:ext cx="91802" cy="59401"/>
            </a:xfrm>
            <a:custGeom>
              <a:avLst/>
              <a:gdLst>
                <a:gd name="T0" fmla="*/ 0 w 16"/>
                <a:gd name="T1" fmla="*/ 2 h 10"/>
                <a:gd name="T2" fmla="*/ 0 w 16"/>
                <a:gd name="T3" fmla="*/ 3 h 10"/>
                <a:gd name="T4" fmla="*/ 0 w 16"/>
                <a:gd name="T5" fmla="*/ 5 h 10"/>
                <a:gd name="T6" fmla="*/ 0 w 16"/>
                <a:gd name="T7" fmla="*/ 5 h 10"/>
                <a:gd name="T8" fmla="*/ 1 w 16"/>
                <a:gd name="T9" fmla="*/ 8 h 10"/>
                <a:gd name="T10" fmla="*/ 1 w 16"/>
                <a:gd name="T11" fmla="*/ 9 h 10"/>
                <a:gd name="T12" fmla="*/ 1 w 16"/>
                <a:gd name="T13" fmla="*/ 10 h 10"/>
                <a:gd name="T14" fmla="*/ 16 w 16"/>
                <a:gd name="T15" fmla="*/ 10 h 10"/>
                <a:gd name="T16" fmla="*/ 16 w 16"/>
                <a:gd name="T17" fmla="*/ 0 h 10"/>
                <a:gd name="T18" fmla="*/ 0 w 16"/>
                <a:gd name="T19" fmla="*/ 0 h 10"/>
                <a:gd name="T20" fmla="*/ 0 w 16"/>
                <a:gd name="T21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10">
                  <a:moveTo>
                    <a:pt x="0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1" y="7"/>
                    <a:pt x="1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10"/>
                    <a:pt x="1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62" name="Freeform 1480">
              <a:extLst>
                <a:ext uri="{FF2B5EF4-FFF2-40B4-BE49-F238E27FC236}">
                  <a16:creationId xmlns:a16="http://schemas.microsoft.com/office/drawing/2014/main" id="{CE6C2A01-03ED-4843-9655-E6B1224A1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789" y="2788132"/>
              <a:ext cx="97199" cy="64802"/>
            </a:xfrm>
            <a:custGeom>
              <a:avLst/>
              <a:gdLst>
                <a:gd name="T0" fmla="*/ 16 w 16"/>
                <a:gd name="T1" fmla="*/ 8 h 11"/>
                <a:gd name="T2" fmla="*/ 16 w 16"/>
                <a:gd name="T3" fmla="*/ 8 h 11"/>
                <a:gd name="T4" fmla="*/ 16 w 16"/>
                <a:gd name="T5" fmla="*/ 6 h 11"/>
                <a:gd name="T6" fmla="*/ 16 w 16"/>
                <a:gd name="T7" fmla="*/ 5 h 11"/>
                <a:gd name="T8" fmla="*/ 15 w 16"/>
                <a:gd name="T9" fmla="*/ 3 h 11"/>
                <a:gd name="T10" fmla="*/ 15 w 16"/>
                <a:gd name="T11" fmla="*/ 3 h 11"/>
                <a:gd name="T12" fmla="*/ 14 w 16"/>
                <a:gd name="T13" fmla="*/ 0 h 11"/>
                <a:gd name="T14" fmla="*/ 14 w 16"/>
                <a:gd name="T15" fmla="*/ 0 h 11"/>
                <a:gd name="T16" fmla="*/ 0 w 16"/>
                <a:gd name="T17" fmla="*/ 0 h 11"/>
                <a:gd name="T18" fmla="*/ 0 w 16"/>
                <a:gd name="T19" fmla="*/ 11 h 11"/>
                <a:gd name="T20" fmla="*/ 16 w 16"/>
                <a:gd name="T21" fmla="*/ 11 h 11"/>
                <a:gd name="T22" fmla="*/ 16 w 16"/>
                <a:gd name="T23" fmla="*/ 11 h 11"/>
                <a:gd name="T24" fmla="*/ 16 w 16"/>
                <a:gd name="T25" fmla="*/ 11 h 11"/>
                <a:gd name="T26" fmla="*/ 16 w 16"/>
                <a:gd name="T27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11"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6" y="7"/>
                    <a:pt x="16" y="6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5" y="5"/>
                    <a:pt x="15" y="4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2"/>
                    <a:pt x="14" y="1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0"/>
                    <a:pt x="16" y="9"/>
                    <a:pt x="16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63" name="Freeform 1481">
              <a:extLst>
                <a:ext uri="{FF2B5EF4-FFF2-40B4-BE49-F238E27FC236}">
                  <a16:creationId xmlns:a16="http://schemas.microsoft.com/office/drawing/2014/main" id="{CFA7B836-CE4C-4AE1-AD46-08A7E5E26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6992" y="2815136"/>
              <a:ext cx="0" cy="5402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64" name="Freeform 1482">
              <a:extLst>
                <a:ext uri="{FF2B5EF4-FFF2-40B4-BE49-F238E27FC236}">
                  <a16:creationId xmlns:a16="http://schemas.microsoft.com/office/drawing/2014/main" id="{2ADFAC76-4A67-47E5-9D7D-0D525761E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6992" y="283673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65" name="Rectangle 1483">
              <a:extLst>
                <a:ext uri="{FF2B5EF4-FFF2-40B4-BE49-F238E27FC236}">
                  <a16:creationId xmlns:a16="http://schemas.microsoft.com/office/drawing/2014/main" id="{6462FC4F-E8D6-489C-B3A9-5BDBF1226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6992" y="2852934"/>
              <a:ext cx="5402" cy="54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66" name="Freeform 1484">
              <a:extLst>
                <a:ext uri="{FF2B5EF4-FFF2-40B4-BE49-F238E27FC236}">
                  <a16:creationId xmlns:a16="http://schemas.microsoft.com/office/drawing/2014/main" id="{11D89384-1847-4F77-90E6-C0A9A0DDD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1590" y="28043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67" name="Rectangle 1485">
              <a:extLst>
                <a:ext uri="{FF2B5EF4-FFF2-40B4-BE49-F238E27FC236}">
                  <a16:creationId xmlns:a16="http://schemas.microsoft.com/office/drawing/2014/main" id="{39346574-4FCA-4881-AFFD-D384F216C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791" y="2788132"/>
              <a:ext cx="5402" cy="54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68" name="Freeform 1486">
              <a:extLst>
                <a:ext uri="{FF2B5EF4-FFF2-40B4-BE49-F238E27FC236}">
                  <a16:creationId xmlns:a16="http://schemas.microsoft.com/office/drawing/2014/main" id="{D3740C05-04B4-4846-AAAE-4B21F541A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991" y="2987936"/>
              <a:ext cx="32401" cy="21602"/>
            </a:xfrm>
            <a:custGeom>
              <a:avLst/>
              <a:gdLst>
                <a:gd name="T0" fmla="*/ 5 w 6"/>
                <a:gd name="T1" fmla="*/ 3 h 4"/>
                <a:gd name="T2" fmla="*/ 5 w 6"/>
                <a:gd name="T3" fmla="*/ 3 h 4"/>
                <a:gd name="T4" fmla="*/ 5 w 6"/>
                <a:gd name="T5" fmla="*/ 2 h 4"/>
                <a:gd name="T6" fmla="*/ 4 w 6"/>
                <a:gd name="T7" fmla="*/ 2 h 4"/>
                <a:gd name="T8" fmla="*/ 4 w 6"/>
                <a:gd name="T9" fmla="*/ 1 h 4"/>
                <a:gd name="T10" fmla="*/ 3 w 6"/>
                <a:gd name="T11" fmla="*/ 1 h 4"/>
                <a:gd name="T12" fmla="*/ 3 w 6"/>
                <a:gd name="T13" fmla="*/ 0 h 4"/>
                <a:gd name="T14" fmla="*/ 2 w 6"/>
                <a:gd name="T15" fmla="*/ 1 h 4"/>
                <a:gd name="T16" fmla="*/ 0 w 6"/>
                <a:gd name="T17" fmla="*/ 1 h 4"/>
                <a:gd name="T18" fmla="*/ 0 w 6"/>
                <a:gd name="T19" fmla="*/ 2 h 4"/>
                <a:gd name="T20" fmla="*/ 6 w 6"/>
                <a:gd name="T21" fmla="*/ 4 h 4"/>
                <a:gd name="T22" fmla="*/ 5 w 6"/>
                <a:gd name="T23" fmla="*/ 4 h 4"/>
                <a:gd name="T24" fmla="*/ 5 w 6"/>
                <a:gd name="T2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4"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3"/>
                    <a:pt x="4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lnTo>
                    <a:pt x="5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69" name="Freeform 1487">
              <a:extLst>
                <a:ext uri="{FF2B5EF4-FFF2-40B4-BE49-F238E27FC236}">
                  <a16:creationId xmlns:a16="http://schemas.microsoft.com/office/drawing/2014/main" id="{C7BFF632-2F1C-44F6-8C9C-DA9C19737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789" y="2982534"/>
              <a:ext cx="43200" cy="43200"/>
            </a:xfrm>
            <a:custGeom>
              <a:avLst/>
              <a:gdLst>
                <a:gd name="T0" fmla="*/ 6 w 7"/>
                <a:gd name="T1" fmla="*/ 1 h 7"/>
                <a:gd name="T2" fmla="*/ 4 w 7"/>
                <a:gd name="T3" fmla="*/ 0 h 7"/>
                <a:gd name="T4" fmla="*/ 4 w 7"/>
                <a:gd name="T5" fmla="*/ 0 h 7"/>
                <a:gd name="T6" fmla="*/ 1 w 7"/>
                <a:gd name="T7" fmla="*/ 0 h 7"/>
                <a:gd name="T8" fmla="*/ 1 w 7"/>
                <a:gd name="T9" fmla="*/ 0 h 7"/>
                <a:gd name="T10" fmla="*/ 0 w 7"/>
                <a:gd name="T11" fmla="*/ 0 h 7"/>
                <a:gd name="T12" fmla="*/ 0 w 7"/>
                <a:gd name="T13" fmla="*/ 7 h 7"/>
                <a:gd name="T14" fmla="*/ 4 w 7"/>
                <a:gd name="T15" fmla="*/ 6 h 7"/>
                <a:gd name="T16" fmla="*/ 4 w 7"/>
                <a:gd name="T17" fmla="*/ 6 h 7"/>
                <a:gd name="T18" fmla="*/ 4 w 7"/>
                <a:gd name="T19" fmla="*/ 6 h 7"/>
                <a:gd name="T20" fmla="*/ 4 w 7"/>
                <a:gd name="T21" fmla="*/ 6 h 7"/>
                <a:gd name="T22" fmla="*/ 4 w 7"/>
                <a:gd name="T23" fmla="*/ 5 h 7"/>
                <a:gd name="T24" fmla="*/ 5 w 7"/>
                <a:gd name="T25" fmla="*/ 5 h 7"/>
                <a:gd name="T26" fmla="*/ 5 w 7"/>
                <a:gd name="T27" fmla="*/ 4 h 7"/>
                <a:gd name="T28" fmla="*/ 5 w 7"/>
                <a:gd name="T29" fmla="*/ 4 h 7"/>
                <a:gd name="T30" fmla="*/ 7 w 7"/>
                <a:gd name="T31" fmla="*/ 2 h 7"/>
                <a:gd name="T32" fmla="*/ 7 w 7"/>
                <a:gd name="T33" fmla="*/ 2 h 7"/>
                <a:gd name="T34" fmla="*/ 7 w 7"/>
                <a:gd name="T35" fmla="*/ 1 h 7"/>
                <a:gd name="T36" fmla="*/ 7 w 7"/>
                <a:gd name="T37" fmla="*/ 1 h 7"/>
                <a:gd name="T38" fmla="*/ 7 w 7"/>
                <a:gd name="T39" fmla="*/ 1 h 7"/>
                <a:gd name="T40" fmla="*/ 6 w 7"/>
                <a:gd name="T41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" h="7">
                  <a:moveTo>
                    <a:pt x="6" y="1"/>
                  </a:moveTo>
                  <a:cubicBezTo>
                    <a:pt x="5" y="0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" y="4"/>
                    <a:pt x="6" y="3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lnTo>
                    <a:pt x="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70" name="Freeform 1488">
              <a:extLst>
                <a:ext uri="{FF2B5EF4-FFF2-40B4-BE49-F238E27FC236}">
                  <a16:creationId xmlns:a16="http://schemas.microsoft.com/office/drawing/2014/main" id="{605381EA-D3C0-4944-98BB-1DCAE13CD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788" y="2982534"/>
              <a:ext cx="10799" cy="5402"/>
            </a:xfrm>
            <a:custGeom>
              <a:avLst/>
              <a:gdLst>
                <a:gd name="T0" fmla="*/ 2 w 2"/>
                <a:gd name="T1" fmla="*/ 1 h 1"/>
                <a:gd name="T2" fmla="*/ 0 w 2"/>
                <a:gd name="T3" fmla="*/ 0 h 1"/>
                <a:gd name="T4" fmla="*/ 2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71" name="Freeform 1489">
              <a:extLst>
                <a:ext uri="{FF2B5EF4-FFF2-40B4-BE49-F238E27FC236}">
                  <a16:creationId xmlns:a16="http://schemas.microsoft.com/office/drawing/2014/main" id="{77C73032-DDAB-416E-B2C3-3D9C94094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989" y="2987936"/>
              <a:ext cx="5402" cy="0"/>
            </a:xfrm>
            <a:custGeom>
              <a:avLst/>
              <a:gdLst>
                <a:gd name="T0" fmla="*/ 0 w 1"/>
                <a:gd name="T1" fmla="*/ 1 w 1"/>
                <a:gd name="T2" fmla="*/ 0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72" name="Freeform 1490">
              <a:extLst>
                <a:ext uri="{FF2B5EF4-FFF2-40B4-BE49-F238E27FC236}">
                  <a16:creationId xmlns:a16="http://schemas.microsoft.com/office/drawing/2014/main" id="{BC62582C-4E01-40A9-86CD-9634A821A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5190" y="2982534"/>
              <a:ext cx="21602" cy="0"/>
            </a:xfrm>
            <a:custGeom>
              <a:avLst/>
              <a:gdLst>
                <a:gd name="T0" fmla="*/ 3 w 3"/>
                <a:gd name="T1" fmla="*/ 0 w 3"/>
                <a:gd name="T2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1" y="0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73" name="Freeform 1491">
              <a:extLst>
                <a:ext uri="{FF2B5EF4-FFF2-40B4-BE49-F238E27FC236}">
                  <a16:creationId xmlns:a16="http://schemas.microsoft.com/office/drawing/2014/main" id="{F17E6871-A60C-4407-B62D-7235D81D7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789" y="2982534"/>
              <a:ext cx="5402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74" name="Freeform 1492">
              <a:extLst>
                <a:ext uri="{FF2B5EF4-FFF2-40B4-BE49-F238E27FC236}">
                  <a16:creationId xmlns:a16="http://schemas.microsoft.com/office/drawing/2014/main" id="{42F6EAA8-94CC-4933-955A-21359861A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991" y="2982534"/>
              <a:ext cx="53999" cy="43200"/>
            </a:xfrm>
            <a:custGeom>
              <a:avLst/>
              <a:gdLst>
                <a:gd name="T0" fmla="*/ 7 w 9"/>
                <a:gd name="T1" fmla="*/ 0 h 7"/>
                <a:gd name="T2" fmla="*/ 4 w 9"/>
                <a:gd name="T3" fmla="*/ 0 h 7"/>
                <a:gd name="T4" fmla="*/ 4 w 9"/>
                <a:gd name="T5" fmla="*/ 0 h 7"/>
                <a:gd name="T6" fmla="*/ 2 w 9"/>
                <a:gd name="T7" fmla="*/ 1 h 7"/>
                <a:gd name="T8" fmla="*/ 1 w 9"/>
                <a:gd name="T9" fmla="*/ 1 h 7"/>
                <a:gd name="T10" fmla="*/ 0 w 9"/>
                <a:gd name="T11" fmla="*/ 1 h 7"/>
                <a:gd name="T12" fmla="*/ 0 w 9"/>
                <a:gd name="T13" fmla="*/ 1 h 7"/>
                <a:gd name="T14" fmla="*/ 0 w 9"/>
                <a:gd name="T15" fmla="*/ 1 h 7"/>
                <a:gd name="T16" fmla="*/ 1 w 9"/>
                <a:gd name="T17" fmla="*/ 2 h 7"/>
                <a:gd name="T18" fmla="*/ 1 w 9"/>
                <a:gd name="T19" fmla="*/ 2 h 7"/>
                <a:gd name="T20" fmla="*/ 1 w 9"/>
                <a:gd name="T21" fmla="*/ 3 h 7"/>
                <a:gd name="T22" fmla="*/ 2 w 9"/>
                <a:gd name="T23" fmla="*/ 3 h 7"/>
                <a:gd name="T24" fmla="*/ 2 w 9"/>
                <a:gd name="T25" fmla="*/ 4 h 7"/>
                <a:gd name="T26" fmla="*/ 3 w 9"/>
                <a:gd name="T27" fmla="*/ 5 h 7"/>
                <a:gd name="T28" fmla="*/ 3 w 9"/>
                <a:gd name="T29" fmla="*/ 5 h 7"/>
                <a:gd name="T30" fmla="*/ 3 w 9"/>
                <a:gd name="T31" fmla="*/ 5 h 7"/>
                <a:gd name="T32" fmla="*/ 4 w 9"/>
                <a:gd name="T33" fmla="*/ 6 h 7"/>
                <a:gd name="T34" fmla="*/ 4 w 9"/>
                <a:gd name="T35" fmla="*/ 6 h 7"/>
                <a:gd name="T36" fmla="*/ 4 w 9"/>
                <a:gd name="T37" fmla="*/ 6 h 7"/>
                <a:gd name="T38" fmla="*/ 9 w 9"/>
                <a:gd name="T39" fmla="*/ 7 h 7"/>
                <a:gd name="T40" fmla="*/ 9 w 9"/>
                <a:gd name="T41" fmla="*/ 0 h 7"/>
                <a:gd name="T42" fmla="*/ 7 w 9"/>
                <a:gd name="T4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" h="7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6" y="6"/>
                    <a:pt x="7" y="7"/>
                    <a:pt x="9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75" name="Freeform 1493">
              <a:extLst>
                <a:ext uri="{FF2B5EF4-FFF2-40B4-BE49-F238E27FC236}">
                  <a16:creationId xmlns:a16="http://schemas.microsoft.com/office/drawing/2014/main" id="{62F42AA0-87B5-4780-987E-0B048DBAB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991" y="2987936"/>
              <a:ext cx="5402" cy="0"/>
            </a:xfrm>
            <a:custGeom>
              <a:avLst/>
              <a:gdLst>
                <a:gd name="T0" fmla="*/ 0 w 1"/>
                <a:gd name="T1" fmla="*/ 1 w 1"/>
                <a:gd name="T2" fmla="*/ 0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76" name="Freeform 1494">
              <a:extLst>
                <a:ext uri="{FF2B5EF4-FFF2-40B4-BE49-F238E27FC236}">
                  <a16:creationId xmlns:a16="http://schemas.microsoft.com/office/drawing/2014/main" id="{48B4D7D5-E780-4B5E-99E9-A990E2221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990" y="2982534"/>
              <a:ext cx="16201" cy="0"/>
            </a:xfrm>
            <a:custGeom>
              <a:avLst/>
              <a:gdLst>
                <a:gd name="T0" fmla="*/ 3 w 3"/>
                <a:gd name="T1" fmla="*/ 0 w 3"/>
                <a:gd name="T2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1" y="0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77" name="Freeform 1495">
              <a:extLst>
                <a:ext uri="{FF2B5EF4-FFF2-40B4-BE49-F238E27FC236}">
                  <a16:creationId xmlns:a16="http://schemas.microsoft.com/office/drawing/2014/main" id="{AC5145F8-BDF0-446A-8A75-40C73666C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191" y="2982534"/>
              <a:ext cx="10799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78" name="Freeform 1496">
              <a:extLst>
                <a:ext uri="{FF2B5EF4-FFF2-40B4-BE49-F238E27FC236}">
                  <a16:creationId xmlns:a16="http://schemas.microsoft.com/office/drawing/2014/main" id="{8FF4E888-BEA8-4914-A4E3-64F896311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5790" y="2982534"/>
              <a:ext cx="16201" cy="5402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79" name="Rectangle 1497">
              <a:extLst>
                <a:ext uri="{FF2B5EF4-FFF2-40B4-BE49-F238E27FC236}">
                  <a16:creationId xmlns:a16="http://schemas.microsoft.com/office/drawing/2014/main" id="{5796BB0D-5C2E-441E-A72D-3EEA20DF7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991" y="2987936"/>
              <a:ext cx="5402" cy="54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80" name="Freeform 1498">
              <a:extLst>
                <a:ext uri="{FF2B5EF4-FFF2-40B4-BE49-F238E27FC236}">
                  <a16:creationId xmlns:a16="http://schemas.microsoft.com/office/drawing/2014/main" id="{7A846D35-1FB8-4C2E-854F-40B362AB4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388" y="2993333"/>
              <a:ext cx="0" cy="5402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81" name="Freeform 1499">
              <a:extLst>
                <a:ext uri="{FF2B5EF4-FFF2-40B4-BE49-F238E27FC236}">
                  <a16:creationId xmlns:a16="http://schemas.microsoft.com/office/drawing/2014/main" id="{858241BE-2A40-4C79-A4BA-28F06C20B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589" y="300953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82" name="Freeform 1500">
              <a:extLst>
                <a:ext uri="{FF2B5EF4-FFF2-40B4-BE49-F238E27FC236}">
                  <a16:creationId xmlns:a16="http://schemas.microsoft.com/office/drawing/2014/main" id="{32BFF201-A437-4869-B01B-70469EAEF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5790" y="2998735"/>
              <a:ext cx="0" cy="5402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83" name="Freeform 1501">
              <a:extLst>
                <a:ext uri="{FF2B5EF4-FFF2-40B4-BE49-F238E27FC236}">
                  <a16:creationId xmlns:a16="http://schemas.microsoft.com/office/drawing/2014/main" id="{2AB52C8E-07AB-4335-B917-35ACAB8F4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991" y="2987936"/>
              <a:ext cx="5402" cy="540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84" name="Rectangle 1502">
              <a:extLst>
                <a:ext uri="{FF2B5EF4-FFF2-40B4-BE49-F238E27FC236}">
                  <a16:creationId xmlns:a16="http://schemas.microsoft.com/office/drawing/2014/main" id="{C49E7A61-EB63-40C9-9E27-AEFD14C43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1990" y="3014935"/>
              <a:ext cx="5402" cy="54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85" name="Freeform 1503">
              <a:extLst>
                <a:ext uri="{FF2B5EF4-FFF2-40B4-BE49-F238E27FC236}">
                  <a16:creationId xmlns:a16="http://schemas.microsoft.com/office/drawing/2014/main" id="{6CE85DB5-2187-4629-8F77-294113E26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589" y="3009533"/>
              <a:ext cx="5402" cy="540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86" name="Rectangle 1504">
              <a:extLst>
                <a:ext uri="{FF2B5EF4-FFF2-40B4-BE49-F238E27FC236}">
                  <a16:creationId xmlns:a16="http://schemas.microsoft.com/office/drawing/2014/main" id="{F97EB575-B4CA-4FE4-8410-FFBF99975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991" y="2987936"/>
              <a:ext cx="5402" cy="54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87" name="Freeform 1505">
              <a:extLst>
                <a:ext uri="{FF2B5EF4-FFF2-40B4-BE49-F238E27FC236}">
                  <a16:creationId xmlns:a16="http://schemas.microsoft.com/office/drawing/2014/main" id="{1474875D-AE98-4C13-B424-F80ABAA73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591" y="2987936"/>
              <a:ext cx="37798" cy="26999"/>
            </a:xfrm>
            <a:custGeom>
              <a:avLst/>
              <a:gdLst>
                <a:gd name="T0" fmla="*/ 6 w 7"/>
                <a:gd name="T1" fmla="*/ 1 h 5"/>
                <a:gd name="T2" fmla="*/ 3 w 7"/>
                <a:gd name="T3" fmla="*/ 0 h 5"/>
                <a:gd name="T4" fmla="*/ 3 w 7"/>
                <a:gd name="T5" fmla="*/ 2 h 5"/>
                <a:gd name="T6" fmla="*/ 2 w 7"/>
                <a:gd name="T7" fmla="*/ 2 h 5"/>
                <a:gd name="T8" fmla="*/ 2 w 7"/>
                <a:gd name="T9" fmla="*/ 3 h 5"/>
                <a:gd name="T10" fmla="*/ 0 w 7"/>
                <a:gd name="T11" fmla="*/ 5 h 5"/>
                <a:gd name="T12" fmla="*/ 0 w 7"/>
                <a:gd name="T13" fmla="*/ 5 h 5"/>
                <a:gd name="T14" fmla="*/ 7 w 7"/>
                <a:gd name="T15" fmla="*/ 2 h 5"/>
                <a:gd name="T16" fmla="*/ 6 w 7"/>
                <a:gd name="T1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5">
                  <a:moveTo>
                    <a:pt x="6" y="1"/>
                  </a:moveTo>
                  <a:cubicBezTo>
                    <a:pt x="5" y="1"/>
                    <a:pt x="4" y="1"/>
                    <a:pt x="3" y="0"/>
                  </a:cubicBezTo>
                  <a:cubicBezTo>
                    <a:pt x="3" y="1"/>
                    <a:pt x="3" y="1"/>
                    <a:pt x="3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1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4"/>
                    <a:pt x="5" y="3"/>
                    <a:pt x="7" y="2"/>
                  </a:cubicBezTo>
                  <a:cubicBezTo>
                    <a:pt x="6" y="1"/>
                    <a:pt x="6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88" name="Freeform 1506">
              <a:extLst>
                <a:ext uri="{FF2B5EF4-FFF2-40B4-BE49-F238E27FC236}">
                  <a16:creationId xmlns:a16="http://schemas.microsoft.com/office/drawing/2014/main" id="{1C5636D8-BA7B-444D-852B-B1FD0C773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3792" y="2987936"/>
              <a:ext cx="0" cy="10799"/>
            </a:xfrm>
            <a:custGeom>
              <a:avLst/>
              <a:gdLst>
                <a:gd name="T0" fmla="*/ 2 h 2"/>
                <a:gd name="T1" fmla="*/ 0 h 2"/>
                <a:gd name="T2" fmla="*/ 0 h 2"/>
                <a:gd name="T3" fmla="*/ 2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89" name="Freeform 1507">
              <a:extLst>
                <a:ext uri="{FF2B5EF4-FFF2-40B4-BE49-F238E27FC236}">
                  <a16:creationId xmlns:a16="http://schemas.microsoft.com/office/drawing/2014/main" id="{0470F16B-C05D-46AC-8B98-DBD9F97C4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390" y="2998735"/>
              <a:ext cx="0" cy="5402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90" name="Rectangle 1508">
              <a:extLst>
                <a:ext uri="{FF2B5EF4-FFF2-40B4-BE49-F238E27FC236}">
                  <a16:creationId xmlns:a16="http://schemas.microsoft.com/office/drawing/2014/main" id="{54CEF839-D7BE-4115-A478-659C4CB98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591" y="3014935"/>
              <a:ext cx="5402" cy="54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91" name="Freeform 1509">
              <a:extLst>
                <a:ext uri="{FF2B5EF4-FFF2-40B4-BE49-F238E27FC236}">
                  <a16:creationId xmlns:a16="http://schemas.microsoft.com/office/drawing/2014/main" id="{328D52E9-B577-425B-9833-2662EFFED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189" y="2928535"/>
              <a:ext cx="80998" cy="64802"/>
            </a:xfrm>
            <a:custGeom>
              <a:avLst/>
              <a:gdLst>
                <a:gd name="T0" fmla="*/ 5 w 14"/>
                <a:gd name="T1" fmla="*/ 0 h 11"/>
                <a:gd name="T2" fmla="*/ 4 w 14"/>
                <a:gd name="T3" fmla="*/ 2 h 11"/>
                <a:gd name="T4" fmla="*/ 4 w 14"/>
                <a:gd name="T5" fmla="*/ 2 h 11"/>
                <a:gd name="T6" fmla="*/ 3 w 14"/>
                <a:gd name="T7" fmla="*/ 5 h 11"/>
                <a:gd name="T8" fmla="*/ 3 w 14"/>
                <a:gd name="T9" fmla="*/ 5 h 11"/>
                <a:gd name="T10" fmla="*/ 1 w 14"/>
                <a:gd name="T11" fmla="*/ 7 h 11"/>
                <a:gd name="T12" fmla="*/ 1 w 14"/>
                <a:gd name="T13" fmla="*/ 8 h 11"/>
                <a:gd name="T14" fmla="*/ 0 w 14"/>
                <a:gd name="T15" fmla="*/ 9 h 11"/>
                <a:gd name="T16" fmla="*/ 0 w 14"/>
                <a:gd name="T17" fmla="*/ 9 h 11"/>
                <a:gd name="T18" fmla="*/ 0 w 14"/>
                <a:gd name="T19" fmla="*/ 9 h 11"/>
                <a:gd name="T20" fmla="*/ 2 w 14"/>
                <a:gd name="T21" fmla="*/ 9 h 11"/>
                <a:gd name="T22" fmla="*/ 3 w 14"/>
                <a:gd name="T23" fmla="*/ 10 h 11"/>
                <a:gd name="T24" fmla="*/ 5 w 14"/>
                <a:gd name="T25" fmla="*/ 11 h 11"/>
                <a:gd name="T26" fmla="*/ 14 w 14"/>
                <a:gd name="T27" fmla="*/ 0 h 11"/>
                <a:gd name="T28" fmla="*/ 5 w 14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" h="11">
                  <a:moveTo>
                    <a:pt x="5" y="0"/>
                  </a:moveTo>
                  <a:cubicBezTo>
                    <a:pt x="5" y="1"/>
                    <a:pt x="4" y="1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3" y="4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6"/>
                    <a:pt x="2" y="6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" y="8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9"/>
                    <a:pt x="1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4" y="10"/>
                    <a:pt x="5" y="11"/>
                  </a:cubicBezTo>
                  <a:cubicBezTo>
                    <a:pt x="9" y="8"/>
                    <a:pt x="12" y="4"/>
                    <a:pt x="14" y="0"/>
                  </a:cubicBezTo>
                  <a:cubicBezTo>
                    <a:pt x="5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92" name="Freeform 1510">
              <a:extLst>
                <a:ext uri="{FF2B5EF4-FFF2-40B4-BE49-F238E27FC236}">
                  <a16:creationId xmlns:a16="http://schemas.microsoft.com/office/drawing/2014/main" id="{BE9E078D-1D52-4684-BB7B-8C442842A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791" y="293933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93" name="Freeform 1511">
              <a:extLst>
                <a:ext uri="{FF2B5EF4-FFF2-40B4-BE49-F238E27FC236}">
                  <a16:creationId xmlns:a16="http://schemas.microsoft.com/office/drawing/2014/main" id="{193E36DE-38D2-4606-8DC5-B15A5A247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591" y="2971735"/>
              <a:ext cx="0" cy="5402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94" name="Freeform 1512">
              <a:extLst>
                <a:ext uri="{FF2B5EF4-FFF2-40B4-BE49-F238E27FC236}">
                  <a16:creationId xmlns:a16="http://schemas.microsoft.com/office/drawing/2014/main" id="{7E0778AE-56A2-4AF7-8176-4CA271A2C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390" y="29609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95" name="Rectangle 1513">
              <a:extLst>
                <a:ext uri="{FF2B5EF4-FFF2-40B4-BE49-F238E27FC236}">
                  <a16:creationId xmlns:a16="http://schemas.microsoft.com/office/drawing/2014/main" id="{9E8C024E-8939-4401-A5C8-97333E1E7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189" y="2982534"/>
              <a:ext cx="5402" cy="54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96" name="Freeform 1514">
              <a:extLst>
                <a:ext uri="{FF2B5EF4-FFF2-40B4-BE49-F238E27FC236}">
                  <a16:creationId xmlns:a16="http://schemas.microsoft.com/office/drawing/2014/main" id="{6991314D-05B8-486B-8E09-D7105A42E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988" y="2982534"/>
              <a:ext cx="5402" cy="540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97" name="Freeform 1515">
              <a:extLst>
                <a:ext uri="{FF2B5EF4-FFF2-40B4-BE49-F238E27FC236}">
                  <a16:creationId xmlns:a16="http://schemas.microsoft.com/office/drawing/2014/main" id="{54C3E2B5-359B-4607-A774-28C019A94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6992" y="2858336"/>
              <a:ext cx="70199" cy="59401"/>
            </a:xfrm>
            <a:custGeom>
              <a:avLst/>
              <a:gdLst>
                <a:gd name="T0" fmla="*/ 2 w 12"/>
                <a:gd name="T1" fmla="*/ 0 h 10"/>
                <a:gd name="T2" fmla="*/ 2 w 12"/>
                <a:gd name="T3" fmla="*/ 1 h 10"/>
                <a:gd name="T4" fmla="*/ 2 w 12"/>
                <a:gd name="T5" fmla="*/ 3 h 10"/>
                <a:gd name="T6" fmla="*/ 1 w 12"/>
                <a:gd name="T7" fmla="*/ 3 h 10"/>
                <a:gd name="T8" fmla="*/ 0 w 12"/>
                <a:gd name="T9" fmla="*/ 8 h 10"/>
                <a:gd name="T10" fmla="*/ 0 w 12"/>
                <a:gd name="T11" fmla="*/ 8 h 10"/>
                <a:gd name="T12" fmla="*/ 0 w 12"/>
                <a:gd name="T13" fmla="*/ 10 h 10"/>
                <a:gd name="T14" fmla="*/ 0 w 12"/>
                <a:gd name="T15" fmla="*/ 10 h 10"/>
                <a:gd name="T16" fmla="*/ 0 w 12"/>
                <a:gd name="T17" fmla="*/ 10 h 10"/>
                <a:gd name="T18" fmla="*/ 9 w 12"/>
                <a:gd name="T19" fmla="*/ 10 h 10"/>
                <a:gd name="T20" fmla="*/ 12 w 12"/>
                <a:gd name="T21" fmla="*/ 0 h 10"/>
                <a:gd name="T22" fmla="*/ 2 w 12"/>
                <a:gd name="T2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0">
                  <a:moveTo>
                    <a:pt x="2" y="0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6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7"/>
                    <a:pt x="11" y="4"/>
                    <a:pt x="1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98" name="Freeform 1516">
              <a:extLst>
                <a:ext uri="{FF2B5EF4-FFF2-40B4-BE49-F238E27FC236}">
                  <a16:creationId xmlns:a16="http://schemas.microsoft.com/office/drawing/2014/main" id="{F262D93C-F058-44C2-B4E2-FB362383C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791" y="2863733"/>
              <a:ext cx="0" cy="10799"/>
            </a:xfrm>
            <a:custGeom>
              <a:avLst/>
              <a:gdLst>
                <a:gd name="T0" fmla="*/ 0 h 2"/>
                <a:gd name="T1" fmla="*/ 2 h 2"/>
                <a:gd name="T2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99" name="Freeform 1517">
              <a:extLst>
                <a:ext uri="{FF2B5EF4-FFF2-40B4-BE49-F238E27FC236}">
                  <a16:creationId xmlns:a16="http://schemas.microsoft.com/office/drawing/2014/main" id="{3DDED484-1450-4CBC-A6BF-28AF1B165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6992" y="2874532"/>
              <a:ext cx="5402" cy="32401"/>
            </a:xfrm>
            <a:custGeom>
              <a:avLst/>
              <a:gdLst>
                <a:gd name="T0" fmla="*/ 1 w 1"/>
                <a:gd name="T1" fmla="*/ 0 h 5"/>
                <a:gd name="T2" fmla="*/ 0 w 1"/>
                <a:gd name="T3" fmla="*/ 5 h 5"/>
                <a:gd name="T4" fmla="*/ 1 w 1"/>
                <a:gd name="T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">
                  <a:moveTo>
                    <a:pt x="1" y="0"/>
                  </a:moveTo>
                  <a:cubicBezTo>
                    <a:pt x="1" y="1"/>
                    <a:pt x="1" y="3"/>
                    <a:pt x="0" y="5"/>
                  </a:cubicBezTo>
                  <a:cubicBezTo>
                    <a:pt x="1" y="3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00" name="Freeform 1518">
              <a:extLst>
                <a:ext uri="{FF2B5EF4-FFF2-40B4-BE49-F238E27FC236}">
                  <a16:creationId xmlns:a16="http://schemas.microsoft.com/office/drawing/2014/main" id="{E00C8D65-5A3D-4251-9D55-964FCE687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6992" y="2906933"/>
              <a:ext cx="0" cy="10799"/>
            </a:xfrm>
            <a:custGeom>
              <a:avLst/>
              <a:gdLst>
                <a:gd name="T0" fmla="*/ 0 h 2"/>
                <a:gd name="T1" fmla="*/ 2 h 2"/>
                <a:gd name="T2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01" name="Freeform 1519">
              <a:extLst>
                <a:ext uri="{FF2B5EF4-FFF2-40B4-BE49-F238E27FC236}">
                  <a16:creationId xmlns:a16="http://schemas.microsoft.com/office/drawing/2014/main" id="{2EBE905C-6CB9-47AB-8976-B1FEB6970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189" y="2712535"/>
              <a:ext cx="75601" cy="64802"/>
            </a:xfrm>
            <a:custGeom>
              <a:avLst/>
              <a:gdLst>
                <a:gd name="T0" fmla="*/ 13 w 13"/>
                <a:gd name="T1" fmla="*/ 2 h 11"/>
                <a:gd name="T2" fmla="*/ 9 w 13"/>
                <a:gd name="T3" fmla="*/ 0 h 11"/>
                <a:gd name="T4" fmla="*/ 0 w 13"/>
                <a:gd name="T5" fmla="*/ 11 h 11"/>
                <a:gd name="T6" fmla="*/ 9 w 13"/>
                <a:gd name="T7" fmla="*/ 11 h 11"/>
                <a:gd name="T8" fmla="*/ 9 w 13"/>
                <a:gd name="T9" fmla="*/ 11 h 11"/>
                <a:gd name="T10" fmla="*/ 10 w 13"/>
                <a:gd name="T11" fmla="*/ 10 h 11"/>
                <a:gd name="T12" fmla="*/ 10 w 13"/>
                <a:gd name="T13" fmla="*/ 9 h 11"/>
                <a:gd name="T14" fmla="*/ 11 w 13"/>
                <a:gd name="T15" fmla="*/ 6 h 11"/>
                <a:gd name="T16" fmla="*/ 11 w 13"/>
                <a:gd name="T17" fmla="*/ 6 h 11"/>
                <a:gd name="T18" fmla="*/ 12 w 13"/>
                <a:gd name="T19" fmla="*/ 4 h 11"/>
                <a:gd name="T20" fmla="*/ 13 w 13"/>
                <a:gd name="T21" fmla="*/ 3 h 11"/>
                <a:gd name="T22" fmla="*/ 13 w 13"/>
                <a:gd name="T23" fmla="*/ 2 h 11"/>
                <a:gd name="T24" fmla="*/ 13 w 13"/>
                <a:gd name="T25" fmla="*/ 2 h 11"/>
                <a:gd name="T26" fmla="*/ 13 w 13"/>
                <a:gd name="T27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" h="11">
                  <a:moveTo>
                    <a:pt x="13" y="2"/>
                  </a:moveTo>
                  <a:cubicBezTo>
                    <a:pt x="12" y="1"/>
                    <a:pt x="11" y="1"/>
                    <a:pt x="9" y="0"/>
                  </a:cubicBezTo>
                  <a:cubicBezTo>
                    <a:pt x="5" y="3"/>
                    <a:pt x="2" y="7"/>
                    <a:pt x="0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0"/>
                    <a:pt x="10" y="10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8"/>
                    <a:pt x="11" y="7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5"/>
                    <a:pt x="12" y="4"/>
                    <a:pt x="12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2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02" name="Freeform 1520">
              <a:extLst>
                <a:ext uri="{FF2B5EF4-FFF2-40B4-BE49-F238E27FC236}">
                  <a16:creationId xmlns:a16="http://schemas.microsoft.com/office/drawing/2014/main" id="{52EE362F-2F99-4768-818C-8DDDF59FC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3389" y="2728736"/>
              <a:ext cx="5402" cy="5402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03" name="Freeform 1521">
              <a:extLst>
                <a:ext uri="{FF2B5EF4-FFF2-40B4-BE49-F238E27FC236}">
                  <a16:creationId xmlns:a16="http://schemas.microsoft.com/office/drawing/2014/main" id="{ECE7EDE3-424B-4444-9F92-8ABE68A40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991" y="27449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04" name="Freeform 1522">
              <a:extLst>
                <a:ext uri="{FF2B5EF4-FFF2-40B4-BE49-F238E27FC236}">
                  <a16:creationId xmlns:a16="http://schemas.microsoft.com/office/drawing/2014/main" id="{B299E330-564B-4EA4-8FCD-AC41AE4DE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590" y="2766534"/>
              <a:ext cx="0" cy="5402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05" name="Freeform 1523">
              <a:extLst>
                <a:ext uri="{FF2B5EF4-FFF2-40B4-BE49-F238E27FC236}">
                  <a16:creationId xmlns:a16="http://schemas.microsoft.com/office/drawing/2014/main" id="{EF0C5AE2-DA85-4FEB-96CE-478235477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991" y="2680134"/>
              <a:ext cx="53999" cy="43200"/>
            </a:xfrm>
            <a:custGeom>
              <a:avLst/>
              <a:gdLst>
                <a:gd name="T0" fmla="*/ 2 w 9"/>
                <a:gd name="T1" fmla="*/ 3 h 7"/>
                <a:gd name="T2" fmla="*/ 2 w 9"/>
                <a:gd name="T3" fmla="*/ 3 h 7"/>
                <a:gd name="T4" fmla="*/ 2 w 9"/>
                <a:gd name="T5" fmla="*/ 4 h 7"/>
                <a:gd name="T6" fmla="*/ 1 w 9"/>
                <a:gd name="T7" fmla="*/ 4 h 7"/>
                <a:gd name="T8" fmla="*/ 1 w 9"/>
                <a:gd name="T9" fmla="*/ 5 h 7"/>
                <a:gd name="T10" fmla="*/ 0 w 9"/>
                <a:gd name="T11" fmla="*/ 5 h 7"/>
                <a:gd name="T12" fmla="*/ 0 w 9"/>
                <a:gd name="T13" fmla="*/ 6 h 7"/>
                <a:gd name="T14" fmla="*/ 0 w 9"/>
                <a:gd name="T15" fmla="*/ 6 h 7"/>
                <a:gd name="T16" fmla="*/ 1 w 9"/>
                <a:gd name="T17" fmla="*/ 6 h 7"/>
                <a:gd name="T18" fmla="*/ 2 w 9"/>
                <a:gd name="T19" fmla="*/ 6 h 7"/>
                <a:gd name="T20" fmla="*/ 4 w 9"/>
                <a:gd name="T21" fmla="*/ 7 h 7"/>
                <a:gd name="T22" fmla="*/ 5 w 9"/>
                <a:gd name="T23" fmla="*/ 7 h 7"/>
                <a:gd name="T24" fmla="*/ 7 w 9"/>
                <a:gd name="T25" fmla="*/ 7 h 7"/>
                <a:gd name="T26" fmla="*/ 8 w 9"/>
                <a:gd name="T27" fmla="*/ 7 h 7"/>
                <a:gd name="T28" fmla="*/ 9 w 9"/>
                <a:gd name="T29" fmla="*/ 7 h 7"/>
                <a:gd name="T30" fmla="*/ 9 w 9"/>
                <a:gd name="T31" fmla="*/ 0 h 7"/>
                <a:gd name="T32" fmla="*/ 4 w 9"/>
                <a:gd name="T33" fmla="*/ 0 h 7"/>
                <a:gd name="T34" fmla="*/ 2 w 9"/>
                <a:gd name="T35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" h="7">
                  <a:moveTo>
                    <a:pt x="2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3" y="7"/>
                    <a:pt x="3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6" y="7"/>
                    <a:pt x="7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9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7" y="0"/>
                    <a:pt x="6" y="0"/>
                    <a:pt x="4" y="0"/>
                  </a:cubicBezTo>
                  <a:cubicBezTo>
                    <a:pt x="4" y="1"/>
                    <a:pt x="3" y="2"/>
                    <a:pt x="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06" name="Freeform 1524">
              <a:extLst>
                <a:ext uri="{FF2B5EF4-FFF2-40B4-BE49-F238E27FC236}">
                  <a16:creationId xmlns:a16="http://schemas.microsoft.com/office/drawing/2014/main" id="{D5461E85-1D41-40E0-99D3-E94A5B113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392" y="2723334"/>
              <a:ext cx="10799" cy="0"/>
            </a:xfrm>
            <a:custGeom>
              <a:avLst/>
              <a:gdLst>
                <a:gd name="T0" fmla="*/ 0 w 2"/>
                <a:gd name="T1" fmla="*/ 2 w 2"/>
                <a:gd name="T2" fmla="*/ 0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07" name="Freeform 1525">
              <a:extLst>
                <a:ext uri="{FF2B5EF4-FFF2-40B4-BE49-F238E27FC236}">
                  <a16:creationId xmlns:a16="http://schemas.microsoft.com/office/drawing/2014/main" id="{F336CAEA-F37D-4015-BF7F-261FA5C87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3588" y="2723334"/>
              <a:ext cx="5402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08" name="Freeform 1526">
              <a:extLst>
                <a:ext uri="{FF2B5EF4-FFF2-40B4-BE49-F238E27FC236}">
                  <a16:creationId xmlns:a16="http://schemas.microsoft.com/office/drawing/2014/main" id="{F4D61795-F5CA-405C-86F6-984A16799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5790" y="2717932"/>
              <a:ext cx="16201" cy="5402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09" name="Freeform 1527">
              <a:extLst>
                <a:ext uri="{FF2B5EF4-FFF2-40B4-BE49-F238E27FC236}">
                  <a16:creationId xmlns:a16="http://schemas.microsoft.com/office/drawing/2014/main" id="{B93C37FC-1C72-45DD-9F74-7A734E172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991" y="2717932"/>
              <a:ext cx="5402" cy="0"/>
            </a:xfrm>
            <a:custGeom>
              <a:avLst/>
              <a:gdLst>
                <a:gd name="T0" fmla="*/ 0 w 1"/>
                <a:gd name="T1" fmla="*/ 1 w 1"/>
                <a:gd name="T2" fmla="*/ 0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10" name="Freeform 1528">
              <a:extLst>
                <a:ext uri="{FF2B5EF4-FFF2-40B4-BE49-F238E27FC236}">
                  <a16:creationId xmlns:a16="http://schemas.microsoft.com/office/drawing/2014/main" id="{48E6948D-8F6C-46A9-83AC-C61C49609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991" y="2685536"/>
              <a:ext cx="32401" cy="26999"/>
            </a:xfrm>
            <a:custGeom>
              <a:avLst/>
              <a:gdLst>
                <a:gd name="T0" fmla="*/ 1 w 6"/>
                <a:gd name="T1" fmla="*/ 3 h 4"/>
                <a:gd name="T2" fmla="*/ 1 w 6"/>
                <a:gd name="T3" fmla="*/ 3 h 4"/>
                <a:gd name="T4" fmla="*/ 3 w 6"/>
                <a:gd name="T5" fmla="*/ 4 h 4"/>
                <a:gd name="T6" fmla="*/ 4 w 6"/>
                <a:gd name="T7" fmla="*/ 4 h 4"/>
                <a:gd name="T8" fmla="*/ 4 w 6"/>
                <a:gd name="T9" fmla="*/ 3 h 4"/>
                <a:gd name="T10" fmla="*/ 4 w 6"/>
                <a:gd name="T11" fmla="*/ 3 h 4"/>
                <a:gd name="T12" fmla="*/ 5 w 6"/>
                <a:gd name="T13" fmla="*/ 2 h 4"/>
                <a:gd name="T14" fmla="*/ 5 w 6"/>
                <a:gd name="T15" fmla="*/ 2 h 4"/>
                <a:gd name="T16" fmla="*/ 5 w 6"/>
                <a:gd name="T17" fmla="*/ 1 h 4"/>
                <a:gd name="T18" fmla="*/ 6 w 6"/>
                <a:gd name="T19" fmla="*/ 0 h 4"/>
                <a:gd name="T20" fmla="*/ 6 w 6"/>
                <a:gd name="T21" fmla="*/ 0 h 4"/>
                <a:gd name="T22" fmla="*/ 6 w 6"/>
                <a:gd name="T23" fmla="*/ 0 h 4"/>
                <a:gd name="T24" fmla="*/ 0 w 6"/>
                <a:gd name="T25" fmla="*/ 3 h 4"/>
                <a:gd name="T26" fmla="*/ 1 w 6"/>
                <a:gd name="T2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" h="4"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2" y="4"/>
                    <a:pt x="3" y="4"/>
                    <a:pt x="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1"/>
                    <a:pt x="2" y="2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11" name="Freeform 1529">
              <a:extLst>
                <a:ext uri="{FF2B5EF4-FFF2-40B4-BE49-F238E27FC236}">
                  <a16:creationId xmlns:a16="http://schemas.microsoft.com/office/drawing/2014/main" id="{4F0C30E2-49AF-43CC-8DF6-DBAA18B5A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991" y="2707133"/>
              <a:ext cx="5402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12" name="Freeform 1530">
              <a:extLst>
                <a:ext uri="{FF2B5EF4-FFF2-40B4-BE49-F238E27FC236}">
                  <a16:creationId xmlns:a16="http://schemas.microsoft.com/office/drawing/2014/main" id="{9EF7F835-8E1C-48F6-94BD-5A90E18CC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3389" y="2707133"/>
              <a:ext cx="10799" cy="5402"/>
            </a:xfrm>
            <a:custGeom>
              <a:avLst/>
              <a:gdLst>
                <a:gd name="T0" fmla="*/ 2 w 2"/>
                <a:gd name="T1" fmla="*/ 1 h 1"/>
                <a:gd name="T2" fmla="*/ 2 w 2"/>
                <a:gd name="T3" fmla="*/ 1 h 1"/>
                <a:gd name="T4" fmla="*/ 0 w 2"/>
                <a:gd name="T5" fmla="*/ 0 h 1"/>
                <a:gd name="T6" fmla="*/ 2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0" y="0"/>
                  </a:cubicBezTo>
                  <a:cubicBezTo>
                    <a:pt x="1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13" name="Freeform 1531">
              <a:extLst>
                <a:ext uri="{FF2B5EF4-FFF2-40B4-BE49-F238E27FC236}">
                  <a16:creationId xmlns:a16="http://schemas.microsoft.com/office/drawing/2014/main" id="{9BD30D27-67F2-4F05-A18E-A8380549E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388" y="268553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14" name="Freeform 1532">
              <a:extLst>
                <a:ext uri="{FF2B5EF4-FFF2-40B4-BE49-F238E27FC236}">
                  <a16:creationId xmlns:a16="http://schemas.microsoft.com/office/drawing/2014/main" id="{9E40D4D4-00FD-4BDB-BC15-AA4EB7D4E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589" y="2707133"/>
              <a:ext cx="0" cy="5402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15" name="Freeform 1533">
              <a:extLst>
                <a:ext uri="{FF2B5EF4-FFF2-40B4-BE49-F238E27FC236}">
                  <a16:creationId xmlns:a16="http://schemas.microsoft.com/office/drawing/2014/main" id="{40BB7C5C-2A53-4010-9377-E586B785D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589" y="2701732"/>
              <a:ext cx="5402" cy="5402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16" name="Freeform 1534">
              <a:extLst>
                <a:ext uri="{FF2B5EF4-FFF2-40B4-BE49-F238E27FC236}">
                  <a16:creationId xmlns:a16="http://schemas.microsoft.com/office/drawing/2014/main" id="{4D3CDAC7-B59D-4419-A801-E746D97E1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991" y="2696335"/>
              <a:ext cx="0" cy="5402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17" name="Freeform 1535">
              <a:extLst>
                <a:ext uri="{FF2B5EF4-FFF2-40B4-BE49-F238E27FC236}">
                  <a16:creationId xmlns:a16="http://schemas.microsoft.com/office/drawing/2014/main" id="{717301B7-53E0-4E1E-9FDA-E7F07E1AF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189" y="2928535"/>
              <a:ext cx="75601" cy="59401"/>
            </a:xfrm>
            <a:custGeom>
              <a:avLst/>
              <a:gdLst>
                <a:gd name="T0" fmla="*/ 13 w 13"/>
                <a:gd name="T1" fmla="*/ 8 h 10"/>
                <a:gd name="T2" fmla="*/ 12 w 13"/>
                <a:gd name="T3" fmla="*/ 7 h 10"/>
                <a:gd name="T4" fmla="*/ 11 w 13"/>
                <a:gd name="T5" fmla="*/ 5 h 10"/>
                <a:gd name="T6" fmla="*/ 11 w 13"/>
                <a:gd name="T7" fmla="*/ 5 h 10"/>
                <a:gd name="T8" fmla="*/ 10 w 13"/>
                <a:gd name="T9" fmla="*/ 2 h 10"/>
                <a:gd name="T10" fmla="*/ 10 w 13"/>
                <a:gd name="T11" fmla="*/ 2 h 10"/>
                <a:gd name="T12" fmla="*/ 9 w 13"/>
                <a:gd name="T13" fmla="*/ 0 h 10"/>
                <a:gd name="T14" fmla="*/ 9 w 13"/>
                <a:gd name="T15" fmla="*/ 0 h 10"/>
                <a:gd name="T16" fmla="*/ 0 w 13"/>
                <a:gd name="T17" fmla="*/ 0 h 10"/>
                <a:gd name="T18" fmla="*/ 9 w 13"/>
                <a:gd name="T19" fmla="*/ 10 h 10"/>
                <a:gd name="T20" fmla="*/ 11 w 13"/>
                <a:gd name="T21" fmla="*/ 10 h 10"/>
                <a:gd name="T22" fmla="*/ 12 w 13"/>
                <a:gd name="T23" fmla="*/ 9 h 10"/>
                <a:gd name="T24" fmla="*/ 13 w 13"/>
                <a:gd name="T25" fmla="*/ 9 h 10"/>
                <a:gd name="T26" fmla="*/ 13 w 13"/>
                <a:gd name="T27" fmla="*/ 9 h 10"/>
                <a:gd name="T28" fmla="*/ 13 w 13"/>
                <a:gd name="T29" fmla="*/ 9 h 10"/>
                <a:gd name="T30" fmla="*/ 13 w 13"/>
                <a:gd name="T31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0">
                  <a:moveTo>
                    <a:pt x="13" y="8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2" y="6"/>
                    <a:pt x="12" y="6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1"/>
                    <a:pt x="9" y="1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5" y="8"/>
                    <a:pt x="9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3" y="9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9"/>
                    <a:pt x="13" y="8"/>
                    <a:pt x="13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18" name="Freeform 1536">
              <a:extLst>
                <a:ext uri="{FF2B5EF4-FFF2-40B4-BE49-F238E27FC236}">
                  <a16:creationId xmlns:a16="http://schemas.microsoft.com/office/drawing/2014/main" id="{A63B0F9E-EE9A-4526-9394-71FB8E92B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3389" y="2971735"/>
              <a:ext cx="5402" cy="540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19" name="Freeform 1537">
              <a:extLst>
                <a:ext uri="{FF2B5EF4-FFF2-40B4-BE49-F238E27FC236}">
                  <a16:creationId xmlns:a16="http://schemas.microsoft.com/office/drawing/2014/main" id="{924DB25E-C420-4337-B19F-1497F992E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991" y="29609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20" name="Freeform 1538">
              <a:extLst>
                <a:ext uri="{FF2B5EF4-FFF2-40B4-BE49-F238E27FC236}">
                  <a16:creationId xmlns:a16="http://schemas.microsoft.com/office/drawing/2014/main" id="{669222BE-1B6D-434C-85AA-9FF575399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590" y="293933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21" name="Freeform 1539">
              <a:extLst>
                <a:ext uri="{FF2B5EF4-FFF2-40B4-BE49-F238E27FC236}">
                  <a16:creationId xmlns:a16="http://schemas.microsoft.com/office/drawing/2014/main" id="{E659F95B-4D5F-41C9-BF70-67DE4D9B5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991" y="2982534"/>
              <a:ext cx="5402" cy="5402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22" name="Rectangle 1540">
              <a:extLst>
                <a:ext uri="{FF2B5EF4-FFF2-40B4-BE49-F238E27FC236}">
                  <a16:creationId xmlns:a16="http://schemas.microsoft.com/office/drawing/2014/main" id="{C8BC884E-1AB3-4062-A65C-7F1B1EECF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8790" y="2982534"/>
              <a:ext cx="5402" cy="54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23" name="Freeform 1541">
              <a:extLst>
                <a:ext uri="{FF2B5EF4-FFF2-40B4-BE49-F238E27FC236}">
                  <a16:creationId xmlns:a16="http://schemas.microsoft.com/office/drawing/2014/main" id="{B39D7141-0AA1-4A90-9E26-4F80FDAD0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989" y="2858336"/>
              <a:ext cx="70199" cy="59401"/>
            </a:xfrm>
            <a:custGeom>
              <a:avLst/>
              <a:gdLst>
                <a:gd name="T0" fmla="*/ 11 w 12"/>
                <a:gd name="T1" fmla="*/ 8 h 10"/>
                <a:gd name="T2" fmla="*/ 11 w 12"/>
                <a:gd name="T3" fmla="*/ 6 h 10"/>
                <a:gd name="T4" fmla="*/ 10 w 12"/>
                <a:gd name="T5" fmla="*/ 5 h 10"/>
                <a:gd name="T6" fmla="*/ 10 w 12"/>
                <a:gd name="T7" fmla="*/ 3 h 10"/>
                <a:gd name="T8" fmla="*/ 10 w 12"/>
                <a:gd name="T9" fmla="*/ 2 h 10"/>
                <a:gd name="T10" fmla="*/ 10 w 12"/>
                <a:gd name="T11" fmla="*/ 0 h 10"/>
                <a:gd name="T12" fmla="*/ 10 w 12"/>
                <a:gd name="T13" fmla="*/ 0 h 10"/>
                <a:gd name="T14" fmla="*/ 0 w 12"/>
                <a:gd name="T15" fmla="*/ 0 h 10"/>
                <a:gd name="T16" fmla="*/ 2 w 12"/>
                <a:gd name="T17" fmla="*/ 10 h 10"/>
                <a:gd name="T18" fmla="*/ 12 w 12"/>
                <a:gd name="T19" fmla="*/ 10 h 10"/>
                <a:gd name="T20" fmla="*/ 12 w 12"/>
                <a:gd name="T21" fmla="*/ 10 h 10"/>
                <a:gd name="T22" fmla="*/ 11 w 12"/>
                <a:gd name="T23" fmla="*/ 9 h 10"/>
                <a:gd name="T24" fmla="*/ 11 w 12"/>
                <a:gd name="T25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10">
                  <a:moveTo>
                    <a:pt x="11" y="8"/>
                  </a:moveTo>
                  <a:cubicBezTo>
                    <a:pt x="11" y="8"/>
                    <a:pt x="11" y="7"/>
                    <a:pt x="11" y="6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0" y="4"/>
                    <a:pt x="10" y="3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1"/>
                    <a:pt x="10" y="1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1" y="7"/>
                    <a:pt x="2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9"/>
                    <a:pt x="11" y="9"/>
                    <a:pt x="11" y="9"/>
                  </a:cubicBezTo>
                  <a:lnTo>
                    <a:pt x="11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24" name="Freeform 1542">
              <a:extLst>
                <a:ext uri="{FF2B5EF4-FFF2-40B4-BE49-F238E27FC236}">
                  <a16:creationId xmlns:a16="http://schemas.microsoft.com/office/drawing/2014/main" id="{D5569C5E-FCE7-48F3-9895-C8A2D864A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992" y="2885335"/>
              <a:ext cx="10799" cy="10799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25" name="Freeform 1543">
              <a:extLst>
                <a:ext uri="{FF2B5EF4-FFF2-40B4-BE49-F238E27FC236}">
                  <a16:creationId xmlns:a16="http://schemas.microsoft.com/office/drawing/2014/main" id="{FA395E6D-F514-4C9D-87D3-9DE0028EF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992" y="2869135"/>
              <a:ext cx="0" cy="5402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26" name="Freeform 1544">
              <a:extLst>
                <a:ext uri="{FF2B5EF4-FFF2-40B4-BE49-F238E27FC236}">
                  <a16:creationId xmlns:a16="http://schemas.microsoft.com/office/drawing/2014/main" id="{50620306-F56D-4275-B0AE-18C645B42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1791" y="2906933"/>
              <a:ext cx="0" cy="5402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27" name="Freeform 1545">
              <a:extLst>
                <a:ext uri="{FF2B5EF4-FFF2-40B4-BE49-F238E27FC236}">
                  <a16:creationId xmlns:a16="http://schemas.microsoft.com/office/drawing/2014/main" id="{DFD62C4A-66D1-4A55-9D46-72F02588A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989" y="2788132"/>
              <a:ext cx="70199" cy="64802"/>
            </a:xfrm>
            <a:custGeom>
              <a:avLst/>
              <a:gdLst>
                <a:gd name="T0" fmla="*/ 2 w 12"/>
                <a:gd name="T1" fmla="*/ 0 h 11"/>
                <a:gd name="T2" fmla="*/ 0 w 12"/>
                <a:gd name="T3" fmla="*/ 11 h 11"/>
                <a:gd name="T4" fmla="*/ 10 w 12"/>
                <a:gd name="T5" fmla="*/ 11 h 11"/>
                <a:gd name="T6" fmla="*/ 10 w 12"/>
                <a:gd name="T7" fmla="*/ 5 h 11"/>
                <a:gd name="T8" fmla="*/ 11 w 12"/>
                <a:gd name="T9" fmla="*/ 4 h 11"/>
                <a:gd name="T10" fmla="*/ 11 w 12"/>
                <a:gd name="T11" fmla="*/ 2 h 11"/>
                <a:gd name="T12" fmla="*/ 11 w 12"/>
                <a:gd name="T13" fmla="*/ 1 h 11"/>
                <a:gd name="T14" fmla="*/ 12 w 12"/>
                <a:gd name="T15" fmla="*/ 0 h 11"/>
                <a:gd name="T16" fmla="*/ 12 w 12"/>
                <a:gd name="T17" fmla="*/ 0 h 11"/>
                <a:gd name="T18" fmla="*/ 2 w 12"/>
                <a:gd name="T1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1">
                  <a:moveTo>
                    <a:pt x="2" y="0"/>
                  </a:moveTo>
                  <a:cubicBezTo>
                    <a:pt x="0" y="3"/>
                    <a:pt x="0" y="7"/>
                    <a:pt x="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9"/>
                    <a:pt x="10" y="7"/>
                    <a:pt x="10" y="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3"/>
                    <a:pt x="11" y="2"/>
                  </a:cubicBezTo>
                  <a:cubicBezTo>
                    <a:pt x="11" y="2"/>
                    <a:pt x="11" y="1"/>
                    <a:pt x="11" y="1"/>
                  </a:cubicBezTo>
                  <a:cubicBezTo>
                    <a:pt x="11" y="1"/>
                    <a:pt x="11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28" name="Freeform 1546">
              <a:extLst>
                <a:ext uri="{FF2B5EF4-FFF2-40B4-BE49-F238E27FC236}">
                  <a16:creationId xmlns:a16="http://schemas.microsoft.com/office/drawing/2014/main" id="{E828A68C-FFFB-4FAE-AFEE-964D7BFAE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1791" y="2793533"/>
              <a:ext cx="0" cy="5402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29" name="Freeform 1547">
              <a:extLst>
                <a:ext uri="{FF2B5EF4-FFF2-40B4-BE49-F238E27FC236}">
                  <a16:creationId xmlns:a16="http://schemas.microsoft.com/office/drawing/2014/main" id="{8B5A0789-5B6A-4EF7-93A0-9B18E33F5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992" y="2809734"/>
              <a:ext cx="10799" cy="5402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30" name="Freeform 1548">
              <a:extLst>
                <a:ext uri="{FF2B5EF4-FFF2-40B4-BE49-F238E27FC236}">
                  <a16:creationId xmlns:a16="http://schemas.microsoft.com/office/drawing/2014/main" id="{309B82B8-4B71-45ED-B631-871911B7C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390" y="2804332"/>
              <a:ext cx="351002" cy="615599"/>
            </a:xfrm>
            <a:custGeom>
              <a:avLst/>
              <a:gdLst>
                <a:gd name="T0" fmla="*/ 29 w 59"/>
                <a:gd name="T1" fmla="*/ 35 h 104"/>
                <a:gd name="T2" fmla="*/ 21 w 59"/>
                <a:gd name="T3" fmla="*/ 39 h 104"/>
                <a:gd name="T4" fmla="*/ 37 w 59"/>
                <a:gd name="T5" fmla="*/ 56 h 104"/>
                <a:gd name="T6" fmla="*/ 34 w 59"/>
                <a:gd name="T7" fmla="*/ 64 h 104"/>
                <a:gd name="T8" fmla="*/ 15 w 59"/>
                <a:gd name="T9" fmla="*/ 47 h 104"/>
                <a:gd name="T10" fmla="*/ 7 w 59"/>
                <a:gd name="T11" fmla="*/ 1 h 104"/>
                <a:gd name="T12" fmla="*/ 1 w 59"/>
                <a:gd name="T13" fmla="*/ 56 h 104"/>
                <a:gd name="T14" fmla="*/ 26 w 59"/>
                <a:gd name="T15" fmla="*/ 99 h 104"/>
                <a:gd name="T16" fmla="*/ 58 w 59"/>
                <a:gd name="T17" fmla="*/ 102 h 104"/>
                <a:gd name="T18" fmla="*/ 56 w 59"/>
                <a:gd name="T19" fmla="*/ 54 h 104"/>
                <a:gd name="T20" fmla="*/ 29 w 59"/>
                <a:gd name="T21" fmla="*/ 3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4">
                  <a:moveTo>
                    <a:pt x="29" y="35"/>
                  </a:moveTo>
                  <a:cubicBezTo>
                    <a:pt x="27" y="33"/>
                    <a:pt x="22" y="33"/>
                    <a:pt x="21" y="39"/>
                  </a:cubicBezTo>
                  <a:cubicBezTo>
                    <a:pt x="21" y="45"/>
                    <a:pt x="35" y="51"/>
                    <a:pt x="37" y="56"/>
                  </a:cubicBezTo>
                  <a:cubicBezTo>
                    <a:pt x="40" y="61"/>
                    <a:pt x="38" y="63"/>
                    <a:pt x="34" y="64"/>
                  </a:cubicBezTo>
                  <a:cubicBezTo>
                    <a:pt x="30" y="64"/>
                    <a:pt x="17" y="49"/>
                    <a:pt x="15" y="47"/>
                  </a:cubicBezTo>
                  <a:cubicBezTo>
                    <a:pt x="13" y="44"/>
                    <a:pt x="15" y="1"/>
                    <a:pt x="7" y="1"/>
                  </a:cubicBezTo>
                  <a:cubicBezTo>
                    <a:pt x="0" y="0"/>
                    <a:pt x="0" y="18"/>
                    <a:pt x="1" y="56"/>
                  </a:cubicBezTo>
                  <a:cubicBezTo>
                    <a:pt x="27" y="85"/>
                    <a:pt x="26" y="99"/>
                    <a:pt x="26" y="99"/>
                  </a:cubicBezTo>
                  <a:cubicBezTo>
                    <a:pt x="26" y="99"/>
                    <a:pt x="52" y="104"/>
                    <a:pt x="58" y="102"/>
                  </a:cubicBezTo>
                  <a:cubicBezTo>
                    <a:pt x="58" y="102"/>
                    <a:pt x="59" y="60"/>
                    <a:pt x="56" y="54"/>
                  </a:cubicBezTo>
                  <a:cubicBezTo>
                    <a:pt x="54" y="48"/>
                    <a:pt x="32" y="37"/>
                    <a:pt x="29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31" name="Freeform 1549">
              <a:extLst>
                <a:ext uri="{FF2B5EF4-FFF2-40B4-BE49-F238E27FC236}">
                  <a16:creationId xmlns:a16="http://schemas.microsoft.com/office/drawing/2014/main" id="{14089739-BCE5-4CC5-AD2C-C82640E55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788" y="2804332"/>
              <a:ext cx="345600" cy="615599"/>
            </a:xfrm>
            <a:custGeom>
              <a:avLst/>
              <a:gdLst>
                <a:gd name="T0" fmla="*/ 51 w 59"/>
                <a:gd name="T1" fmla="*/ 1 h 104"/>
                <a:gd name="T2" fmla="*/ 43 w 59"/>
                <a:gd name="T3" fmla="*/ 47 h 104"/>
                <a:gd name="T4" fmla="*/ 25 w 59"/>
                <a:gd name="T5" fmla="*/ 64 h 104"/>
                <a:gd name="T6" fmla="*/ 21 w 59"/>
                <a:gd name="T7" fmla="*/ 56 h 104"/>
                <a:gd name="T8" fmla="*/ 37 w 59"/>
                <a:gd name="T9" fmla="*/ 39 h 104"/>
                <a:gd name="T10" fmla="*/ 29 w 59"/>
                <a:gd name="T11" fmla="*/ 35 h 104"/>
                <a:gd name="T12" fmla="*/ 2 w 59"/>
                <a:gd name="T13" fmla="*/ 54 h 104"/>
                <a:gd name="T14" fmla="*/ 1 w 59"/>
                <a:gd name="T15" fmla="*/ 102 h 104"/>
                <a:gd name="T16" fmla="*/ 32 w 59"/>
                <a:gd name="T17" fmla="*/ 99 h 104"/>
                <a:gd name="T18" fmla="*/ 58 w 59"/>
                <a:gd name="T19" fmla="*/ 56 h 104"/>
                <a:gd name="T20" fmla="*/ 51 w 59"/>
                <a:gd name="T21" fmla="*/ 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4">
                  <a:moveTo>
                    <a:pt x="51" y="1"/>
                  </a:moveTo>
                  <a:cubicBezTo>
                    <a:pt x="43" y="1"/>
                    <a:pt x="45" y="44"/>
                    <a:pt x="43" y="47"/>
                  </a:cubicBezTo>
                  <a:cubicBezTo>
                    <a:pt x="42" y="49"/>
                    <a:pt x="29" y="64"/>
                    <a:pt x="25" y="64"/>
                  </a:cubicBezTo>
                  <a:cubicBezTo>
                    <a:pt x="21" y="63"/>
                    <a:pt x="19" y="61"/>
                    <a:pt x="21" y="56"/>
                  </a:cubicBezTo>
                  <a:cubicBezTo>
                    <a:pt x="23" y="51"/>
                    <a:pt x="38" y="45"/>
                    <a:pt x="37" y="39"/>
                  </a:cubicBezTo>
                  <a:cubicBezTo>
                    <a:pt x="37" y="33"/>
                    <a:pt x="32" y="33"/>
                    <a:pt x="29" y="35"/>
                  </a:cubicBezTo>
                  <a:cubicBezTo>
                    <a:pt x="27" y="37"/>
                    <a:pt x="5" y="48"/>
                    <a:pt x="2" y="54"/>
                  </a:cubicBezTo>
                  <a:cubicBezTo>
                    <a:pt x="0" y="60"/>
                    <a:pt x="1" y="102"/>
                    <a:pt x="1" y="102"/>
                  </a:cubicBezTo>
                  <a:cubicBezTo>
                    <a:pt x="7" y="104"/>
                    <a:pt x="32" y="99"/>
                    <a:pt x="32" y="99"/>
                  </a:cubicBezTo>
                  <a:cubicBezTo>
                    <a:pt x="32" y="99"/>
                    <a:pt x="32" y="85"/>
                    <a:pt x="58" y="56"/>
                  </a:cubicBezTo>
                  <a:cubicBezTo>
                    <a:pt x="59" y="18"/>
                    <a:pt x="59" y="0"/>
                    <a:pt x="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sp>
        <p:nvSpPr>
          <p:cNvPr id="269" name="Oval 444">
            <a:extLst>
              <a:ext uri="{FF2B5EF4-FFF2-40B4-BE49-F238E27FC236}">
                <a16:creationId xmlns:a16="http://schemas.microsoft.com/office/drawing/2014/main" id="{9AEDE3A0-E28B-4A6A-8B60-0F8FA1C72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146" y="2507334"/>
            <a:ext cx="1080000" cy="1080000"/>
          </a:xfrm>
          <a:prstGeom prst="ellipse">
            <a:avLst/>
          </a:prstGeom>
          <a:solidFill>
            <a:srgbClr val="F399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Segoe UI Light"/>
              <a:ea typeface="微软雅黑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181A0C9-47D6-47BA-BB40-EF98FE95E073}"/>
              </a:ext>
            </a:extLst>
          </p:cNvPr>
          <p:cNvGrpSpPr/>
          <p:nvPr/>
        </p:nvGrpSpPr>
        <p:grpSpPr>
          <a:xfrm>
            <a:off x="2312947" y="2723334"/>
            <a:ext cx="815402" cy="610197"/>
            <a:chOff x="2312947" y="2723334"/>
            <a:chExt cx="815402" cy="610197"/>
          </a:xfrm>
        </p:grpSpPr>
        <p:sp>
          <p:nvSpPr>
            <p:cNvPr id="270" name="Freeform 468">
              <a:extLst>
                <a:ext uri="{FF2B5EF4-FFF2-40B4-BE49-F238E27FC236}">
                  <a16:creationId xmlns:a16="http://schemas.microsoft.com/office/drawing/2014/main" id="{47DF8D91-1FCC-484A-83FB-EF3DD6437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947" y="2734133"/>
              <a:ext cx="815398" cy="599398"/>
            </a:xfrm>
            <a:custGeom>
              <a:avLst/>
              <a:gdLst>
                <a:gd name="T0" fmla="*/ 16 w 151"/>
                <a:gd name="T1" fmla="*/ 0 h 111"/>
                <a:gd name="T2" fmla="*/ 0 w 151"/>
                <a:gd name="T3" fmla="*/ 0 h 111"/>
                <a:gd name="T4" fmla="*/ 0 w 151"/>
                <a:gd name="T5" fmla="*/ 111 h 111"/>
                <a:gd name="T6" fmla="*/ 151 w 151"/>
                <a:gd name="T7" fmla="*/ 111 h 111"/>
                <a:gd name="T8" fmla="*/ 151 w 151"/>
                <a:gd name="T9" fmla="*/ 95 h 111"/>
                <a:gd name="T10" fmla="*/ 16 w 151"/>
                <a:gd name="T11" fmla="*/ 95 h 111"/>
                <a:gd name="T12" fmla="*/ 16 w 151"/>
                <a:gd name="T13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11">
                  <a:moveTo>
                    <a:pt x="16" y="0"/>
                  </a:moveTo>
                  <a:lnTo>
                    <a:pt x="0" y="0"/>
                  </a:lnTo>
                  <a:lnTo>
                    <a:pt x="0" y="111"/>
                  </a:lnTo>
                  <a:lnTo>
                    <a:pt x="151" y="111"/>
                  </a:lnTo>
                  <a:lnTo>
                    <a:pt x="151" y="95"/>
                  </a:lnTo>
                  <a:lnTo>
                    <a:pt x="16" y="9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71" name="Freeform 469">
              <a:extLst>
                <a:ext uri="{FF2B5EF4-FFF2-40B4-BE49-F238E27FC236}">
                  <a16:creationId xmlns:a16="http://schemas.microsoft.com/office/drawing/2014/main" id="{7C87FD92-FEEB-42A9-9203-37302F22C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7149" y="2723334"/>
              <a:ext cx="691200" cy="394202"/>
            </a:xfrm>
            <a:custGeom>
              <a:avLst/>
              <a:gdLst>
                <a:gd name="T0" fmla="*/ 115 w 117"/>
                <a:gd name="T1" fmla="*/ 1 h 67"/>
                <a:gd name="T2" fmla="*/ 110 w 117"/>
                <a:gd name="T3" fmla="*/ 2 h 67"/>
                <a:gd name="T4" fmla="*/ 81 w 117"/>
                <a:gd name="T5" fmla="*/ 47 h 67"/>
                <a:gd name="T6" fmla="*/ 39 w 117"/>
                <a:gd name="T7" fmla="*/ 17 h 67"/>
                <a:gd name="T8" fmla="*/ 1 w 117"/>
                <a:gd name="T9" fmla="*/ 61 h 67"/>
                <a:gd name="T10" fmla="*/ 2 w 117"/>
                <a:gd name="T11" fmla="*/ 66 h 67"/>
                <a:gd name="T12" fmla="*/ 4 w 117"/>
                <a:gd name="T13" fmla="*/ 67 h 67"/>
                <a:gd name="T14" fmla="*/ 7 w 117"/>
                <a:gd name="T15" fmla="*/ 66 h 67"/>
                <a:gd name="T16" fmla="*/ 40 w 117"/>
                <a:gd name="T17" fmla="*/ 27 h 67"/>
                <a:gd name="T18" fmla="*/ 83 w 117"/>
                <a:gd name="T19" fmla="*/ 58 h 67"/>
                <a:gd name="T20" fmla="*/ 116 w 117"/>
                <a:gd name="T21" fmla="*/ 6 h 67"/>
                <a:gd name="T22" fmla="*/ 115 w 117"/>
                <a:gd name="T23" fmla="*/ 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7" h="67">
                  <a:moveTo>
                    <a:pt x="115" y="1"/>
                  </a:moveTo>
                  <a:cubicBezTo>
                    <a:pt x="113" y="0"/>
                    <a:pt x="111" y="1"/>
                    <a:pt x="110" y="2"/>
                  </a:cubicBezTo>
                  <a:cubicBezTo>
                    <a:pt x="81" y="47"/>
                    <a:pt x="81" y="47"/>
                    <a:pt x="81" y="47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0" y="63"/>
                    <a:pt x="0" y="65"/>
                    <a:pt x="2" y="66"/>
                  </a:cubicBezTo>
                  <a:cubicBezTo>
                    <a:pt x="2" y="67"/>
                    <a:pt x="3" y="67"/>
                    <a:pt x="4" y="67"/>
                  </a:cubicBezTo>
                  <a:cubicBezTo>
                    <a:pt x="5" y="67"/>
                    <a:pt x="6" y="67"/>
                    <a:pt x="7" y="66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83" y="58"/>
                    <a:pt x="83" y="58"/>
                    <a:pt x="83" y="58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17" y="5"/>
                    <a:pt x="117" y="2"/>
                    <a:pt x="1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72" name="Freeform 470">
              <a:extLst>
                <a:ext uri="{FF2B5EF4-FFF2-40B4-BE49-F238E27FC236}">
                  <a16:creationId xmlns:a16="http://schemas.microsoft.com/office/drawing/2014/main" id="{239F70CA-1568-47C9-86FD-B3332EAEB8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46" y="3009533"/>
              <a:ext cx="637201" cy="189001"/>
            </a:xfrm>
            <a:custGeom>
              <a:avLst/>
              <a:gdLst>
                <a:gd name="T0" fmla="*/ 103 w 109"/>
                <a:gd name="T1" fmla="*/ 8 h 32"/>
                <a:gd name="T2" fmla="*/ 69 w 109"/>
                <a:gd name="T3" fmla="*/ 23 h 32"/>
                <a:gd name="T4" fmla="*/ 40 w 109"/>
                <a:gd name="T5" fmla="*/ 0 h 32"/>
                <a:gd name="T6" fmla="*/ 3 w 109"/>
                <a:gd name="T7" fmla="*/ 21 h 32"/>
                <a:gd name="T8" fmla="*/ 1 w 109"/>
                <a:gd name="T9" fmla="*/ 26 h 32"/>
                <a:gd name="T10" fmla="*/ 6 w 109"/>
                <a:gd name="T11" fmla="*/ 28 h 32"/>
                <a:gd name="T12" fmla="*/ 40 w 109"/>
                <a:gd name="T13" fmla="*/ 9 h 32"/>
                <a:gd name="T14" fmla="*/ 68 w 109"/>
                <a:gd name="T15" fmla="*/ 32 h 32"/>
                <a:gd name="T16" fmla="*/ 106 w 109"/>
                <a:gd name="T17" fmla="*/ 15 h 32"/>
                <a:gd name="T18" fmla="*/ 108 w 109"/>
                <a:gd name="T19" fmla="*/ 10 h 32"/>
                <a:gd name="T20" fmla="*/ 103 w 109"/>
                <a:gd name="T21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9" h="32">
                  <a:moveTo>
                    <a:pt x="103" y="8"/>
                  </a:moveTo>
                  <a:cubicBezTo>
                    <a:pt x="69" y="23"/>
                    <a:pt x="69" y="23"/>
                    <a:pt x="69" y="23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1" y="22"/>
                    <a:pt x="0" y="25"/>
                    <a:pt x="1" y="26"/>
                  </a:cubicBezTo>
                  <a:cubicBezTo>
                    <a:pt x="2" y="28"/>
                    <a:pt x="5" y="29"/>
                    <a:pt x="6" y="28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08" y="14"/>
                    <a:pt x="109" y="12"/>
                    <a:pt x="108" y="10"/>
                  </a:cubicBezTo>
                  <a:cubicBezTo>
                    <a:pt x="107" y="8"/>
                    <a:pt x="105" y="7"/>
                    <a:pt x="103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grpSp>
        <p:nvGrpSpPr>
          <p:cNvPr id="291" name="组合 290">
            <a:extLst>
              <a:ext uri="{FF2B5EF4-FFF2-40B4-BE49-F238E27FC236}">
                <a16:creationId xmlns:a16="http://schemas.microsoft.com/office/drawing/2014/main" id="{A236BF43-EDAD-44A4-A8F6-7F165445426B}"/>
              </a:ext>
            </a:extLst>
          </p:cNvPr>
          <p:cNvGrpSpPr>
            <a:grpSpLocks noChangeAspect="1"/>
          </p:cNvGrpSpPr>
          <p:nvPr/>
        </p:nvGrpSpPr>
        <p:grpSpPr>
          <a:xfrm>
            <a:off x="7261934" y="2507334"/>
            <a:ext cx="1074544" cy="1080000"/>
            <a:chOff x="6449616" y="1869282"/>
            <a:chExt cx="234553" cy="235744"/>
          </a:xfrm>
        </p:grpSpPr>
        <p:sp>
          <p:nvSpPr>
            <p:cNvPr id="289" name="Oval 2324">
              <a:extLst>
                <a:ext uri="{FF2B5EF4-FFF2-40B4-BE49-F238E27FC236}">
                  <a16:creationId xmlns:a16="http://schemas.microsoft.com/office/drawing/2014/main" id="{617F5838-D9D3-4BC0-B24C-4A5CDFF7E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616" y="1869282"/>
              <a:ext cx="234553" cy="235744"/>
            </a:xfrm>
            <a:prstGeom prst="ellipse">
              <a:avLst/>
            </a:prstGeom>
            <a:solidFill>
              <a:srgbClr val="249D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90" name="Freeform 2384">
              <a:extLst>
                <a:ext uri="{FF2B5EF4-FFF2-40B4-BE49-F238E27FC236}">
                  <a16:creationId xmlns:a16="http://schemas.microsoft.com/office/drawing/2014/main" id="{7283C6EC-4095-437C-945A-8F4EB61C4D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00813" y="1903810"/>
              <a:ext cx="153591" cy="161925"/>
            </a:xfrm>
            <a:custGeom>
              <a:avLst/>
              <a:gdLst>
                <a:gd name="T0" fmla="*/ 94 w 118"/>
                <a:gd name="T1" fmla="*/ 26 h 125"/>
                <a:gd name="T2" fmla="*/ 75 w 118"/>
                <a:gd name="T3" fmla="*/ 11 h 125"/>
                <a:gd name="T4" fmla="*/ 52 w 118"/>
                <a:gd name="T5" fmla="*/ 6 h 125"/>
                <a:gd name="T6" fmla="*/ 68 w 118"/>
                <a:gd name="T7" fmla="*/ 23 h 125"/>
                <a:gd name="T8" fmla="*/ 90 w 118"/>
                <a:gd name="T9" fmla="*/ 34 h 125"/>
                <a:gd name="T10" fmla="*/ 68 w 118"/>
                <a:gd name="T11" fmla="*/ 59 h 125"/>
                <a:gd name="T12" fmla="*/ 52 w 118"/>
                <a:gd name="T13" fmla="*/ 62 h 125"/>
                <a:gd name="T14" fmla="*/ 29 w 118"/>
                <a:gd name="T15" fmla="*/ 56 h 125"/>
                <a:gd name="T16" fmla="*/ 13 w 118"/>
                <a:gd name="T17" fmla="*/ 44 h 125"/>
                <a:gd name="T18" fmla="*/ 7 w 118"/>
                <a:gd name="T19" fmla="*/ 66 h 125"/>
                <a:gd name="T20" fmla="*/ 11 w 118"/>
                <a:gd name="T21" fmla="*/ 99 h 125"/>
                <a:gd name="T22" fmla="*/ 6 w 118"/>
                <a:gd name="T23" fmla="*/ 119 h 125"/>
                <a:gd name="T24" fmla="*/ 29 w 118"/>
                <a:gd name="T25" fmla="*/ 115 h 125"/>
                <a:gd name="T26" fmla="*/ 21 w 118"/>
                <a:gd name="T27" fmla="*/ 99 h 125"/>
                <a:gd name="T28" fmla="*/ 25 w 118"/>
                <a:gd name="T29" fmla="*/ 65 h 125"/>
                <a:gd name="T30" fmla="*/ 48 w 118"/>
                <a:gd name="T31" fmla="*/ 75 h 125"/>
                <a:gd name="T32" fmla="*/ 71 w 118"/>
                <a:gd name="T33" fmla="*/ 71 h 125"/>
                <a:gd name="T34" fmla="*/ 96 w 118"/>
                <a:gd name="T35" fmla="*/ 50 h 125"/>
                <a:gd name="T36" fmla="*/ 115 w 118"/>
                <a:gd name="T37" fmla="*/ 44 h 125"/>
                <a:gd name="T38" fmla="*/ 100 w 118"/>
                <a:gd name="T39" fmla="*/ 26 h 125"/>
                <a:gd name="T40" fmla="*/ 58 w 118"/>
                <a:gd name="T41" fmla="*/ 13 h 125"/>
                <a:gd name="T42" fmla="*/ 68 w 118"/>
                <a:gd name="T43" fmla="*/ 12 h 125"/>
                <a:gd name="T44" fmla="*/ 8 w 118"/>
                <a:gd name="T45" fmla="*/ 56 h 125"/>
                <a:gd name="T46" fmla="*/ 18 w 118"/>
                <a:gd name="T47" fmla="*/ 56 h 125"/>
                <a:gd name="T48" fmla="*/ 8 w 118"/>
                <a:gd name="T49" fmla="*/ 56 h 125"/>
                <a:gd name="T50" fmla="*/ 17 w 118"/>
                <a:gd name="T51" fmla="*/ 118 h 125"/>
                <a:gd name="T52" fmla="*/ 17 w 118"/>
                <a:gd name="T53" fmla="*/ 107 h 125"/>
                <a:gd name="T54" fmla="*/ 59 w 118"/>
                <a:gd name="T55" fmla="*/ 77 h 125"/>
                <a:gd name="T56" fmla="*/ 59 w 118"/>
                <a:gd name="T57" fmla="*/ 66 h 125"/>
                <a:gd name="T58" fmla="*/ 59 w 118"/>
                <a:gd name="T59" fmla="*/ 77 h 125"/>
                <a:gd name="T60" fmla="*/ 100 w 118"/>
                <a:gd name="T61" fmla="*/ 38 h 125"/>
                <a:gd name="T62" fmla="*/ 110 w 118"/>
                <a:gd name="T63" fmla="*/ 3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8" h="125">
                  <a:moveTo>
                    <a:pt x="100" y="26"/>
                  </a:moveTo>
                  <a:cubicBezTo>
                    <a:pt x="98" y="27"/>
                    <a:pt x="96" y="27"/>
                    <a:pt x="94" y="26"/>
                  </a:cubicBezTo>
                  <a:cubicBezTo>
                    <a:pt x="89" y="23"/>
                    <a:pt x="84" y="19"/>
                    <a:pt x="78" y="16"/>
                  </a:cubicBezTo>
                  <a:cubicBezTo>
                    <a:pt x="76" y="15"/>
                    <a:pt x="75" y="14"/>
                    <a:pt x="75" y="11"/>
                  </a:cubicBezTo>
                  <a:cubicBezTo>
                    <a:pt x="74" y="6"/>
                    <a:pt x="71" y="2"/>
                    <a:pt x="66" y="1"/>
                  </a:cubicBezTo>
                  <a:cubicBezTo>
                    <a:pt x="60" y="0"/>
                    <a:pt x="55" y="2"/>
                    <a:pt x="52" y="6"/>
                  </a:cubicBezTo>
                  <a:cubicBezTo>
                    <a:pt x="50" y="11"/>
                    <a:pt x="50" y="17"/>
                    <a:pt x="54" y="20"/>
                  </a:cubicBezTo>
                  <a:cubicBezTo>
                    <a:pt x="57" y="24"/>
                    <a:pt x="62" y="26"/>
                    <a:pt x="68" y="23"/>
                  </a:cubicBezTo>
                  <a:cubicBezTo>
                    <a:pt x="70" y="23"/>
                    <a:pt x="71" y="23"/>
                    <a:pt x="73" y="24"/>
                  </a:cubicBezTo>
                  <a:cubicBezTo>
                    <a:pt x="79" y="27"/>
                    <a:pt x="84" y="31"/>
                    <a:pt x="90" y="34"/>
                  </a:cubicBezTo>
                  <a:cubicBezTo>
                    <a:pt x="94" y="36"/>
                    <a:pt x="94" y="40"/>
                    <a:pt x="90" y="42"/>
                  </a:cubicBezTo>
                  <a:cubicBezTo>
                    <a:pt x="83" y="48"/>
                    <a:pt x="75" y="54"/>
                    <a:pt x="68" y="59"/>
                  </a:cubicBezTo>
                  <a:cubicBezTo>
                    <a:pt x="67" y="60"/>
                    <a:pt x="65" y="60"/>
                    <a:pt x="63" y="60"/>
                  </a:cubicBezTo>
                  <a:cubicBezTo>
                    <a:pt x="59" y="59"/>
                    <a:pt x="55" y="59"/>
                    <a:pt x="52" y="62"/>
                  </a:cubicBezTo>
                  <a:cubicBezTo>
                    <a:pt x="50" y="63"/>
                    <a:pt x="49" y="63"/>
                    <a:pt x="47" y="63"/>
                  </a:cubicBezTo>
                  <a:cubicBezTo>
                    <a:pt x="41" y="60"/>
                    <a:pt x="35" y="58"/>
                    <a:pt x="29" y="56"/>
                  </a:cubicBezTo>
                  <a:cubicBezTo>
                    <a:pt x="26" y="56"/>
                    <a:pt x="25" y="54"/>
                    <a:pt x="24" y="52"/>
                  </a:cubicBezTo>
                  <a:cubicBezTo>
                    <a:pt x="23" y="47"/>
                    <a:pt x="18" y="44"/>
                    <a:pt x="13" y="44"/>
                  </a:cubicBezTo>
                  <a:cubicBezTo>
                    <a:pt x="8" y="44"/>
                    <a:pt x="3" y="48"/>
                    <a:pt x="2" y="53"/>
                  </a:cubicBezTo>
                  <a:cubicBezTo>
                    <a:pt x="0" y="58"/>
                    <a:pt x="2" y="63"/>
                    <a:pt x="7" y="66"/>
                  </a:cubicBezTo>
                  <a:cubicBezTo>
                    <a:pt x="9" y="67"/>
                    <a:pt x="9" y="69"/>
                    <a:pt x="10" y="71"/>
                  </a:cubicBezTo>
                  <a:cubicBezTo>
                    <a:pt x="10" y="80"/>
                    <a:pt x="11" y="89"/>
                    <a:pt x="11" y="99"/>
                  </a:cubicBezTo>
                  <a:cubicBezTo>
                    <a:pt x="12" y="101"/>
                    <a:pt x="11" y="102"/>
                    <a:pt x="9" y="103"/>
                  </a:cubicBezTo>
                  <a:cubicBezTo>
                    <a:pt x="5" y="107"/>
                    <a:pt x="3" y="114"/>
                    <a:pt x="6" y="119"/>
                  </a:cubicBezTo>
                  <a:cubicBezTo>
                    <a:pt x="9" y="123"/>
                    <a:pt x="14" y="125"/>
                    <a:pt x="18" y="125"/>
                  </a:cubicBezTo>
                  <a:cubicBezTo>
                    <a:pt x="23" y="124"/>
                    <a:pt x="28" y="120"/>
                    <a:pt x="29" y="115"/>
                  </a:cubicBezTo>
                  <a:cubicBezTo>
                    <a:pt x="30" y="110"/>
                    <a:pt x="28" y="106"/>
                    <a:pt x="23" y="103"/>
                  </a:cubicBezTo>
                  <a:cubicBezTo>
                    <a:pt x="22" y="102"/>
                    <a:pt x="21" y="100"/>
                    <a:pt x="21" y="99"/>
                  </a:cubicBezTo>
                  <a:cubicBezTo>
                    <a:pt x="20" y="89"/>
                    <a:pt x="19" y="79"/>
                    <a:pt x="19" y="69"/>
                  </a:cubicBezTo>
                  <a:cubicBezTo>
                    <a:pt x="18" y="66"/>
                    <a:pt x="22" y="64"/>
                    <a:pt x="25" y="65"/>
                  </a:cubicBezTo>
                  <a:cubicBezTo>
                    <a:pt x="31" y="67"/>
                    <a:pt x="38" y="69"/>
                    <a:pt x="45" y="72"/>
                  </a:cubicBezTo>
                  <a:cubicBezTo>
                    <a:pt x="46" y="72"/>
                    <a:pt x="47" y="73"/>
                    <a:pt x="48" y="75"/>
                  </a:cubicBezTo>
                  <a:cubicBezTo>
                    <a:pt x="49" y="81"/>
                    <a:pt x="55" y="84"/>
                    <a:pt x="61" y="84"/>
                  </a:cubicBezTo>
                  <a:cubicBezTo>
                    <a:pt x="67" y="83"/>
                    <a:pt x="72" y="78"/>
                    <a:pt x="71" y="71"/>
                  </a:cubicBezTo>
                  <a:cubicBezTo>
                    <a:pt x="72" y="69"/>
                    <a:pt x="72" y="68"/>
                    <a:pt x="74" y="67"/>
                  </a:cubicBezTo>
                  <a:cubicBezTo>
                    <a:pt x="81" y="61"/>
                    <a:pt x="88" y="55"/>
                    <a:pt x="96" y="50"/>
                  </a:cubicBezTo>
                  <a:cubicBezTo>
                    <a:pt x="98" y="48"/>
                    <a:pt x="99" y="48"/>
                    <a:pt x="101" y="49"/>
                  </a:cubicBezTo>
                  <a:cubicBezTo>
                    <a:pt x="106" y="50"/>
                    <a:pt x="112" y="48"/>
                    <a:pt x="115" y="44"/>
                  </a:cubicBezTo>
                  <a:cubicBezTo>
                    <a:pt x="118" y="40"/>
                    <a:pt x="117" y="34"/>
                    <a:pt x="114" y="30"/>
                  </a:cubicBezTo>
                  <a:cubicBezTo>
                    <a:pt x="111" y="25"/>
                    <a:pt x="105" y="24"/>
                    <a:pt x="100" y="26"/>
                  </a:cubicBezTo>
                  <a:close/>
                  <a:moveTo>
                    <a:pt x="63" y="18"/>
                  </a:moveTo>
                  <a:cubicBezTo>
                    <a:pt x="60" y="18"/>
                    <a:pt x="58" y="15"/>
                    <a:pt x="58" y="13"/>
                  </a:cubicBezTo>
                  <a:cubicBezTo>
                    <a:pt x="58" y="10"/>
                    <a:pt x="60" y="7"/>
                    <a:pt x="63" y="7"/>
                  </a:cubicBezTo>
                  <a:cubicBezTo>
                    <a:pt x="66" y="7"/>
                    <a:pt x="68" y="10"/>
                    <a:pt x="68" y="12"/>
                  </a:cubicBezTo>
                  <a:cubicBezTo>
                    <a:pt x="68" y="15"/>
                    <a:pt x="66" y="18"/>
                    <a:pt x="63" y="18"/>
                  </a:cubicBezTo>
                  <a:close/>
                  <a:moveTo>
                    <a:pt x="8" y="56"/>
                  </a:moveTo>
                  <a:cubicBezTo>
                    <a:pt x="8" y="53"/>
                    <a:pt x="10" y="51"/>
                    <a:pt x="13" y="51"/>
                  </a:cubicBezTo>
                  <a:cubicBezTo>
                    <a:pt x="16" y="51"/>
                    <a:pt x="19" y="53"/>
                    <a:pt x="18" y="56"/>
                  </a:cubicBezTo>
                  <a:cubicBezTo>
                    <a:pt x="18" y="59"/>
                    <a:pt x="16" y="61"/>
                    <a:pt x="13" y="61"/>
                  </a:cubicBezTo>
                  <a:cubicBezTo>
                    <a:pt x="10" y="61"/>
                    <a:pt x="8" y="58"/>
                    <a:pt x="8" y="56"/>
                  </a:cubicBezTo>
                  <a:close/>
                  <a:moveTo>
                    <a:pt x="22" y="113"/>
                  </a:moveTo>
                  <a:cubicBezTo>
                    <a:pt x="22" y="116"/>
                    <a:pt x="20" y="118"/>
                    <a:pt x="17" y="118"/>
                  </a:cubicBezTo>
                  <a:cubicBezTo>
                    <a:pt x="14" y="118"/>
                    <a:pt x="11" y="116"/>
                    <a:pt x="11" y="113"/>
                  </a:cubicBezTo>
                  <a:cubicBezTo>
                    <a:pt x="11" y="110"/>
                    <a:pt x="14" y="108"/>
                    <a:pt x="17" y="107"/>
                  </a:cubicBezTo>
                  <a:cubicBezTo>
                    <a:pt x="19" y="107"/>
                    <a:pt x="22" y="110"/>
                    <a:pt x="22" y="113"/>
                  </a:cubicBezTo>
                  <a:close/>
                  <a:moveTo>
                    <a:pt x="59" y="77"/>
                  </a:moveTo>
                  <a:cubicBezTo>
                    <a:pt x="56" y="77"/>
                    <a:pt x="54" y="75"/>
                    <a:pt x="54" y="72"/>
                  </a:cubicBezTo>
                  <a:cubicBezTo>
                    <a:pt x="54" y="69"/>
                    <a:pt x="56" y="66"/>
                    <a:pt x="59" y="66"/>
                  </a:cubicBezTo>
                  <a:cubicBezTo>
                    <a:pt x="62" y="66"/>
                    <a:pt x="64" y="69"/>
                    <a:pt x="64" y="72"/>
                  </a:cubicBezTo>
                  <a:cubicBezTo>
                    <a:pt x="64" y="74"/>
                    <a:pt x="62" y="77"/>
                    <a:pt x="59" y="77"/>
                  </a:cubicBezTo>
                  <a:close/>
                  <a:moveTo>
                    <a:pt x="105" y="43"/>
                  </a:moveTo>
                  <a:cubicBezTo>
                    <a:pt x="102" y="43"/>
                    <a:pt x="100" y="40"/>
                    <a:pt x="100" y="38"/>
                  </a:cubicBezTo>
                  <a:cubicBezTo>
                    <a:pt x="99" y="35"/>
                    <a:pt x="102" y="32"/>
                    <a:pt x="105" y="32"/>
                  </a:cubicBezTo>
                  <a:cubicBezTo>
                    <a:pt x="108" y="32"/>
                    <a:pt x="110" y="34"/>
                    <a:pt x="110" y="37"/>
                  </a:cubicBezTo>
                  <a:cubicBezTo>
                    <a:pt x="110" y="40"/>
                    <a:pt x="108" y="42"/>
                    <a:pt x="105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04E15491-C3A5-47FD-AC55-7DFE858DDA26}"/>
              </a:ext>
            </a:extLst>
          </p:cNvPr>
          <p:cNvGrpSpPr>
            <a:grpSpLocks noChangeAspect="1"/>
          </p:cNvGrpSpPr>
          <p:nvPr/>
        </p:nvGrpSpPr>
        <p:grpSpPr>
          <a:xfrm>
            <a:off x="3866302" y="5464181"/>
            <a:ext cx="1080000" cy="1080000"/>
            <a:chOff x="7223445" y="4471470"/>
            <a:chExt cx="1414145" cy="1414145"/>
          </a:xfrm>
        </p:grpSpPr>
        <p:sp>
          <p:nvSpPr>
            <p:cNvPr id="127" name="Oval 2699">
              <a:extLst>
                <a:ext uri="{FF2B5EF4-FFF2-40B4-BE49-F238E27FC236}">
                  <a16:creationId xmlns:a16="http://schemas.microsoft.com/office/drawing/2014/main" id="{BE839B2D-981B-4C7C-8C2A-56FE75718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3445" y="4471470"/>
              <a:ext cx="1414145" cy="1414145"/>
            </a:xfrm>
            <a:prstGeom prst="ellipse">
              <a:avLst/>
            </a:prstGeom>
            <a:solidFill>
              <a:srgbClr val="24B0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29" name="Freeform 2731">
              <a:extLst>
                <a:ext uri="{FF2B5EF4-FFF2-40B4-BE49-F238E27FC236}">
                  <a16:creationId xmlns:a16="http://schemas.microsoft.com/office/drawing/2014/main" id="{83E7770B-9907-4E7A-8D5C-ED83040DB4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1125" y="4627023"/>
              <a:ext cx="707070" cy="1088891"/>
            </a:xfrm>
            <a:custGeom>
              <a:avLst/>
              <a:gdLst>
                <a:gd name="T0" fmla="*/ 73 w 92"/>
                <a:gd name="T1" fmla="*/ 31 h 142"/>
                <a:gd name="T2" fmla="*/ 45 w 92"/>
                <a:gd name="T3" fmla="*/ 0 h 142"/>
                <a:gd name="T4" fmla="*/ 18 w 92"/>
                <a:gd name="T5" fmla="*/ 31 h 142"/>
                <a:gd name="T6" fmla="*/ 0 w 92"/>
                <a:gd name="T7" fmla="*/ 43 h 142"/>
                <a:gd name="T8" fmla="*/ 70 w 92"/>
                <a:gd name="T9" fmla="*/ 142 h 142"/>
                <a:gd name="T10" fmla="*/ 72 w 92"/>
                <a:gd name="T11" fmla="*/ 33 h 142"/>
                <a:gd name="T12" fmla="*/ 10 w 92"/>
                <a:gd name="T13" fmla="*/ 113 h 142"/>
                <a:gd name="T14" fmla="*/ 22 w 92"/>
                <a:gd name="T15" fmla="*/ 98 h 142"/>
                <a:gd name="T16" fmla="*/ 22 w 92"/>
                <a:gd name="T17" fmla="*/ 111 h 142"/>
                <a:gd name="T18" fmla="*/ 24 w 92"/>
                <a:gd name="T19" fmla="*/ 135 h 142"/>
                <a:gd name="T20" fmla="*/ 18 w 92"/>
                <a:gd name="T21" fmla="*/ 133 h 142"/>
                <a:gd name="T22" fmla="*/ 12 w 92"/>
                <a:gd name="T23" fmla="*/ 116 h 142"/>
                <a:gd name="T24" fmla="*/ 21 w 92"/>
                <a:gd name="T25" fmla="*/ 114 h 142"/>
                <a:gd name="T26" fmla="*/ 23 w 92"/>
                <a:gd name="T27" fmla="*/ 117 h 142"/>
                <a:gd name="T28" fmla="*/ 25 w 92"/>
                <a:gd name="T29" fmla="*/ 130 h 142"/>
                <a:gd name="T30" fmla="*/ 44 w 92"/>
                <a:gd name="T31" fmla="*/ 94 h 142"/>
                <a:gd name="T32" fmla="*/ 25 w 92"/>
                <a:gd name="T33" fmla="*/ 97 h 142"/>
                <a:gd name="T34" fmla="*/ 45 w 92"/>
                <a:gd name="T35" fmla="*/ 135 h 142"/>
                <a:gd name="T36" fmla="*/ 29 w 92"/>
                <a:gd name="T37" fmla="*/ 131 h 142"/>
                <a:gd name="T38" fmla="*/ 28 w 92"/>
                <a:gd name="T39" fmla="*/ 125 h 142"/>
                <a:gd name="T40" fmla="*/ 30 w 92"/>
                <a:gd name="T41" fmla="*/ 125 h 142"/>
                <a:gd name="T42" fmla="*/ 46 w 92"/>
                <a:gd name="T43" fmla="*/ 127 h 142"/>
                <a:gd name="T44" fmla="*/ 48 w 92"/>
                <a:gd name="T45" fmla="*/ 122 h 142"/>
                <a:gd name="T46" fmla="*/ 31 w 92"/>
                <a:gd name="T47" fmla="*/ 122 h 142"/>
                <a:gd name="T48" fmla="*/ 28 w 92"/>
                <a:gd name="T49" fmla="*/ 119 h 142"/>
                <a:gd name="T50" fmla="*/ 26 w 92"/>
                <a:gd name="T51" fmla="*/ 114 h 142"/>
                <a:gd name="T52" fmla="*/ 26 w 92"/>
                <a:gd name="T53" fmla="*/ 111 h 142"/>
                <a:gd name="T54" fmla="*/ 27 w 92"/>
                <a:gd name="T55" fmla="*/ 104 h 142"/>
                <a:gd name="T56" fmla="*/ 40 w 92"/>
                <a:gd name="T57" fmla="*/ 97 h 142"/>
                <a:gd name="T58" fmla="*/ 47 w 92"/>
                <a:gd name="T59" fmla="*/ 99 h 142"/>
                <a:gd name="T60" fmla="*/ 50 w 92"/>
                <a:gd name="T61" fmla="*/ 101 h 142"/>
                <a:gd name="T62" fmla="*/ 54 w 92"/>
                <a:gd name="T63" fmla="*/ 111 h 142"/>
                <a:gd name="T64" fmla="*/ 49 w 92"/>
                <a:gd name="T65" fmla="*/ 121 h 142"/>
                <a:gd name="T66" fmla="*/ 60 w 92"/>
                <a:gd name="T67" fmla="*/ 111 h 142"/>
                <a:gd name="T68" fmla="*/ 51 w 92"/>
                <a:gd name="T69" fmla="*/ 97 h 142"/>
                <a:gd name="T70" fmla="*/ 61 w 92"/>
                <a:gd name="T71" fmla="*/ 111 h 142"/>
                <a:gd name="T72" fmla="*/ 73 w 92"/>
                <a:gd name="T73" fmla="*/ 102 h 142"/>
                <a:gd name="T74" fmla="*/ 83 w 92"/>
                <a:gd name="T75" fmla="*/ 112 h 142"/>
                <a:gd name="T76" fmla="*/ 74 w 92"/>
                <a:gd name="T77" fmla="*/ 121 h 142"/>
                <a:gd name="T78" fmla="*/ 66 w 92"/>
                <a:gd name="T79" fmla="*/ 116 h 142"/>
                <a:gd name="T80" fmla="*/ 65 w 92"/>
                <a:gd name="T81" fmla="*/ 114 h 142"/>
                <a:gd name="T82" fmla="*/ 64 w 92"/>
                <a:gd name="T83" fmla="*/ 110 h 142"/>
                <a:gd name="T84" fmla="*/ 55 w 92"/>
                <a:gd name="T85" fmla="*/ 135 h 142"/>
                <a:gd name="T86" fmla="*/ 55 w 92"/>
                <a:gd name="T87" fmla="*/ 119 h 142"/>
                <a:gd name="T88" fmla="*/ 62 w 92"/>
                <a:gd name="T89" fmla="*/ 122 h 142"/>
                <a:gd name="T90" fmla="*/ 75 w 92"/>
                <a:gd name="T91" fmla="*/ 132 h 142"/>
                <a:gd name="T92" fmla="*/ 69 w 92"/>
                <a:gd name="T93" fmla="*/ 130 h 142"/>
                <a:gd name="T94" fmla="*/ 68 w 92"/>
                <a:gd name="T95" fmla="*/ 123 h 142"/>
                <a:gd name="T96" fmla="*/ 74 w 92"/>
                <a:gd name="T97" fmla="*/ 124 h 142"/>
                <a:gd name="T98" fmla="*/ 75 w 92"/>
                <a:gd name="T99" fmla="*/ 132 h 142"/>
                <a:gd name="T100" fmla="*/ 60 w 92"/>
                <a:gd name="T101" fmla="*/ 89 h 142"/>
                <a:gd name="T102" fmla="*/ 35 w 92"/>
                <a:gd name="T103" fmla="*/ 84 h 142"/>
                <a:gd name="T104" fmla="*/ 7 w 92"/>
                <a:gd name="T105" fmla="*/ 97 h 142"/>
                <a:gd name="T106" fmla="*/ 25 w 92"/>
                <a:gd name="T107" fmla="*/ 32 h 142"/>
                <a:gd name="T108" fmla="*/ 65 w 92"/>
                <a:gd name="T109" fmla="*/ 37 h 142"/>
                <a:gd name="T110" fmla="*/ 74 w 92"/>
                <a:gd name="T111" fmla="*/ 9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2" h="142">
                  <a:moveTo>
                    <a:pt x="72" y="33"/>
                  </a:moveTo>
                  <a:cubicBezTo>
                    <a:pt x="72" y="31"/>
                    <a:pt x="72" y="31"/>
                    <a:pt x="72" y="31"/>
                  </a:cubicBezTo>
                  <a:cubicBezTo>
                    <a:pt x="73" y="31"/>
                    <a:pt x="73" y="31"/>
                    <a:pt x="73" y="31"/>
                  </a:cubicBezTo>
                  <a:cubicBezTo>
                    <a:pt x="78" y="30"/>
                    <a:pt x="82" y="28"/>
                    <a:pt x="82" y="26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3"/>
                    <a:pt x="65" y="0"/>
                    <a:pt x="45" y="0"/>
                  </a:cubicBezTo>
                  <a:cubicBezTo>
                    <a:pt x="24" y="0"/>
                    <a:pt x="7" y="3"/>
                    <a:pt x="7" y="8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8"/>
                    <a:pt x="11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3"/>
                    <a:pt x="11" y="142"/>
                    <a:pt x="23" y="142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82" y="142"/>
                    <a:pt x="92" y="133"/>
                    <a:pt x="92" y="123"/>
                  </a:cubicBezTo>
                  <a:cubicBezTo>
                    <a:pt x="91" y="46"/>
                    <a:pt x="91" y="46"/>
                    <a:pt x="91" y="46"/>
                  </a:cubicBezTo>
                  <a:lnTo>
                    <a:pt x="72" y="33"/>
                  </a:lnTo>
                  <a:close/>
                  <a:moveTo>
                    <a:pt x="22" y="111"/>
                  </a:moveTo>
                  <a:cubicBezTo>
                    <a:pt x="21" y="111"/>
                    <a:pt x="20" y="111"/>
                    <a:pt x="18" y="111"/>
                  </a:cubicBezTo>
                  <a:cubicBezTo>
                    <a:pt x="15" y="111"/>
                    <a:pt x="13" y="112"/>
                    <a:pt x="10" y="113"/>
                  </a:cubicBezTo>
                  <a:cubicBezTo>
                    <a:pt x="8" y="112"/>
                    <a:pt x="7" y="109"/>
                    <a:pt x="7" y="106"/>
                  </a:cubicBezTo>
                  <a:cubicBezTo>
                    <a:pt x="7" y="101"/>
                    <a:pt x="11" y="97"/>
                    <a:pt x="16" y="97"/>
                  </a:cubicBezTo>
                  <a:cubicBezTo>
                    <a:pt x="19" y="97"/>
                    <a:pt x="21" y="97"/>
                    <a:pt x="22" y="98"/>
                  </a:cubicBezTo>
                  <a:cubicBezTo>
                    <a:pt x="23" y="99"/>
                    <a:pt x="24" y="100"/>
                    <a:pt x="25" y="102"/>
                  </a:cubicBezTo>
                  <a:cubicBezTo>
                    <a:pt x="24" y="102"/>
                    <a:pt x="24" y="103"/>
                    <a:pt x="24" y="103"/>
                  </a:cubicBezTo>
                  <a:cubicBezTo>
                    <a:pt x="23" y="105"/>
                    <a:pt x="22" y="108"/>
                    <a:pt x="22" y="111"/>
                  </a:cubicBezTo>
                  <a:close/>
                  <a:moveTo>
                    <a:pt x="22" y="136"/>
                  </a:moveTo>
                  <a:cubicBezTo>
                    <a:pt x="23" y="136"/>
                    <a:pt x="23" y="136"/>
                    <a:pt x="24" y="135"/>
                  </a:cubicBezTo>
                  <a:cubicBezTo>
                    <a:pt x="24" y="135"/>
                    <a:pt x="24" y="135"/>
                    <a:pt x="24" y="135"/>
                  </a:cubicBezTo>
                  <a:cubicBezTo>
                    <a:pt x="23" y="136"/>
                    <a:pt x="23" y="136"/>
                    <a:pt x="22" y="136"/>
                  </a:cubicBezTo>
                  <a:close/>
                  <a:moveTo>
                    <a:pt x="25" y="130"/>
                  </a:moveTo>
                  <a:cubicBezTo>
                    <a:pt x="23" y="132"/>
                    <a:pt x="21" y="133"/>
                    <a:pt x="18" y="133"/>
                  </a:cubicBezTo>
                  <a:cubicBezTo>
                    <a:pt x="13" y="133"/>
                    <a:pt x="9" y="129"/>
                    <a:pt x="9" y="124"/>
                  </a:cubicBezTo>
                  <a:cubicBezTo>
                    <a:pt x="9" y="121"/>
                    <a:pt x="10" y="119"/>
                    <a:pt x="11" y="118"/>
                  </a:cubicBezTo>
                  <a:cubicBezTo>
                    <a:pt x="11" y="117"/>
                    <a:pt x="12" y="117"/>
                    <a:pt x="12" y="116"/>
                  </a:cubicBezTo>
                  <a:cubicBezTo>
                    <a:pt x="13" y="116"/>
                    <a:pt x="13" y="116"/>
                    <a:pt x="14" y="115"/>
                  </a:cubicBezTo>
                  <a:cubicBezTo>
                    <a:pt x="15" y="115"/>
                    <a:pt x="17" y="114"/>
                    <a:pt x="18" y="114"/>
                  </a:cubicBezTo>
                  <a:cubicBezTo>
                    <a:pt x="19" y="114"/>
                    <a:pt x="20" y="114"/>
                    <a:pt x="21" y="114"/>
                  </a:cubicBezTo>
                  <a:cubicBezTo>
                    <a:pt x="21" y="115"/>
                    <a:pt x="22" y="115"/>
                    <a:pt x="23" y="115"/>
                  </a:cubicBezTo>
                  <a:cubicBezTo>
                    <a:pt x="23" y="115"/>
                    <a:pt x="23" y="115"/>
                    <a:pt x="23" y="115"/>
                  </a:cubicBezTo>
                  <a:cubicBezTo>
                    <a:pt x="23" y="116"/>
                    <a:pt x="23" y="116"/>
                    <a:pt x="23" y="117"/>
                  </a:cubicBezTo>
                  <a:cubicBezTo>
                    <a:pt x="24" y="118"/>
                    <a:pt x="24" y="119"/>
                    <a:pt x="25" y="120"/>
                  </a:cubicBezTo>
                  <a:cubicBezTo>
                    <a:pt x="24" y="122"/>
                    <a:pt x="24" y="124"/>
                    <a:pt x="24" y="125"/>
                  </a:cubicBezTo>
                  <a:cubicBezTo>
                    <a:pt x="24" y="127"/>
                    <a:pt x="24" y="129"/>
                    <a:pt x="25" y="130"/>
                  </a:cubicBezTo>
                  <a:close/>
                  <a:moveTo>
                    <a:pt x="25" y="97"/>
                  </a:moveTo>
                  <a:cubicBezTo>
                    <a:pt x="25" y="91"/>
                    <a:pt x="30" y="87"/>
                    <a:pt x="35" y="87"/>
                  </a:cubicBezTo>
                  <a:cubicBezTo>
                    <a:pt x="39" y="87"/>
                    <a:pt x="43" y="90"/>
                    <a:pt x="44" y="94"/>
                  </a:cubicBezTo>
                  <a:cubicBezTo>
                    <a:pt x="43" y="93"/>
                    <a:pt x="41" y="93"/>
                    <a:pt x="40" y="93"/>
                  </a:cubicBezTo>
                  <a:cubicBezTo>
                    <a:pt x="35" y="93"/>
                    <a:pt x="30" y="95"/>
                    <a:pt x="27" y="99"/>
                  </a:cubicBezTo>
                  <a:cubicBezTo>
                    <a:pt x="27" y="98"/>
                    <a:pt x="26" y="97"/>
                    <a:pt x="25" y="97"/>
                  </a:cubicBezTo>
                  <a:close/>
                  <a:moveTo>
                    <a:pt x="45" y="136"/>
                  </a:moveTo>
                  <a:cubicBezTo>
                    <a:pt x="45" y="135"/>
                    <a:pt x="45" y="135"/>
                    <a:pt x="45" y="135"/>
                  </a:cubicBezTo>
                  <a:cubicBezTo>
                    <a:pt x="45" y="135"/>
                    <a:pt x="45" y="135"/>
                    <a:pt x="45" y="135"/>
                  </a:cubicBezTo>
                  <a:lnTo>
                    <a:pt x="45" y="136"/>
                  </a:lnTo>
                  <a:close/>
                  <a:moveTo>
                    <a:pt x="37" y="135"/>
                  </a:moveTo>
                  <a:cubicBezTo>
                    <a:pt x="34" y="135"/>
                    <a:pt x="31" y="133"/>
                    <a:pt x="29" y="131"/>
                  </a:cubicBezTo>
                  <a:cubicBezTo>
                    <a:pt x="29" y="130"/>
                    <a:pt x="29" y="129"/>
                    <a:pt x="28" y="129"/>
                  </a:cubicBezTo>
                  <a:cubicBezTo>
                    <a:pt x="28" y="128"/>
                    <a:pt x="28" y="127"/>
                    <a:pt x="28" y="126"/>
                  </a:cubicBezTo>
                  <a:cubicBezTo>
                    <a:pt x="28" y="125"/>
                    <a:pt x="28" y="125"/>
                    <a:pt x="28" y="125"/>
                  </a:cubicBezTo>
                  <a:cubicBezTo>
                    <a:pt x="28" y="125"/>
                    <a:pt x="28" y="124"/>
                    <a:pt x="28" y="123"/>
                  </a:cubicBezTo>
                  <a:cubicBezTo>
                    <a:pt x="28" y="123"/>
                    <a:pt x="28" y="123"/>
                    <a:pt x="28" y="123"/>
                  </a:cubicBezTo>
                  <a:cubicBezTo>
                    <a:pt x="28" y="124"/>
                    <a:pt x="29" y="124"/>
                    <a:pt x="30" y="125"/>
                  </a:cubicBezTo>
                  <a:cubicBezTo>
                    <a:pt x="30" y="125"/>
                    <a:pt x="31" y="126"/>
                    <a:pt x="31" y="126"/>
                  </a:cubicBezTo>
                  <a:cubicBezTo>
                    <a:pt x="34" y="127"/>
                    <a:pt x="37" y="128"/>
                    <a:pt x="40" y="128"/>
                  </a:cubicBezTo>
                  <a:cubicBezTo>
                    <a:pt x="42" y="128"/>
                    <a:pt x="44" y="128"/>
                    <a:pt x="46" y="127"/>
                  </a:cubicBezTo>
                  <a:cubicBezTo>
                    <a:pt x="46" y="131"/>
                    <a:pt x="42" y="135"/>
                    <a:pt x="37" y="135"/>
                  </a:cubicBezTo>
                  <a:close/>
                  <a:moveTo>
                    <a:pt x="48" y="122"/>
                  </a:moveTo>
                  <a:cubicBezTo>
                    <a:pt x="48" y="122"/>
                    <a:pt x="48" y="122"/>
                    <a:pt x="48" y="122"/>
                  </a:cubicBezTo>
                  <a:cubicBezTo>
                    <a:pt x="47" y="122"/>
                    <a:pt x="47" y="123"/>
                    <a:pt x="46" y="123"/>
                  </a:cubicBezTo>
                  <a:cubicBezTo>
                    <a:pt x="44" y="124"/>
                    <a:pt x="42" y="125"/>
                    <a:pt x="40" y="125"/>
                  </a:cubicBezTo>
                  <a:cubicBezTo>
                    <a:pt x="37" y="125"/>
                    <a:pt x="34" y="124"/>
                    <a:pt x="31" y="122"/>
                  </a:cubicBezTo>
                  <a:cubicBezTo>
                    <a:pt x="31" y="121"/>
                    <a:pt x="30" y="121"/>
                    <a:pt x="29" y="120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8" y="119"/>
                    <a:pt x="28" y="119"/>
                    <a:pt x="28" y="119"/>
                  </a:cubicBezTo>
                  <a:cubicBezTo>
                    <a:pt x="28" y="118"/>
                    <a:pt x="28" y="118"/>
                    <a:pt x="27" y="117"/>
                  </a:cubicBezTo>
                  <a:cubicBezTo>
                    <a:pt x="27" y="116"/>
                    <a:pt x="27" y="116"/>
                    <a:pt x="27" y="116"/>
                  </a:cubicBezTo>
                  <a:cubicBezTo>
                    <a:pt x="27" y="116"/>
                    <a:pt x="26" y="115"/>
                    <a:pt x="26" y="114"/>
                  </a:cubicBezTo>
                  <a:cubicBezTo>
                    <a:pt x="26" y="114"/>
                    <a:pt x="26" y="114"/>
                    <a:pt x="26" y="113"/>
                  </a:cubicBezTo>
                  <a:cubicBezTo>
                    <a:pt x="26" y="112"/>
                    <a:pt x="26" y="112"/>
                    <a:pt x="26" y="112"/>
                  </a:cubicBezTo>
                  <a:cubicBezTo>
                    <a:pt x="26" y="112"/>
                    <a:pt x="26" y="111"/>
                    <a:pt x="26" y="111"/>
                  </a:cubicBezTo>
                  <a:cubicBezTo>
                    <a:pt x="26" y="109"/>
                    <a:pt x="26" y="108"/>
                    <a:pt x="26" y="106"/>
                  </a:cubicBezTo>
                  <a:cubicBezTo>
                    <a:pt x="27" y="106"/>
                    <a:pt x="27" y="105"/>
                    <a:pt x="27" y="105"/>
                  </a:cubicBezTo>
                  <a:cubicBezTo>
                    <a:pt x="27" y="104"/>
                    <a:pt x="27" y="104"/>
                    <a:pt x="27" y="104"/>
                  </a:cubicBezTo>
                  <a:cubicBezTo>
                    <a:pt x="28" y="103"/>
                    <a:pt x="28" y="103"/>
                    <a:pt x="28" y="103"/>
                  </a:cubicBezTo>
                  <a:cubicBezTo>
                    <a:pt x="29" y="102"/>
                    <a:pt x="29" y="102"/>
                    <a:pt x="29" y="102"/>
                  </a:cubicBezTo>
                  <a:cubicBezTo>
                    <a:pt x="31" y="99"/>
                    <a:pt x="35" y="97"/>
                    <a:pt x="40" y="97"/>
                  </a:cubicBezTo>
                  <a:cubicBezTo>
                    <a:pt x="41" y="97"/>
                    <a:pt x="43" y="97"/>
                    <a:pt x="44" y="97"/>
                  </a:cubicBezTo>
                  <a:cubicBezTo>
                    <a:pt x="45" y="98"/>
                    <a:pt x="46" y="98"/>
                    <a:pt x="46" y="98"/>
                  </a:cubicBezTo>
                  <a:cubicBezTo>
                    <a:pt x="46" y="98"/>
                    <a:pt x="47" y="98"/>
                    <a:pt x="47" y="99"/>
                  </a:cubicBezTo>
                  <a:cubicBezTo>
                    <a:pt x="48" y="99"/>
                    <a:pt x="48" y="99"/>
                    <a:pt x="48" y="99"/>
                  </a:cubicBezTo>
                  <a:cubicBezTo>
                    <a:pt x="48" y="99"/>
                    <a:pt x="48" y="100"/>
                    <a:pt x="49" y="100"/>
                  </a:cubicBezTo>
                  <a:cubicBezTo>
                    <a:pt x="49" y="100"/>
                    <a:pt x="50" y="101"/>
                    <a:pt x="50" y="101"/>
                  </a:cubicBezTo>
                  <a:cubicBezTo>
                    <a:pt x="52" y="103"/>
                    <a:pt x="53" y="106"/>
                    <a:pt x="54" y="109"/>
                  </a:cubicBezTo>
                  <a:cubicBezTo>
                    <a:pt x="54" y="109"/>
                    <a:pt x="54" y="110"/>
                    <a:pt x="54" y="111"/>
                  </a:cubicBezTo>
                  <a:cubicBezTo>
                    <a:pt x="54" y="111"/>
                    <a:pt x="54" y="111"/>
                    <a:pt x="54" y="111"/>
                  </a:cubicBezTo>
                  <a:cubicBezTo>
                    <a:pt x="54" y="112"/>
                    <a:pt x="54" y="112"/>
                    <a:pt x="54" y="113"/>
                  </a:cubicBezTo>
                  <a:cubicBezTo>
                    <a:pt x="53" y="114"/>
                    <a:pt x="53" y="115"/>
                    <a:pt x="52" y="117"/>
                  </a:cubicBezTo>
                  <a:cubicBezTo>
                    <a:pt x="52" y="118"/>
                    <a:pt x="51" y="120"/>
                    <a:pt x="49" y="121"/>
                  </a:cubicBezTo>
                  <a:cubicBezTo>
                    <a:pt x="49" y="121"/>
                    <a:pt x="48" y="122"/>
                    <a:pt x="48" y="122"/>
                  </a:cubicBezTo>
                  <a:close/>
                  <a:moveTo>
                    <a:pt x="61" y="111"/>
                  </a:moveTo>
                  <a:cubicBezTo>
                    <a:pt x="60" y="111"/>
                    <a:pt x="60" y="111"/>
                    <a:pt x="60" y="111"/>
                  </a:cubicBezTo>
                  <a:cubicBezTo>
                    <a:pt x="59" y="111"/>
                    <a:pt x="58" y="111"/>
                    <a:pt x="57" y="111"/>
                  </a:cubicBezTo>
                  <a:cubicBezTo>
                    <a:pt x="57" y="111"/>
                    <a:pt x="57" y="111"/>
                    <a:pt x="57" y="111"/>
                  </a:cubicBezTo>
                  <a:cubicBezTo>
                    <a:pt x="57" y="105"/>
                    <a:pt x="55" y="101"/>
                    <a:pt x="51" y="97"/>
                  </a:cubicBezTo>
                  <a:cubicBezTo>
                    <a:pt x="53" y="94"/>
                    <a:pt x="56" y="92"/>
                    <a:pt x="60" y="92"/>
                  </a:cubicBezTo>
                  <a:cubicBezTo>
                    <a:pt x="64" y="92"/>
                    <a:pt x="68" y="95"/>
                    <a:pt x="69" y="99"/>
                  </a:cubicBezTo>
                  <a:cubicBezTo>
                    <a:pt x="64" y="101"/>
                    <a:pt x="61" y="106"/>
                    <a:pt x="61" y="111"/>
                  </a:cubicBezTo>
                  <a:close/>
                  <a:moveTo>
                    <a:pt x="69" y="103"/>
                  </a:moveTo>
                  <a:cubicBezTo>
                    <a:pt x="70" y="103"/>
                    <a:pt x="70" y="102"/>
                    <a:pt x="71" y="102"/>
                  </a:cubicBezTo>
                  <a:cubicBezTo>
                    <a:pt x="72" y="102"/>
                    <a:pt x="72" y="102"/>
                    <a:pt x="73" y="102"/>
                  </a:cubicBezTo>
                  <a:cubicBezTo>
                    <a:pt x="74" y="102"/>
                    <a:pt x="74" y="102"/>
                    <a:pt x="74" y="102"/>
                  </a:cubicBezTo>
                  <a:cubicBezTo>
                    <a:pt x="79" y="102"/>
                    <a:pt x="83" y="106"/>
                    <a:pt x="83" y="111"/>
                  </a:cubicBezTo>
                  <a:cubicBezTo>
                    <a:pt x="83" y="112"/>
                    <a:pt x="83" y="112"/>
                    <a:pt x="83" y="112"/>
                  </a:cubicBezTo>
                  <a:cubicBezTo>
                    <a:pt x="83" y="113"/>
                    <a:pt x="83" y="114"/>
                    <a:pt x="83" y="114"/>
                  </a:cubicBezTo>
                  <a:cubicBezTo>
                    <a:pt x="82" y="115"/>
                    <a:pt x="82" y="115"/>
                    <a:pt x="82" y="116"/>
                  </a:cubicBezTo>
                  <a:cubicBezTo>
                    <a:pt x="80" y="119"/>
                    <a:pt x="77" y="121"/>
                    <a:pt x="74" y="121"/>
                  </a:cubicBezTo>
                  <a:cubicBezTo>
                    <a:pt x="73" y="121"/>
                    <a:pt x="72" y="120"/>
                    <a:pt x="71" y="120"/>
                  </a:cubicBezTo>
                  <a:cubicBezTo>
                    <a:pt x="69" y="120"/>
                    <a:pt x="68" y="119"/>
                    <a:pt x="67" y="118"/>
                  </a:cubicBezTo>
                  <a:cubicBezTo>
                    <a:pt x="66" y="117"/>
                    <a:pt x="66" y="117"/>
                    <a:pt x="66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65" y="115"/>
                    <a:pt x="65" y="115"/>
                    <a:pt x="65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5" y="113"/>
                    <a:pt x="64" y="113"/>
                    <a:pt x="64" y="112"/>
                  </a:cubicBezTo>
                  <a:cubicBezTo>
                    <a:pt x="64" y="111"/>
                    <a:pt x="64" y="111"/>
                    <a:pt x="64" y="111"/>
                  </a:cubicBezTo>
                  <a:cubicBezTo>
                    <a:pt x="64" y="111"/>
                    <a:pt x="64" y="110"/>
                    <a:pt x="64" y="110"/>
                  </a:cubicBezTo>
                  <a:cubicBezTo>
                    <a:pt x="65" y="107"/>
                    <a:pt x="67" y="104"/>
                    <a:pt x="69" y="103"/>
                  </a:cubicBezTo>
                  <a:close/>
                  <a:moveTo>
                    <a:pt x="65" y="135"/>
                  </a:moveTo>
                  <a:cubicBezTo>
                    <a:pt x="55" y="135"/>
                    <a:pt x="55" y="135"/>
                    <a:pt x="55" y="135"/>
                  </a:cubicBezTo>
                  <a:cubicBezTo>
                    <a:pt x="52" y="134"/>
                    <a:pt x="50" y="131"/>
                    <a:pt x="50" y="127"/>
                  </a:cubicBezTo>
                  <a:cubicBezTo>
                    <a:pt x="50" y="126"/>
                    <a:pt x="51" y="125"/>
                    <a:pt x="51" y="124"/>
                  </a:cubicBezTo>
                  <a:cubicBezTo>
                    <a:pt x="53" y="123"/>
                    <a:pt x="54" y="121"/>
                    <a:pt x="55" y="119"/>
                  </a:cubicBezTo>
                  <a:cubicBezTo>
                    <a:pt x="57" y="118"/>
                    <a:pt x="58" y="118"/>
                    <a:pt x="60" y="118"/>
                  </a:cubicBezTo>
                  <a:cubicBezTo>
                    <a:pt x="61" y="118"/>
                    <a:pt x="62" y="118"/>
                    <a:pt x="63" y="118"/>
                  </a:cubicBezTo>
                  <a:cubicBezTo>
                    <a:pt x="62" y="120"/>
                    <a:pt x="62" y="121"/>
                    <a:pt x="62" y="122"/>
                  </a:cubicBezTo>
                  <a:cubicBezTo>
                    <a:pt x="62" y="127"/>
                    <a:pt x="64" y="130"/>
                    <a:pt x="67" y="133"/>
                  </a:cubicBezTo>
                  <a:cubicBezTo>
                    <a:pt x="67" y="134"/>
                    <a:pt x="66" y="135"/>
                    <a:pt x="65" y="135"/>
                  </a:cubicBezTo>
                  <a:close/>
                  <a:moveTo>
                    <a:pt x="75" y="132"/>
                  </a:moveTo>
                  <a:cubicBezTo>
                    <a:pt x="74" y="132"/>
                    <a:pt x="73" y="132"/>
                    <a:pt x="72" y="131"/>
                  </a:cubicBezTo>
                  <a:cubicBezTo>
                    <a:pt x="72" y="131"/>
                    <a:pt x="71" y="131"/>
                    <a:pt x="70" y="131"/>
                  </a:cubicBezTo>
                  <a:cubicBezTo>
                    <a:pt x="70" y="130"/>
                    <a:pt x="69" y="130"/>
                    <a:pt x="69" y="130"/>
                  </a:cubicBezTo>
                  <a:cubicBezTo>
                    <a:pt x="67" y="128"/>
                    <a:pt x="66" y="125"/>
                    <a:pt x="66" y="122"/>
                  </a:cubicBezTo>
                  <a:cubicBezTo>
                    <a:pt x="66" y="122"/>
                    <a:pt x="66" y="122"/>
                    <a:pt x="66" y="121"/>
                  </a:cubicBezTo>
                  <a:cubicBezTo>
                    <a:pt x="66" y="122"/>
                    <a:pt x="67" y="122"/>
                    <a:pt x="68" y="123"/>
                  </a:cubicBezTo>
                  <a:cubicBezTo>
                    <a:pt x="69" y="123"/>
                    <a:pt x="70" y="123"/>
                    <a:pt x="70" y="124"/>
                  </a:cubicBezTo>
                  <a:cubicBezTo>
                    <a:pt x="71" y="124"/>
                    <a:pt x="72" y="124"/>
                    <a:pt x="72" y="124"/>
                  </a:cubicBezTo>
                  <a:cubicBezTo>
                    <a:pt x="73" y="124"/>
                    <a:pt x="73" y="124"/>
                    <a:pt x="74" y="124"/>
                  </a:cubicBezTo>
                  <a:cubicBezTo>
                    <a:pt x="78" y="124"/>
                    <a:pt x="82" y="122"/>
                    <a:pt x="84" y="119"/>
                  </a:cubicBezTo>
                  <a:cubicBezTo>
                    <a:pt x="84" y="120"/>
                    <a:pt x="84" y="121"/>
                    <a:pt x="84" y="122"/>
                  </a:cubicBezTo>
                  <a:cubicBezTo>
                    <a:pt x="84" y="128"/>
                    <a:pt x="80" y="132"/>
                    <a:pt x="75" y="132"/>
                  </a:cubicBezTo>
                  <a:close/>
                  <a:moveTo>
                    <a:pt x="74" y="98"/>
                  </a:moveTo>
                  <a:cubicBezTo>
                    <a:pt x="73" y="98"/>
                    <a:pt x="73" y="98"/>
                    <a:pt x="72" y="98"/>
                  </a:cubicBezTo>
                  <a:cubicBezTo>
                    <a:pt x="71" y="93"/>
                    <a:pt x="66" y="89"/>
                    <a:pt x="60" y="89"/>
                  </a:cubicBezTo>
                  <a:cubicBezTo>
                    <a:pt x="55" y="89"/>
                    <a:pt x="51" y="91"/>
                    <a:pt x="48" y="95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47" y="89"/>
                    <a:pt x="42" y="84"/>
                    <a:pt x="35" y="84"/>
                  </a:cubicBezTo>
                  <a:cubicBezTo>
                    <a:pt x="29" y="84"/>
                    <a:pt x="23" y="88"/>
                    <a:pt x="22" y="94"/>
                  </a:cubicBezTo>
                  <a:cubicBezTo>
                    <a:pt x="20" y="94"/>
                    <a:pt x="19" y="93"/>
                    <a:pt x="16" y="93"/>
                  </a:cubicBezTo>
                  <a:cubicBezTo>
                    <a:pt x="13" y="93"/>
                    <a:pt x="10" y="95"/>
                    <a:pt x="7" y="9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31" y="33"/>
                    <a:pt x="37" y="34"/>
                    <a:pt x="45" y="34"/>
                  </a:cubicBezTo>
                  <a:cubicBezTo>
                    <a:pt x="52" y="34"/>
                    <a:pt x="60" y="33"/>
                    <a:pt x="65" y="32"/>
                  </a:cubicBezTo>
                  <a:cubicBezTo>
                    <a:pt x="65" y="37"/>
                    <a:pt x="65" y="37"/>
                    <a:pt x="65" y="37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105"/>
                    <a:pt x="85" y="105"/>
                    <a:pt x="85" y="105"/>
                  </a:cubicBezTo>
                  <a:cubicBezTo>
                    <a:pt x="83" y="101"/>
                    <a:pt x="79" y="98"/>
                    <a:pt x="74" y="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20FD15D-C7C0-4C33-9521-820292FDC8E4}"/>
              </a:ext>
            </a:extLst>
          </p:cNvPr>
          <p:cNvGrpSpPr/>
          <p:nvPr/>
        </p:nvGrpSpPr>
        <p:grpSpPr>
          <a:xfrm>
            <a:off x="7259181" y="5464182"/>
            <a:ext cx="1080000" cy="1080000"/>
            <a:chOff x="7259181" y="5464182"/>
            <a:chExt cx="1080000" cy="1080000"/>
          </a:xfrm>
        </p:grpSpPr>
        <p:sp>
          <p:nvSpPr>
            <p:cNvPr id="242" name="Oval 442">
              <a:extLst>
                <a:ext uri="{FF2B5EF4-FFF2-40B4-BE49-F238E27FC236}">
                  <a16:creationId xmlns:a16="http://schemas.microsoft.com/office/drawing/2014/main" id="{4A571135-0459-4B81-9EB0-9409CCEF7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9181" y="5464182"/>
              <a:ext cx="1080000" cy="1080000"/>
            </a:xfrm>
            <a:prstGeom prst="ellipse">
              <a:avLst/>
            </a:prstGeom>
            <a:solidFill>
              <a:srgbClr val="D4C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4796F04C-7C96-445F-A67D-0DA51335EDB7}"/>
                </a:ext>
              </a:extLst>
            </p:cNvPr>
            <p:cNvGrpSpPr/>
            <p:nvPr/>
          </p:nvGrpSpPr>
          <p:grpSpPr>
            <a:xfrm>
              <a:off x="7361782" y="5599184"/>
              <a:ext cx="864000" cy="810001"/>
              <a:chOff x="7361782" y="5599184"/>
              <a:chExt cx="864000" cy="810001"/>
            </a:xfrm>
          </p:grpSpPr>
          <p:sp>
            <p:nvSpPr>
              <p:cNvPr id="243" name="Freeform 513">
                <a:extLst>
                  <a:ext uri="{FF2B5EF4-FFF2-40B4-BE49-F238E27FC236}">
                    <a16:creationId xmlns:a16="http://schemas.microsoft.com/office/drawing/2014/main" id="{42660844-8AC7-4908-B382-4337BD7B98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61782" y="5599184"/>
                <a:ext cx="864000" cy="810001"/>
              </a:xfrm>
              <a:custGeom>
                <a:avLst/>
                <a:gdLst>
                  <a:gd name="T0" fmla="*/ 112 w 147"/>
                  <a:gd name="T1" fmla="*/ 40 h 138"/>
                  <a:gd name="T2" fmla="*/ 119 w 147"/>
                  <a:gd name="T3" fmla="*/ 10 h 138"/>
                  <a:gd name="T4" fmla="*/ 103 w 147"/>
                  <a:gd name="T5" fmla="*/ 1 h 138"/>
                  <a:gd name="T6" fmla="*/ 82 w 147"/>
                  <a:gd name="T7" fmla="*/ 23 h 138"/>
                  <a:gd name="T8" fmla="*/ 70 w 147"/>
                  <a:gd name="T9" fmla="*/ 22 h 138"/>
                  <a:gd name="T10" fmla="*/ 48 w 147"/>
                  <a:gd name="T11" fmla="*/ 0 h 138"/>
                  <a:gd name="T12" fmla="*/ 31 w 147"/>
                  <a:gd name="T13" fmla="*/ 9 h 138"/>
                  <a:gd name="T14" fmla="*/ 39 w 147"/>
                  <a:gd name="T15" fmla="*/ 38 h 138"/>
                  <a:gd name="T16" fmla="*/ 29 w 147"/>
                  <a:gd name="T17" fmla="*/ 51 h 138"/>
                  <a:gd name="T18" fmla="*/ 0 w 147"/>
                  <a:gd name="T19" fmla="*/ 54 h 138"/>
                  <a:gd name="T20" fmla="*/ 0 w 147"/>
                  <a:gd name="T21" fmla="*/ 77 h 138"/>
                  <a:gd name="T22" fmla="*/ 29 w 147"/>
                  <a:gd name="T23" fmla="*/ 82 h 138"/>
                  <a:gd name="T24" fmla="*/ 37 w 147"/>
                  <a:gd name="T25" fmla="*/ 100 h 138"/>
                  <a:gd name="T26" fmla="*/ 27 w 147"/>
                  <a:gd name="T27" fmla="*/ 126 h 138"/>
                  <a:gd name="T28" fmla="*/ 45 w 147"/>
                  <a:gd name="T29" fmla="*/ 138 h 138"/>
                  <a:gd name="T30" fmla="*/ 63 w 147"/>
                  <a:gd name="T31" fmla="*/ 116 h 138"/>
                  <a:gd name="T32" fmla="*/ 84 w 147"/>
                  <a:gd name="T33" fmla="*/ 115 h 138"/>
                  <a:gd name="T34" fmla="*/ 106 w 147"/>
                  <a:gd name="T35" fmla="*/ 137 h 138"/>
                  <a:gd name="T36" fmla="*/ 123 w 147"/>
                  <a:gd name="T37" fmla="*/ 125 h 138"/>
                  <a:gd name="T38" fmla="*/ 110 w 147"/>
                  <a:gd name="T39" fmla="*/ 99 h 138"/>
                  <a:gd name="T40" fmla="*/ 119 w 147"/>
                  <a:gd name="T41" fmla="*/ 82 h 138"/>
                  <a:gd name="T42" fmla="*/ 146 w 147"/>
                  <a:gd name="T43" fmla="*/ 77 h 138"/>
                  <a:gd name="T44" fmla="*/ 147 w 147"/>
                  <a:gd name="T45" fmla="*/ 56 h 138"/>
                  <a:gd name="T46" fmla="*/ 117 w 147"/>
                  <a:gd name="T47" fmla="*/ 52 h 138"/>
                  <a:gd name="T48" fmla="*/ 112 w 147"/>
                  <a:gd name="T49" fmla="*/ 40 h 138"/>
                  <a:gd name="T50" fmla="*/ 73 w 147"/>
                  <a:gd name="T51" fmla="*/ 101 h 138"/>
                  <a:gd name="T52" fmla="*/ 42 w 147"/>
                  <a:gd name="T53" fmla="*/ 69 h 138"/>
                  <a:gd name="T54" fmla="*/ 73 w 147"/>
                  <a:gd name="T55" fmla="*/ 37 h 138"/>
                  <a:gd name="T56" fmla="*/ 105 w 147"/>
                  <a:gd name="T57" fmla="*/ 69 h 138"/>
                  <a:gd name="T58" fmla="*/ 73 w 147"/>
                  <a:gd name="T59" fmla="*/ 101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47" h="138">
                    <a:moveTo>
                      <a:pt x="112" y="40"/>
                    </a:moveTo>
                    <a:cubicBezTo>
                      <a:pt x="119" y="10"/>
                      <a:pt x="119" y="10"/>
                      <a:pt x="119" y="10"/>
                    </a:cubicBezTo>
                    <a:cubicBezTo>
                      <a:pt x="103" y="1"/>
                      <a:pt x="103" y="1"/>
                      <a:pt x="103" y="1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70" y="22"/>
                      <a:pt x="70" y="22"/>
                      <a:pt x="70" y="22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29" y="82"/>
                      <a:pt x="29" y="82"/>
                      <a:pt x="29" y="82"/>
                    </a:cubicBezTo>
                    <a:cubicBezTo>
                      <a:pt x="37" y="100"/>
                      <a:pt x="37" y="100"/>
                      <a:pt x="37" y="100"/>
                    </a:cubicBezTo>
                    <a:cubicBezTo>
                      <a:pt x="27" y="126"/>
                      <a:pt x="27" y="126"/>
                      <a:pt x="27" y="126"/>
                    </a:cubicBezTo>
                    <a:cubicBezTo>
                      <a:pt x="45" y="138"/>
                      <a:pt x="45" y="138"/>
                      <a:pt x="45" y="138"/>
                    </a:cubicBezTo>
                    <a:cubicBezTo>
                      <a:pt x="63" y="116"/>
                      <a:pt x="63" y="116"/>
                      <a:pt x="63" y="116"/>
                    </a:cubicBezTo>
                    <a:cubicBezTo>
                      <a:pt x="84" y="115"/>
                      <a:pt x="84" y="115"/>
                      <a:pt x="84" y="115"/>
                    </a:cubicBezTo>
                    <a:cubicBezTo>
                      <a:pt x="106" y="137"/>
                      <a:pt x="106" y="137"/>
                      <a:pt x="106" y="137"/>
                    </a:cubicBezTo>
                    <a:cubicBezTo>
                      <a:pt x="123" y="125"/>
                      <a:pt x="123" y="125"/>
                      <a:pt x="123" y="125"/>
                    </a:cubicBezTo>
                    <a:cubicBezTo>
                      <a:pt x="110" y="99"/>
                      <a:pt x="110" y="99"/>
                      <a:pt x="110" y="99"/>
                    </a:cubicBezTo>
                    <a:cubicBezTo>
                      <a:pt x="119" y="82"/>
                      <a:pt x="119" y="82"/>
                      <a:pt x="119" y="82"/>
                    </a:cubicBezTo>
                    <a:cubicBezTo>
                      <a:pt x="146" y="77"/>
                      <a:pt x="146" y="77"/>
                      <a:pt x="146" y="77"/>
                    </a:cubicBezTo>
                    <a:cubicBezTo>
                      <a:pt x="147" y="56"/>
                      <a:pt x="147" y="56"/>
                      <a:pt x="147" y="56"/>
                    </a:cubicBezTo>
                    <a:cubicBezTo>
                      <a:pt x="117" y="52"/>
                      <a:pt x="117" y="52"/>
                      <a:pt x="117" y="52"/>
                    </a:cubicBezTo>
                    <a:lnTo>
                      <a:pt x="112" y="40"/>
                    </a:lnTo>
                    <a:close/>
                    <a:moveTo>
                      <a:pt x="73" y="101"/>
                    </a:moveTo>
                    <a:cubicBezTo>
                      <a:pt x="56" y="101"/>
                      <a:pt x="42" y="87"/>
                      <a:pt x="42" y="69"/>
                    </a:cubicBezTo>
                    <a:cubicBezTo>
                      <a:pt x="42" y="52"/>
                      <a:pt x="56" y="37"/>
                      <a:pt x="73" y="37"/>
                    </a:cubicBezTo>
                    <a:cubicBezTo>
                      <a:pt x="91" y="37"/>
                      <a:pt x="105" y="52"/>
                      <a:pt x="105" y="69"/>
                    </a:cubicBezTo>
                    <a:cubicBezTo>
                      <a:pt x="105" y="87"/>
                      <a:pt x="91" y="101"/>
                      <a:pt x="73" y="10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44" name="Oval 514">
                <a:extLst>
                  <a:ext uri="{FF2B5EF4-FFF2-40B4-BE49-F238E27FC236}">
                    <a16:creationId xmlns:a16="http://schemas.microsoft.com/office/drawing/2014/main" id="{58D5DB23-7BA4-4ACA-A813-9725E0F27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58784" y="5869183"/>
                <a:ext cx="269999" cy="26999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89AE3F3F-A34F-4333-B72F-3385FF598F76}"/>
              </a:ext>
            </a:extLst>
          </p:cNvPr>
          <p:cNvGrpSpPr/>
          <p:nvPr/>
        </p:nvGrpSpPr>
        <p:grpSpPr>
          <a:xfrm>
            <a:off x="8955622" y="5464182"/>
            <a:ext cx="1080000" cy="1080000"/>
            <a:chOff x="8955622" y="5464182"/>
            <a:chExt cx="1080000" cy="1080000"/>
          </a:xfrm>
        </p:grpSpPr>
        <p:sp>
          <p:nvSpPr>
            <p:cNvPr id="257" name="Oval 2504">
              <a:extLst>
                <a:ext uri="{FF2B5EF4-FFF2-40B4-BE49-F238E27FC236}">
                  <a16:creationId xmlns:a16="http://schemas.microsoft.com/office/drawing/2014/main" id="{3AA32590-877C-472C-8A2B-17E34771A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5622" y="5464182"/>
              <a:ext cx="1080000" cy="1080000"/>
            </a:xfrm>
            <a:prstGeom prst="ellipse">
              <a:avLst/>
            </a:prstGeom>
            <a:solidFill>
              <a:srgbClr val="EE5D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58" name="Freeform 2542">
              <a:extLst>
                <a:ext uri="{FF2B5EF4-FFF2-40B4-BE49-F238E27FC236}">
                  <a16:creationId xmlns:a16="http://schemas.microsoft.com/office/drawing/2014/main" id="{68636288-0A15-460D-AF4A-0C143858BB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39221" y="5642384"/>
              <a:ext cx="723601" cy="723601"/>
            </a:xfrm>
            <a:custGeom>
              <a:avLst/>
              <a:gdLst>
                <a:gd name="T0" fmla="*/ 62 w 123"/>
                <a:gd name="T1" fmla="*/ 0 h 123"/>
                <a:gd name="T2" fmla="*/ 0 w 123"/>
                <a:gd name="T3" fmla="*/ 61 h 123"/>
                <a:gd name="T4" fmla="*/ 62 w 123"/>
                <a:gd name="T5" fmla="*/ 123 h 123"/>
                <a:gd name="T6" fmla="*/ 123 w 123"/>
                <a:gd name="T7" fmla="*/ 61 h 123"/>
                <a:gd name="T8" fmla="*/ 62 w 123"/>
                <a:gd name="T9" fmla="*/ 0 h 123"/>
                <a:gd name="T10" fmla="*/ 102 w 123"/>
                <a:gd name="T11" fmla="*/ 74 h 123"/>
                <a:gd name="T12" fmla="*/ 80 w 123"/>
                <a:gd name="T13" fmla="*/ 74 h 123"/>
                <a:gd name="T14" fmla="*/ 73 w 123"/>
                <a:gd name="T15" fmla="*/ 80 h 123"/>
                <a:gd name="T16" fmla="*/ 73 w 123"/>
                <a:gd name="T17" fmla="*/ 102 h 123"/>
                <a:gd name="T18" fmla="*/ 49 w 123"/>
                <a:gd name="T19" fmla="*/ 102 h 123"/>
                <a:gd name="T20" fmla="*/ 49 w 123"/>
                <a:gd name="T21" fmla="*/ 74 h 123"/>
                <a:gd name="T22" fmla="*/ 20 w 123"/>
                <a:gd name="T23" fmla="*/ 74 h 123"/>
                <a:gd name="T24" fmla="*/ 20 w 123"/>
                <a:gd name="T25" fmla="*/ 50 h 123"/>
                <a:gd name="T26" fmla="*/ 49 w 123"/>
                <a:gd name="T27" fmla="*/ 50 h 123"/>
                <a:gd name="T28" fmla="*/ 49 w 123"/>
                <a:gd name="T29" fmla="*/ 21 h 123"/>
                <a:gd name="T30" fmla="*/ 73 w 123"/>
                <a:gd name="T31" fmla="*/ 21 h 123"/>
                <a:gd name="T32" fmla="*/ 73 w 123"/>
                <a:gd name="T33" fmla="*/ 49 h 123"/>
                <a:gd name="T34" fmla="*/ 102 w 123"/>
                <a:gd name="T35" fmla="*/ 49 h 123"/>
                <a:gd name="T36" fmla="*/ 102 w 123"/>
                <a:gd name="T37" fmla="*/ 74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3" h="123">
                  <a:moveTo>
                    <a:pt x="62" y="0"/>
                  </a:moveTo>
                  <a:cubicBezTo>
                    <a:pt x="28" y="0"/>
                    <a:pt x="0" y="27"/>
                    <a:pt x="0" y="61"/>
                  </a:cubicBezTo>
                  <a:cubicBezTo>
                    <a:pt x="0" y="96"/>
                    <a:pt x="27" y="123"/>
                    <a:pt x="62" y="123"/>
                  </a:cubicBezTo>
                  <a:cubicBezTo>
                    <a:pt x="95" y="123"/>
                    <a:pt x="123" y="95"/>
                    <a:pt x="123" y="61"/>
                  </a:cubicBezTo>
                  <a:cubicBezTo>
                    <a:pt x="123" y="28"/>
                    <a:pt x="95" y="0"/>
                    <a:pt x="62" y="0"/>
                  </a:cubicBezTo>
                  <a:close/>
                  <a:moveTo>
                    <a:pt x="102" y="74"/>
                  </a:moveTo>
                  <a:cubicBezTo>
                    <a:pt x="95" y="74"/>
                    <a:pt x="87" y="74"/>
                    <a:pt x="80" y="74"/>
                  </a:cubicBezTo>
                  <a:cubicBezTo>
                    <a:pt x="73" y="74"/>
                    <a:pt x="73" y="74"/>
                    <a:pt x="73" y="80"/>
                  </a:cubicBezTo>
                  <a:cubicBezTo>
                    <a:pt x="73" y="88"/>
                    <a:pt x="73" y="95"/>
                    <a:pt x="73" y="102"/>
                  </a:cubicBezTo>
                  <a:cubicBezTo>
                    <a:pt x="65" y="102"/>
                    <a:pt x="58" y="102"/>
                    <a:pt x="49" y="102"/>
                  </a:cubicBezTo>
                  <a:cubicBezTo>
                    <a:pt x="49" y="93"/>
                    <a:pt x="49" y="84"/>
                    <a:pt x="49" y="74"/>
                  </a:cubicBezTo>
                  <a:cubicBezTo>
                    <a:pt x="39" y="74"/>
                    <a:pt x="30" y="74"/>
                    <a:pt x="20" y="74"/>
                  </a:cubicBezTo>
                  <a:cubicBezTo>
                    <a:pt x="20" y="66"/>
                    <a:pt x="20" y="58"/>
                    <a:pt x="20" y="50"/>
                  </a:cubicBezTo>
                  <a:cubicBezTo>
                    <a:pt x="30" y="50"/>
                    <a:pt x="39" y="50"/>
                    <a:pt x="49" y="50"/>
                  </a:cubicBezTo>
                  <a:cubicBezTo>
                    <a:pt x="49" y="40"/>
                    <a:pt x="49" y="31"/>
                    <a:pt x="49" y="21"/>
                  </a:cubicBezTo>
                  <a:cubicBezTo>
                    <a:pt x="57" y="21"/>
                    <a:pt x="65" y="21"/>
                    <a:pt x="73" y="21"/>
                  </a:cubicBezTo>
                  <a:cubicBezTo>
                    <a:pt x="73" y="31"/>
                    <a:pt x="73" y="40"/>
                    <a:pt x="73" y="49"/>
                  </a:cubicBezTo>
                  <a:cubicBezTo>
                    <a:pt x="83" y="49"/>
                    <a:pt x="92" y="49"/>
                    <a:pt x="102" y="49"/>
                  </a:cubicBezTo>
                  <a:cubicBezTo>
                    <a:pt x="102" y="58"/>
                    <a:pt x="102" y="65"/>
                    <a:pt x="102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3790758-EC4D-4A61-9921-FC317A708A9C}"/>
              </a:ext>
            </a:extLst>
          </p:cNvPr>
          <p:cNvGrpSpPr/>
          <p:nvPr/>
        </p:nvGrpSpPr>
        <p:grpSpPr>
          <a:xfrm>
            <a:off x="5562741" y="5464182"/>
            <a:ext cx="1080000" cy="1080000"/>
            <a:chOff x="5562741" y="5464182"/>
            <a:chExt cx="1080000" cy="1080000"/>
          </a:xfrm>
        </p:grpSpPr>
        <p:sp>
          <p:nvSpPr>
            <p:cNvPr id="259" name="Oval 2422">
              <a:extLst>
                <a:ext uri="{FF2B5EF4-FFF2-40B4-BE49-F238E27FC236}">
                  <a16:creationId xmlns:a16="http://schemas.microsoft.com/office/drawing/2014/main" id="{CD1DD027-A24A-4E84-981B-D93E610DB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741" y="5464182"/>
              <a:ext cx="1080000" cy="1080000"/>
            </a:xfrm>
            <a:prstGeom prst="ellipse">
              <a:avLst/>
            </a:prstGeom>
            <a:solidFill>
              <a:srgbClr val="F399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F93C6AE7-55DC-449F-85B7-3A26AC37B2DC}"/>
                </a:ext>
              </a:extLst>
            </p:cNvPr>
            <p:cNvGrpSpPr/>
            <p:nvPr/>
          </p:nvGrpSpPr>
          <p:grpSpPr>
            <a:xfrm>
              <a:off x="5600539" y="5707181"/>
              <a:ext cx="1009805" cy="648000"/>
              <a:chOff x="5600539" y="5707181"/>
              <a:chExt cx="1009805" cy="648000"/>
            </a:xfrm>
          </p:grpSpPr>
          <p:sp>
            <p:nvSpPr>
              <p:cNvPr id="260" name="Freeform 2472">
                <a:extLst>
                  <a:ext uri="{FF2B5EF4-FFF2-40B4-BE49-F238E27FC236}">
                    <a16:creationId xmlns:a16="http://schemas.microsoft.com/office/drawing/2014/main" id="{C865C4B1-4B8F-4301-9992-BC3B4C9256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00539" y="5712583"/>
                <a:ext cx="361801" cy="388800"/>
              </a:xfrm>
              <a:custGeom>
                <a:avLst/>
                <a:gdLst>
                  <a:gd name="T0" fmla="*/ 0 w 61"/>
                  <a:gd name="T1" fmla="*/ 50 h 66"/>
                  <a:gd name="T2" fmla="*/ 18 w 61"/>
                  <a:gd name="T3" fmla="*/ 66 h 66"/>
                  <a:gd name="T4" fmla="*/ 61 w 61"/>
                  <a:gd name="T5" fmla="*/ 16 h 66"/>
                  <a:gd name="T6" fmla="*/ 43 w 61"/>
                  <a:gd name="T7" fmla="*/ 0 h 66"/>
                  <a:gd name="T8" fmla="*/ 0 w 61"/>
                  <a:gd name="T9" fmla="*/ 50 h 66"/>
                  <a:gd name="T10" fmla="*/ 20 w 61"/>
                  <a:gd name="T11" fmla="*/ 53 h 66"/>
                  <a:gd name="T12" fmla="*/ 13 w 61"/>
                  <a:gd name="T13" fmla="*/ 52 h 66"/>
                  <a:gd name="T14" fmla="*/ 14 w 61"/>
                  <a:gd name="T15" fmla="*/ 45 h 66"/>
                  <a:gd name="T16" fmla="*/ 21 w 61"/>
                  <a:gd name="T17" fmla="*/ 46 h 66"/>
                  <a:gd name="T18" fmla="*/ 20 w 61"/>
                  <a:gd name="T19" fmla="*/ 5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" h="66">
                    <a:moveTo>
                      <a:pt x="0" y="50"/>
                    </a:moveTo>
                    <a:cubicBezTo>
                      <a:pt x="18" y="66"/>
                      <a:pt x="18" y="66"/>
                      <a:pt x="18" y="66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43" y="0"/>
                      <a:pt x="43" y="0"/>
                      <a:pt x="43" y="0"/>
                    </a:cubicBezTo>
                    <a:lnTo>
                      <a:pt x="0" y="50"/>
                    </a:lnTo>
                    <a:close/>
                    <a:moveTo>
                      <a:pt x="20" y="53"/>
                    </a:moveTo>
                    <a:cubicBezTo>
                      <a:pt x="18" y="55"/>
                      <a:pt x="15" y="55"/>
                      <a:pt x="13" y="52"/>
                    </a:cubicBezTo>
                    <a:cubicBezTo>
                      <a:pt x="11" y="50"/>
                      <a:pt x="12" y="47"/>
                      <a:pt x="14" y="45"/>
                    </a:cubicBezTo>
                    <a:cubicBezTo>
                      <a:pt x="16" y="44"/>
                      <a:pt x="19" y="44"/>
                      <a:pt x="21" y="46"/>
                    </a:cubicBezTo>
                    <a:cubicBezTo>
                      <a:pt x="23" y="48"/>
                      <a:pt x="22" y="52"/>
                      <a:pt x="20" y="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61" name="Freeform 2473">
                <a:extLst>
                  <a:ext uri="{FF2B5EF4-FFF2-40B4-BE49-F238E27FC236}">
                    <a16:creationId xmlns:a16="http://schemas.microsoft.com/office/drawing/2014/main" id="{CEFFC668-98CC-4788-97AF-780A89FFC9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43142" y="5707181"/>
                <a:ext cx="367202" cy="388800"/>
              </a:xfrm>
              <a:custGeom>
                <a:avLst/>
                <a:gdLst>
                  <a:gd name="T0" fmla="*/ 0 w 62"/>
                  <a:gd name="T1" fmla="*/ 15 h 66"/>
                  <a:gd name="T2" fmla="*/ 44 w 62"/>
                  <a:gd name="T3" fmla="*/ 66 h 66"/>
                  <a:gd name="T4" fmla="*/ 62 w 62"/>
                  <a:gd name="T5" fmla="*/ 50 h 66"/>
                  <a:gd name="T6" fmla="*/ 18 w 62"/>
                  <a:gd name="T7" fmla="*/ 0 h 66"/>
                  <a:gd name="T8" fmla="*/ 0 w 62"/>
                  <a:gd name="T9" fmla="*/ 15 h 66"/>
                  <a:gd name="T10" fmla="*/ 41 w 62"/>
                  <a:gd name="T11" fmla="*/ 45 h 66"/>
                  <a:gd name="T12" fmla="*/ 48 w 62"/>
                  <a:gd name="T13" fmla="*/ 46 h 66"/>
                  <a:gd name="T14" fmla="*/ 47 w 62"/>
                  <a:gd name="T15" fmla="*/ 53 h 66"/>
                  <a:gd name="T16" fmla="*/ 40 w 62"/>
                  <a:gd name="T17" fmla="*/ 52 h 66"/>
                  <a:gd name="T18" fmla="*/ 41 w 62"/>
                  <a:gd name="T19" fmla="*/ 4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2" h="66">
                    <a:moveTo>
                      <a:pt x="0" y="15"/>
                    </a:moveTo>
                    <a:cubicBezTo>
                      <a:pt x="44" y="66"/>
                      <a:pt x="44" y="66"/>
                      <a:pt x="44" y="66"/>
                    </a:cubicBezTo>
                    <a:cubicBezTo>
                      <a:pt x="62" y="50"/>
                      <a:pt x="62" y="50"/>
                      <a:pt x="62" y="50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0" y="15"/>
                    </a:lnTo>
                    <a:close/>
                    <a:moveTo>
                      <a:pt x="41" y="45"/>
                    </a:moveTo>
                    <a:cubicBezTo>
                      <a:pt x="43" y="43"/>
                      <a:pt x="47" y="43"/>
                      <a:pt x="48" y="46"/>
                    </a:cubicBezTo>
                    <a:cubicBezTo>
                      <a:pt x="50" y="48"/>
                      <a:pt x="50" y="51"/>
                      <a:pt x="47" y="53"/>
                    </a:cubicBezTo>
                    <a:cubicBezTo>
                      <a:pt x="45" y="54"/>
                      <a:pt x="42" y="54"/>
                      <a:pt x="40" y="52"/>
                    </a:cubicBezTo>
                    <a:cubicBezTo>
                      <a:pt x="39" y="50"/>
                      <a:pt x="39" y="46"/>
                      <a:pt x="41" y="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62" name="Freeform 2474">
                <a:extLst>
                  <a:ext uri="{FF2B5EF4-FFF2-40B4-BE49-F238E27FC236}">
                    <a16:creationId xmlns:a16="http://schemas.microsoft.com/office/drawing/2014/main" id="{19379406-8096-4EA6-9D38-ADD3EE4D2B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16539" y="5836781"/>
                <a:ext cx="599398" cy="518400"/>
              </a:xfrm>
              <a:custGeom>
                <a:avLst/>
                <a:gdLst>
                  <a:gd name="T0" fmla="*/ 71 w 102"/>
                  <a:gd name="T1" fmla="*/ 1 h 88"/>
                  <a:gd name="T2" fmla="*/ 65 w 102"/>
                  <a:gd name="T3" fmla="*/ 5 h 88"/>
                  <a:gd name="T4" fmla="*/ 63 w 102"/>
                  <a:gd name="T5" fmla="*/ 3 h 88"/>
                  <a:gd name="T6" fmla="*/ 52 w 102"/>
                  <a:gd name="T7" fmla="*/ 0 h 88"/>
                  <a:gd name="T8" fmla="*/ 34 w 102"/>
                  <a:gd name="T9" fmla="*/ 2 h 88"/>
                  <a:gd name="T10" fmla="*/ 29 w 102"/>
                  <a:gd name="T11" fmla="*/ 1 h 88"/>
                  <a:gd name="T12" fmla="*/ 0 w 102"/>
                  <a:gd name="T13" fmla="*/ 35 h 88"/>
                  <a:gd name="T14" fmla="*/ 9 w 102"/>
                  <a:gd name="T15" fmla="*/ 50 h 88"/>
                  <a:gd name="T16" fmla="*/ 16 w 102"/>
                  <a:gd name="T17" fmla="*/ 71 h 88"/>
                  <a:gd name="T18" fmla="*/ 37 w 102"/>
                  <a:gd name="T19" fmla="*/ 86 h 88"/>
                  <a:gd name="T20" fmla="*/ 42 w 102"/>
                  <a:gd name="T21" fmla="*/ 88 h 88"/>
                  <a:gd name="T22" fmla="*/ 48 w 102"/>
                  <a:gd name="T23" fmla="*/ 86 h 88"/>
                  <a:gd name="T24" fmla="*/ 49 w 102"/>
                  <a:gd name="T25" fmla="*/ 83 h 88"/>
                  <a:gd name="T26" fmla="*/ 62 w 102"/>
                  <a:gd name="T27" fmla="*/ 80 h 88"/>
                  <a:gd name="T28" fmla="*/ 82 w 102"/>
                  <a:gd name="T29" fmla="*/ 62 h 88"/>
                  <a:gd name="T30" fmla="*/ 82 w 102"/>
                  <a:gd name="T31" fmla="*/ 57 h 88"/>
                  <a:gd name="T32" fmla="*/ 102 w 102"/>
                  <a:gd name="T33" fmla="*/ 37 h 88"/>
                  <a:gd name="T34" fmla="*/ 71 w 102"/>
                  <a:gd name="T35" fmla="*/ 1 h 88"/>
                  <a:gd name="T36" fmla="*/ 45 w 102"/>
                  <a:gd name="T37" fmla="*/ 83 h 88"/>
                  <a:gd name="T38" fmla="*/ 45 w 102"/>
                  <a:gd name="T39" fmla="*/ 83 h 88"/>
                  <a:gd name="T40" fmla="*/ 38 w 102"/>
                  <a:gd name="T41" fmla="*/ 83 h 88"/>
                  <a:gd name="T42" fmla="*/ 19 w 102"/>
                  <a:gd name="T43" fmla="*/ 68 h 88"/>
                  <a:gd name="T44" fmla="*/ 12 w 102"/>
                  <a:gd name="T45" fmla="*/ 56 h 88"/>
                  <a:gd name="T46" fmla="*/ 12 w 102"/>
                  <a:gd name="T47" fmla="*/ 54 h 88"/>
                  <a:gd name="T48" fmla="*/ 12 w 102"/>
                  <a:gd name="T49" fmla="*/ 52 h 88"/>
                  <a:gd name="T50" fmla="*/ 12 w 102"/>
                  <a:gd name="T51" fmla="*/ 52 h 88"/>
                  <a:gd name="T52" fmla="*/ 14 w 102"/>
                  <a:gd name="T53" fmla="*/ 51 h 88"/>
                  <a:gd name="T54" fmla="*/ 14 w 102"/>
                  <a:gd name="T55" fmla="*/ 51 h 88"/>
                  <a:gd name="T56" fmla="*/ 16 w 102"/>
                  <a:gd name="T57" fmla="*/ 51 h 88"/>
                  <a:gd name="T58" fmla="*/ 18 w 102"/>
                  <a:gd name="T59" fmla="*/ 52 h 88"/>
                  <a:gd name="T60" fmla="*/ 19 w 102"/>
                  <a:gd name="T61" fmla="*/ 54 h 88"/>
                  <a:gd name="T62" fmla="*/ 26 w 102"/>
                  <a:gd name="T63" fmla="*/ 61 h 88"/>
                  <a:gd name="T64" fmla="*/ 36 w 102"/>
                  <a:gd name="T65" fmla="*/ 72 h 88"/>
                  <a:gd name="T66" fmla="*/ 41 w 102"/>
                  <a:gd name="T67" fmla="*/ 76 h 88"/>
                  <a:gd name="T68" fmla="*/ 45 w 102"/>
                  <a:gd name="T69" fmla="*/ 83 h 88"/>
                  <a:gd name="T70" fmla="*/ 80 w 102"/>
                  <a:gd name="T71" fmla="*/ 53 h 88"/>
                  <a:gd name="T72" fmla="*/ 80 w 102"/>
                  <a:gd name="T73" fmla="*/ 52 h 88"/>
                  <a:gd name="T74" fmla="*/ 65 w 102"/>
                  <a:gd name="T75" fmla="*/ 33 h 88"/>
                  <a:gd name="T76" fmla="*/ 53 w 102"/>
                  <a:gd name="T77" fmla="*/ 25 h 88"/>
                  <a:gd name="T78" fmla="*/ 37 w 102"/>
                  <a:gd name="T79" fmla="*/ 35 h 88"/>
                  <a:gd name="T80" fmla="*/ 28 w 102"/>
                  <a:gd name="T81" fmla="*/ 41 h 88"/>
                  <a:gd name="T82" fmla="*/ 25 w 102"/>
                  <a:gd name="T83" fmla="*/ 33 h 88"/>
                  <a:gd name="T84" fmla="*/ 31 w 102"/>
                  <a:gd name="T85" fmla="*/ 25 h 88"/>
                  <a:gd name="T86" fmla="*/ 38 w 102"/>
                  <a:gd name="T87" fmla="*/ 17 h 88"/>
                  <a:gd name="T88" fmla="*/ 51 w 102"/>
                  <a:gd name="T89" fmla="*/ 10 h 88"/>
                  <a:gd name="T90" fmla="*/ 62 w 102"/>
                  <a:gd name="T91" fmla="*/ 13 h 88"/>
                  <a:gd name="T92" fmla="*/ 65 w 102"/>
                  <a:gd name="T93" fmla="*/ 9 h 88"/>
                  <a:gd name="T94" fmla="*/ 70 w 102"/>
                  <a:gd name="T95" fmla="*/ 5 h 88"/>
                  <a:gd name="T96" fmla="*/ 97 w 102"/>
                  <a:gd name="T97" fmla="*/ 37 h 88"/>
                  <a:gd name="T98" fmla="*/ 80 w 102"/>
                  <a:gd name="T99" fmla="*/ 53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2" h="88">
                    <a:moveTo>
                      <a:pt x="71" y="1"/>
                    </a:moveTo>
                    <a:cubicBezTo>
                      <a:pt x="65" y="5"/>
                      <a:pt x="65" y="5"/>
                      <a:pt x="65" y="5"/>
                    </a:cubicBezTo>
                    <a:cubicBezTo>
                      <a:pt x="64" y="4"/>
                      <a:pt x="64" y="4"/>
                      <a:pt x="63" y="3"/>
                    </a:cubicBezTo>
                    <a:cubicBezTo>
                      <a:pt x="60" y="1"/>
                      <a:pt x="56" y="0"/>
                      <a:pt x="52" y="0"/>
                    </a:cubicBezTo>
                    <a:cubicBezTo>
                      <a:pt x="48" y="0"/>
                      <a:pt x="36" y="2"/>
                      <a:pt x="34" y="2"/>
                    </a:cubicBezTo>
                    <a:cubicBezTo>
                      <a:pt x="31" y="2"/>
                      <a:pt x="29" y="1"/>
                      <a:pt x="29" y="1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5"/>
                      <a:pt x="4" y="42"/>
                      <a:pt x="9" y="50"/>
                    </a:cubicBezTo>
                    <a:cubicBezTo>
                      <a:pt x="6" y="54"/>
                      <a:pt x="11" y="64"/>
                      <a:pt x="16" y="71"/>
                    </a:cubicBezTo>
                    <a:cubicBezTo>
                      <a:pt x="22" y="78"/>
                      <a:pt x="33" y="84"/>
                      <a:pt x="37" y="86"/>
                    </a:cubicBezTo>
                    <a:cubicBezTo>
                      <a:pt x="38" y="87"/>
                      <a:pt x="40" y="88"/>
                      <a:pt x="42" y="88"/>
                    </a:cubicBezTo>
                    <a:cubicBezTo>
                      <a:pt x="45" y="88"/>
                      <a:pt x="47" y="87"/>
                      <a:pt x="48" y="86"/>
                    </a:cubicBezTo>
                    <a:cubicBezTo>
                      <a:pt x="49" y="85"/>
                      <a:pt x="49" y="84"/>
                      <a:pt x="49" y="83"/>
                    </a:cubicBezTo>
                    <a:cubicBezTo>
                      <a:pt x="54" y="82"/>
                      <a:pt x="59" y="81"/>
                      <a:pt x="62" y="80"/>
                    </a:cubicBezTo>
                    <a:cubicBezTo>
                      <a:pt x="68" y="77"/>
                      <a:pt x="81" y="64"/>
                      <a:pt x="82" y="62"/>
                    </a:cubicBezTo>
                    <a:cubicBezTo>
                      <a:pt x="82" y="60"/>
                      <a:pt x="82" y="59"/>
                      <a:pt x="82" y="57"/>
                    </a:cubicBezTo>
                    <a:cubicBezTo>
                      <a:pt x="102" y="37"/>
                      <a:pt x="102" y="37"/>
                      <a:pt x="102" y="37"/>
                    </a:cubicBezTo>
                    <a:lnTo>
                      <a:pt x="71" y="1"/>
                    </a:lnTo>
                    <a:close/>
                    <a:moveTo>
                      <a:pt x="45" y="83"/>
                    </a:moveTo>
                    <a:cubicBezTo>
                      <a:pt x="45" y="83"/>
                      <a:pt x="45" y="83"/>
                      <a:pt x="45" y="83"/>
                    </a:cubicBezTo>
                    <a:cubicBezTo>
                      <a:pt x="44" y="85"/>
                      <a:pt x="41" y="85"/>
                      <a:pt x="38" y="83"/>
                    </a:cubicBezTo>
                    <a:cubicBezTo>
                      <a:pt x="29" y="78"/>
                      <a:pt x="22" y="73"/>
                      <a:pt x="19" y="68"/>
                    </a:cubicBezTo>
                    <a:cubicBezTo>
                      <a:pt x="16" y="64"/>
                      <a:pt x="13" y="60"/>
                      <a:pt x="12" y="56"/>
                    </a:cubicBezTo>
                    <a:cubicBezTo>
                      <a:pt x="12" y="56"/>
                      <a:pt x="12" y="55"/>
                      <a:pt x="12" y="54"/>
                    </a:cubicBezTo>
                    <a:cubicBezTo>
                      <a:pt x="11" y="53"/>
                      <a:pt x="11" y="52"/>
                      <a:pt x="12" y="52"/>
                    </a:cubicBezTo>
                    <a:cubicBezTo>
                      <a:pt x="12" y="52"/>
                      <a:pt x="12" y="52"/>
                      <a:pt x="12" y="52"/>
                    </a:cubicBezTo>
                    <a:cubicBezTo>
                      <a:pt x="13" y="51"/>
                      <a:pt x="13" y="51"/>
                      <a:pt x="14" y="51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5" y="51"/>
                      <a:pt x="15" y="51"/>
                      <a:pt x="16" y="51"/>
                    </a:cubicBezTo>
                    <a:cubicBezTo>
                      <a:pt x="17" y="51"/>
                      <a:pt x="17" y="52"/>
                      <a:pt x="18" y="52"/>
                    </a:cubicBezTo>
                    <a:cubicBezTo>
                      <a:pt x="18" y="53"/>
                      <a:pt x="19" y="53"/>
                      <a:pt x="19" y="54"/>
                    </a:cubicBezTo>
                    <a:cubicBezTo>
                      <a:pt x="21" y="55"/>
                      <a:pt x="23" y="57"/>
                      <a:pt x="26" y="61"/>
                    </a:cubicBezTo>
                    <a:cubicBezTo>
                      <a:pt x="29" y="66"/>
                      <a:pt x="33" y="69"/>
                      <a:pt x="36" y="72"/>
                    </a:cubicBezTo>
                    <a:cubicBezTo>
                      <a:pt x="38" y="73"/>
                      <a:pt x="39" y="74"/>
                      <a:pt x="41" y="76"/>
                    </a:cubicBezTo>
                    <a:cubicBezTo>
                      <a:pt x="45" y="80"/>
                      <a:pt x="46" y="82"/>
                      <a:pt x="45" y="83"/>
                    </a:cubicBezTo>
                    <a:close/>
                    <a:moveTo>
                      <a:pt x="80" y="53"/>
                    </a:moveTo>
                    <a:cubicBezTo>
                      <a:pt x="80" y="53"/>
                      <a:pt x="80" y="52"/>
                      <a:pt x="80" y="52"/>
                    </a:cubicBezTo>
                    <a:cubicBezTo>
                      <a:pt x="78" y="47"/>
                      <a:pt x="68" y="37"/>
                      <a:pt x="65" y="33"/>
                    </a:cubicBezTo>
                    <a:cubicBezTo>
                      <a:pt x="61" y="29"/>
                      <a:pt x="59" y="28"/>
                      <a:pt x="53" y="25"/>
                    </a:cubicBezTo>
                    <a:cubicBezTo>
                      <a:pt x="46" y="25"/>
                      <a:pt x="39" y="33"/>
                      <a:pt x="37" y="35"/>
                    </a:cubicBezTo>
                    <a:cubicBezTo>
                      <a:pt x="35" y="36"/>
                      <a:pt x="33" y="42"/>
                      <a:pt x="28" y="41"/>
                    </a:cubicBezTo>
                    <a:cubicBezTo>
                      <a:pt x="23" y="40"/>
                      <a:pt x="25" y="33"/>
                      <a:pt x="25" y="33"/>
                    </a:cubicBezTo>
                    <a:cubicBezTo>
                      <a:pt x="25" y="33"/>
                      <a:pt x="27" y="29"/>
                      <a:pt x="31" y="25"/>
                    </a:cubicBezTo>
                    <a:cubicBezTo>
                      <a:pt x="34" y="20"/>
                      <a:pt x="36" y="20"/>
                      <a:pt x="38" y="17"/>
                    </a:cubicBezTo>
                    <a:cubicBezTo>
                      <a:pt x="40" y="15"/>
                      <a:pt x="47" y="10"/>
                      <a:pt x="51" y="10"/>
                    </a:cubicBezTo>
                    <a:cubicBezTo>
                      <a:pt x="54" y="10"/>
                      <a:pt x="60" y="13"/>
                      <a:pt x="62" y="13"/>
                    </a:cubicBezTo>
                    <a:cubicBezTo>
                      <a:pt x="63" y="13"/>
                      <a:pt x="65" y="11"/>
                      <a:pt x="65" y="9"/>
                    </a:cubicBezTo>
                    <a:cubicBezTo>
                      <a:pt x="70" y="5"/>
                      <a:pt x="70" y="5"/>
                      <a:pt x="70" y="5"/>
                    </a:cubicBezTo>
                    <a:cubicBezTo>
                      <a:pt x="97" y="37"/>
                      <a:pt x="97" y="37"/>
                      <a:pt x="97" y="37"/>
                    </a:cubicBezTo>
                    <a:lnTo>
                      <a:pt x="80" y="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E2CCD59-43FC-4BA7-86E6-2CBDF1E6419D}"/>
              </a:ext>
            </a:extLst>
          </p:cNvPr>
          <p:cNvGrpSpPr/>
          <p:nvPr/>
        </p:nvGrpSpPr>
        <p:grpSpPr>
          <a:xfrm>
            <a:off x="2164432" y="5464182"/>
            <a:ext cx="1085429" cy="1080000"/>
            <a:chOff x="2164432" y="5464182"/>
            <a:chExt cx="1085429" cy="1080000"/>
          </a:xfrm>
        </p:grpSpPr>
        <p:sp>
          <p:nvSpPr>
            <p:cNvPr id="293" name="Oval 1446">
              <a:extLst>
                <a:ext uri="{FF2B5EF4-FFF2-40B4-BE49-F238E27FC236}">
                  <a16:creationId xmlns:a16="http://schemas.microsoft.com/office/drawing/2014/main" id="{2EE0703F-0F87-419C-BE90-782EEF8FD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432" y="5464182"/>
              <a:ext cx="1085429" cy="1080000"/>
            </a:xfrm>
            <a:prstGeom prst="ellipse">
              <a:avLst/>
            </a:prstGeom>
            <a:solidFill>
              <a:srgbClr val="7A9D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01169E72-3E53-444E-AEC6-8C9889E42D1D}"/>
                </a:ext>
              </a:extLst>
            </p:cNvPr>
            <p:cNvGrpSpPr/>
            <p:nvPr/>
          </p:nvGrpSpPr>
          <p:grpSpPr>
            <a:xfrm>
              <a:off x="2310965" y="5594433"/>
              <a:ext cx="824926" cy="814073"/>
              <a:chOff x="2310965" y="5594433"/>
              <a:chExt cx="824926" cy="814073"/>
            </a:xfrm>
          </p:grpSpPr>
          <p:sp>
            <p:nvSpPr>
              <p:cNvPr id="294" name="Freeform 1593">
                <a:extLst>
                  <a:ext uri="{FF2B5EF4-FFF2-40B4-BE49-F238E27FC236}">
                    <a16:creationId xmlns:a16="http://schemas.microsoft.com/office/drawing/2014/main" id="{FF625345-8307-4DA3-8581-7E844B4653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0965" y="5740967"/>
                <a:ext cx="640404" cy="667539"/>
              </a:xfrm>
              <a:custGeom>
                <a:avLst/>
                <a:gdLst>
                  <a:gd name="T0" fmla="*/ 22 w 108"/>
                  <a:gd name="T1" fmla="*/ 86 h 113"/>
                  <a:gd name="T2" fmla="*/ 108 w 108"/>
                  <a:gd name="T3" fmla="*/ 90 h 113"/>
                  <a:gd name="T4" fmla="*/ 27 w 108"/>
                  <a:gd name="T5" fmla="*/ 0 h 113"/>
                  <a:gd name="T6" fmla="*/ 22 w 108"/>
                  <a:gd name="T7" fmla="*/ 86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8" h="113">
                    <a:moveTo>
                      <a:pt x="22" y="86"/>
                    </a:moveTo>
                    <a:cubicBezTo>
                      <a:pt x="45" y="111"/>
                      <a:pt x="83" y="113"/>
                      <a:pt x="108" y="9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" y="22"/>
                      <a:pt x="0" y="61"/>
                      <a:pt x="22" y="8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95" name="Freeform 1594">
                <a:extLst>
                  <a:ext uri="{FF2B5EF4-FFF2-40B4-BE49-F238E27FC236}">
                    <a16:creationId xmlns:a16="http://schemas.microsoft.com/office/drawing/2014/main" id="{44331C33-A893-43DA-A972-7C0F070FC4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1419" y="5778955"/>
                <a:ext cx="374472" cy="466736"/>
              </a:xfrm>
              <a:custGeom>
                <a:avLst/>
                <a:gdLst>
                  <a:gd name="T0" fmla="*/ 0 w 63"/>
                  <a:gd name="T1" fmla="*/ 37 h 79"/>
                  <a:gd name="T2" fmla="*/ 38 w 63"/>
                  <a:gd name="T3" fmla="*/ 79 h 79"/>
                  <a:gd name="T4" fmla="*/ 42 w 63"/>
                  <a:gd name="T5" fmla="*/ 0 h 79"/>
                  <a:gd name="T6" fmla="*/ 0 w 63"/>
                  <a:gd name="T7" fmla="*/ 37 h 79"/>
                  <a:gd name="T8" fmla="*/ 38 w 63"/>
                  <a:gd name="T9" fmla="*/ 69 h 79"/>
                  <a:gd name="T10" fmla="*/ 10 w 63"/>
                  <a:gd name="T11" fmla="*/ 38 h 79"/>
                  <a:gd name="T12" fmla="*/ 41 w 63"/>
                  <a:gd name="T13" fmla="*/ 10 h 79"/>
                  <a:gd name="T14" fmla="*/ 38 w 63"/>
                  <a:gd name="T15" fmla="*/ 6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3" h="79">
                    <a:moveTo>
                      <a:pt x="0" y="37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61" y="59"/>
                      <a:pt x="63" y="23"/>
                      <a:pt x="42" y="0"/>
                    </a:cubicBezTo>
                    <a:lnTo>
                      <a:pt x="0" y="37"/>
                    </a:lnTo>
                    <a:close/>
                    <a:moveTo>
                      <a:pt x="38" y="69"/>
                    </a:moveTo>
                    <a:cubicBezTo>
                      <a:pt x="10" y="38"/>
                      <a:pt x="10" y="38"/>
                      <a:pt x="10" y="38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53" y="28"/>
                      <a:pt x="52" y="52"/>
                      <a:pt x="38" y="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96" name="Freeform 1595">
                <a:extLst>
                  <a:ext uri="{FF2B5EF4-FFF2-40B4-BE49-F238E27FC236}">
                    <a16:creationId xmlns:a16="http://schemas.microsoft.com/office/drawing/2014/main" id="{79C2F57D-7F76-4356-A187-BD089C675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6345" y="5594433"/>
                <a:ext cx="466736" cy="374472"/>
              </a:xfrm>
              <a:custGeom>
                <a:avLst/>
                <a:gdLst>
                  <a:gd name="T0" fmla="*/ 0 w 79"/>
                  <a:gd name="T1" fmla="*/ 21 h 63"/>
                  <a:gd name="T2" fmla="*/ 37 w 79"/>
                  <a:gd name="T3" fmla="*/ 63 h 63"/>
                  <a:gd name="T4" fmla="*/ 79 w 79"/>
                  <a:gd name="T5" fmla="*/ 25 h 63"/>
                  <a:gd name="T6" fmla="*/ 0 w 79"/>
                  <a:gd name="T7" fmla="*/ 2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9" h="63">
                    <a:moveTo>
                      <a:pt x="0" y="21"/>
                    </a:moveTo>
                    <a:cubicBezTo>
                      <a:pt x="37" y="63"/>
                      <a:pt x="37" y="63"/>
                      <a:pt x="37" y="63"/>
                    </a:cubicBezTo>
                    <a:cubicBezTo>
                      <a:pt x="79" y="25"/>
                      <a:pt x="79" y="25"/>
                      <a:pt x="79" y="25"/>
                    </a:cubicBezTo>
                    <a:cubicBezTo>
                      <a:pt x="58" y="2"/>
                      <a:pt x="23" y="0"/>
                      <a:pt x="0" y="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B32193FC-2E78-40BB-81AD-9F4589839AE9}"/>
              </a:ext>
            </a:extLst>
          </p:cNvPr>
          <p:cNvGrpSpPr>
            <a:grpSpLocks noChangeAspect="1"/>
          </p:cNvGrpSpPr>
          <p:nvPr/>
        </p:nvGrpSpPr>
        <p:grpSpPr>
          <a:xfrm>
            <a:off x="8952921" y="3985758"/>
            <a:ext cx="1085402" cy="1080000"/>
            <a:chOff x="6975872" y="4764882"/>
            <a:chExt cx="239316" cy="238125"/>
          </a:xfrm>
        </p:grpSpPr>
        <p:sp>
          <p:nvSpPr>
            <p:cNvPr id="120" name="Oval 370">
              <a:extLst>
                <a:ext uri="{FF2B5EF4-FFF2-40B4-BE49-F238E27FC236}">
                  <a16:creationId xmlns:a16="http://schemas.microsoft.com/office/drawing/2014/main" id="{1EF08436-FC65-49DD-B054-A51250F7D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5872" y="4764882"/>
              <a:ext cx="239316" cy="238125"/>
            </a:xfrm>
            <a:prstGeom prst="ellipse">
              <a:avLst/>
            </a:prstGeom>
            <a:solidFill>
              <a:srgbClr val="62CC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121" name="Freeform 440">
              <a:extLst>
                <a:ext uri="{FF2B5EF4-FFF2-40B4-BE49-F238E27FC236}">
                  <a16:creationId xmlns:a16="http://schemas.microsoft.com/office/drawing/2014/main" id="{5F7098D2-476F-49C3-B55E-6E62036019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10400" y="4800600"/>
              <a:ext cx="170259" cy="172641"/>
            </a:xfrm>
            <a:custGeom>
              <a:avLst/>
              <a:gdLst>
                <a:gd name="T0" fmla="*/ 77 w 132"/>
                <a:gd name="T1" fmla="*/ 13 h 133"/>
                <a:gd name="T2" fmla="*/ 45 w 132"/>
                <a:gd name="T3" fmla="*/ 45 h 133"/>
                <a:gd name="T4" fmla="*/ 45 w 132"/>
                <a:gd name="T5" fmla="*/ 45 h 133"/>
                <a:gd name="T6" fmla="*/ 14 w 132"/>
                <a:gd name="T7" fmla="*/ 76 h 133"/>
                <a:gd name="T8" fmla="*/ 12 w 132"/>
                <a:gd name="T9" fmla="*/ 78 h 133"/>
                <a:gd name="T10" fmla="*/ 11 w 132"/>
                <a:gd name="T11" fmla="*/ 119 h 133"/>
                <a:gd name="T12" fmla="*/ 53 w 132"/>
                <a:gd name="T13" fmla="*/ 120 h 133"/>
                <a:gd name="T14" fmla="*/ 119 w 132"/>
                <a:gd name="T15" fmla="*/ 55 h 133"/>
                <a:gd name="T16" fmla="*/ 119 w 132"/>
                <a:gd name="T17" fmla="*/ 13 h 133"/>
                <a:gd name="T18" fmla="*/ 77 w 132"/>
                <a:gd name="T19" fmla="*/ 13 h 133"/>
                <a:gd name="T20" fmla="*/ 46 w 132"/>
                <a:gd name="T21" fmla="*/ 113 h 133"/>
                <a:gd name="T22" fmla="*/ 19 w 132"/>
                <a:gd name="T23" fmla="*/ 113 h 133"/>
                <a:gd name="T24" fmla="*/ 19 w 132"/>
                <a:gd name="T25" fmla="*/ 86 h 133"/>
                <a:gd name="T26" fmla="*/ 49 w 132"/>
                <a:gd name="T27" fmla="*/ 55 h 133"/>
                <a:gd name="T28" fmla="*/ 76 w 132"/>
                <a:gd name="T29" fmla="*/ 83 h 133"/>
                <a:gd name="T30" fmla="*/ 46 w 132"/>
                <a:gd name="T31" fmla="*/ 11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2" h="133">
                  <a:moveTo>
                    <a:pt x="77" y="13"/>
                  </a:moveTo>
                  <a:cubicBezTo>
                    <a:pt x="66" y="23"/>
                    <a:pt x="56" y="34"/>
                    <a:pt x="45" y="45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5" y="55"/>
                    <a:pt x="24" y="66"/>
                    <a:pt x="14" y="76"/>
                  </a:cubicBezTo>
                  <a:cubicBezTo>
                    <a:pt x="13" y="77"/>
                    <a:pt x="12" y="78"/>
                    <a:pt x="12" y="78"/>
                  </a:cubicBezTo>
                  <a:cubicBezTo>
                    <a:pt x="0" y="91"/>
                    <a:pt x="0" y="108"/>
                    <a:pt x="11" y="119"/>
                  </a:cubicBezTo>
                  <a:cubicBezTo>
                    <a:pt x="23" y="132"/>
                    <a:pt x="41" y="133"/>
                    <a:pt x="53" y="120"/>
                  </a:cubicBezTo>
                  <a:cubicBezTo>
                    <a:pt x="76" y="99"/>
                    <a:pt x="98" y="77"/>
                    <a:pt x="119" y="55"/>
                  </a:cubicBezTo>
                  <a:cubicBezTo>
                    <a:pt x="132" y="42"/>
                    <a:pt x="131" y="25"/>
                    <a:pt x="119" y="13"/>
                  </a:cubicBezTo>
                  <a:cubicBezTo>
                    <a:pt x="108" y="1"/>
                    <a:pt x="90" y="0"/>
                    <a:pt x="77" y="13"/>
                  </a:cubicBezTo>
                  <a:close/>
                  <a:moveTo>
                    <a:pt x="46" y="113"/>
                  </a:moveTo>
                  <a:cubicBezTo>
                    <a:pt x="38" y="121"/>
                    <a:pt x="28" y="121"/>
                    <a:pt x="19" y="113"/>
                  </a:cubicBezTo>
                  <a:cubicBezTo>
                    <a:pt x="11" y="105"/>
                    <a:pt x="11" y="94"/>
                    <a:pt x="19" y="86"/>
                  </a:cubicBezTo>
                  <a:cubicBezTo>
                    <a:pt x="28" y="75"/>
                    <a:pt x="38" y="66"/>
                    <a:pt x="49" y="55"/>
                  </a:cubicBezTo>
                  <a:cubicBezTo>
                    <a:pt x="58" y="65"/>
                    <a:pt x="67" y="73"/>
                    <a:pt x="76" y="83"/>
                  </a:cubicBezTo>
                  <a:cubicBezTo>
                    <a:pt x="66" y="93"/>
                    <a:pt x="56" y="103"/>
                    <a:pt x="46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2D10ACC4-3744-468C-B311-D619C5059DAD}"/>
              </a:ext>
            </a:extLst>
          </p:cNvPr>
          <p:cNvGrpSpPr>
            <a:grpSpLocks noChangeAspect="1"/>
          </p:cNvGrpSpPr>
          <p:nvPr/>
        </p:nvGrpSpPr>
        <p:grpSpPr>
          <a:xfrm>
            <a:off x="5551917" y="3985765"/>
            <a:ext cx="1090858" cy="1080001"/>
            <a:chOff x="1931194" y="2664619"/>
            <a:chExt cx="239316" cy="236934"/>
          </a:xfrm>
        </p:grpSpPr>
        <p:sp>
          <p:nvSpPr>
            <p:cNvPr id="239" name="Oval 1443">
              <a:extLst>
                <a:ext uri="{FF2B5EF4-FFF2-40B4-BE49-F238E27FC236}">
                  <a16:creationId xmlns:a16="http://schemas.microsoft.com/office/drawing/2014/main" id="{010D2317-75C9-4DE1-9FCC-2C77AEBC1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1194" y="2664619"/>
              <a:ext cx="239316" cy="236934"/>
            </a:xfrm>
            <a:prstGeom prst="ellipse">
              <a:avLst/>
            </a:prstGeom>
            <a:solidFill>
              <a:srgbClr val="27BC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240" name="Freeform 1589">
              <a:extLst>
                <a:ext uri="{FF2B5EF4-FFF2-40B4-BE49-F238E27FC236}">
                  <a16:creationId xmlns:a16="http://schemas.microsoft.com/office/drawing/2014/main" id="{74086E39-1801-4656-B54C-16BBB5C35D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59769" y="2684860"/>
              <a:ext cx="180975" cy="161925"/>
            </a:xfrm>
            <a:custGeom>
              <a:avLst/>
              <a:gdLst>
                <a:gd name="T0" fmla="*/ 138 w 139"/>
                <a:gd name="T1" fmla="*/ 107 h 124"/>
                <a:gd name="T2" fmla="*/ 80 w 139"/>
                <a:gd name="T3" fmla="*/ 6 h 124"/>
                <a:gd name="T4" fmla="*/ 70 w 139"/>
                <a:gd name="T5" fmla="*/ 0 h 124"/>
                <a:gd name="T6" fmla="*/ 60 w 139"/>
                <a:gd name="T7" fmla="*/ 6 h 124"/>
                <a:gd name="T8" fmla="*/ 1 w 139"/>
                <a:gd name="T9" fmla="*/ 107 h 124"/>
                <a:gd name="T10" fmla="*/ 0 w 139"/>
                <a:gd name="T11" fmla="*/ 113 h 124"/>
                <a:gd name="T12" fmla="*/ 1 w 139"/>
                <a:gd name="T13" fmla="*/ 118 h 124"/>
                <a:gd name="T14" fmla="*/ 11 w 139"/>
                <a:gd name="T15" fmla="*/ 124 h 124"/>
                <a:gd name="T16" fmla="*/ 128 w 139"/>
                <a:gd name="T17" fmla="*/ 124 h 124"/>
                <a:gd name="T18" fmla="*/ 138 w 139"/>
                <a:gd name="T19" fmla="*/ 118 h 124"/>
                <a:gd name="T20" fmla="*/ 139 w 139"/>
                <a:gd name="T21" fmla="*/ 113 h 124"/>
                <a:gd name="T22" fmla="*/ 138 w 139"/>
                <a:gd name="T23" fmla="*/ 107 h 124"/>
                <a:gd name="T24" fmla="*/ 130 w 139"/>
                <a:gd name="T25" fmla="*/ 114 h 124"/>
                <a:gd name="T26" fmla="*/ 128 w 139"/>
                <a:gd name="T27" fmla="*/ 114 h 124"/>
                <a:gd name="T28" fmla="*/ 11 w 139"/>
                <a:gd name="T29" fmla="*/ 114 h 124"/>
                <a:gd name="T30" fmla="*/ 10 w 139"/>
                <a:gd name="T31" fmla="*/ 114 h 124"/>
                <a:gd name="T32" fmla="*/ 9 w 139"/>
                <a:gd name="T33" fmla="*/ 113 h 124"/>
                <a:gd name="T34" fmla="*/ 10 w 139"/>
                <a:gd name="T35" fmla="*/ 112 h 124"/>
                <a:gd name="T36" fmla="*/ 68 w 139"/>
                <a:gd name="T37" fmla="*/ 11 h 124"/>
                <a:gd name="T38" fmla="*/ 70 w 139"/>
                <a:gd name="T39" fmla="*/ 10 h 124"/>
                <a:gd name="T40" fmla="*/ 71 w 139"/>
                <a:gd name="T41" fmla="*/ 11 h 124"/>
                <a:gd name="T42" fmla="*/ 130 w 139"/>
                <a:gd name="T43" fmla="*/ 112 h 124"/>
                <a:gd name="T44" fmla="*/ 130 w 139"/>
                <a:gd name="T45" fmla="*/ 113 h 124"/>
                <a:gd name="T46" fmla="*/ 130 w 139"/>
                <a:gd name="T47" fmla="*/ 114 h 124"/>
                <a:gd name="T48" fmla="*/ 69 w 139"/>
                <a:gd name="T49" fmla="*/ 91 h 124"/>
                <a:gd name="T50" fmla="*/ 59 w 139"/>
                <a:gd name="T51" fmla="*/ 101 h 124"/>
                <a:gd name="T52" fmla="*/ 69 w 139"/>
                <a:gd name="T53" fmla="*/ 110 h 124"/>
                <a:gd name="T54" fmla="*/ 78 w 139"/>
                <a:gd name="T55" fmla="*/ 101 h 124"/>
                <a:gd name="T56" fmla="*/ 69 w 139"/>
                <a:gd name="T57" fmla="*/ 91 h 124"/>
                <a:gd name="T58" fmla="*/ 69 w 139"/>
                <a:gd name="T59" fmla="*/ 32 h 124"/>
                <a:gd name="T60" fmla="*/ 55 w 139"/>
                <a:gd name="T61" fmla="*/ 45 h 124"/>
                <a:gd name="T62" fmla="*/ 56 w 139"/>
                <a:gd name="T63" fmla="*/ 48 h 124"/>
                <a:gd name="T64" fmla="*/ 61 w 139"/>
                <a:gd name="T65" fmla="*/ 88 h 124"/>
                <a:gd name="T66" fmla="*/ 76 w 139"/>
                <a:gd name="T67" fmla="*/ 88 h 124"/>
                <a:gd name="T68" fmla="*/ 81 w 139"/>
                <a:gd name="T69" fmla="*/ 48 h 124"/>
                <a:gd name="T70" fmla="*/ 82 w 139"/>
                <a:gd name="T71" fmla="*/ 45 h 124"/>
                <a:gd name="T72" fmla="*/ 69 w 139"/>
                <a:gd name="T73" fmla="*/ 3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9" h="124">
                  <a:moveTo>
                    <a:pt x="138" y="107"/>
                  </a:moveTo>
                  <a:cubicBezTo>
                    <a:pt x="80" y="6"/>
                    <a:pt x="80" y="6"/>
                    <a:pt x="80" y="6"/>
                  </a:cubicBezTo>
                  <a:cubicBezTo>
                    <a:pt x="78" y="2"/>
                    <a:pt x="74" y="0"/>
                    <a:pt x="70" y="0"/>
                  </a:cubicBezTo>
                  <a:cubicBezTo>
                    <a:pt x="65" y="0"/>
                    <a:pt x="62" y="2"/>
                    <a:pt x="60" y="6"/>
                  </a:cubicBezTo>
                  <a:cubicBezTo>
                    <a:pt x="1" y="107"/>
                    <a:pt x="1" y="107"/>
                    <a:pt x="1" y="107"/>
                  </a:cubicBezTo>
                  <a:cubicBezTo>
                    <a:pt x="0" y="109"/>
                    <a:pt x="0" y="111"/>
                    <a:pt x="0" y="113"/>
                  </a:cubicBezTo>
                  <a:cubicBezTo>
                    <a:pt x="0" y="114"/>
                    <a:pt x="0" y="116"/>
                    <a:pt x="1" y="118"/>
                  </a:cubicBezTo>
                  <a:cubicBezTo>
                    <a:pt x="4" y="122"/>
                    <a:pt x="7" y="124"/>
                    <a:pt x="11" y="124"/>
                  </a:cubicBezTo>
                  <a:cubicBezTo>
                    <a:pt x="128" y="124"/>
                    <a:pt x="128" y="124"/>
                    <a:pt x="128" y="124"/>
                  </a:cubicBezTo>
                  <a:cubicBezTo>
                    <a:pt x="132" y="124"/>
                    <a:pt x="136" y="122"/>
                    <a:pt x="138" y="118"/>
                  </a:cubicBezTo>
                  <a:cubicBezTo>
                    <a:pt x="139" y="116"/>
                    <a:pt x="139" y="114"/>
                    <a:pt x="139" y="113"/>
                  </a:cubicBezTo>
                  <a:cubicBezTo>
                    <a:pt x="139" y="111"/>
                    <a:pt x="139" y="109"/>
                    <a:pt x="138" y="107"/>
                  </a:cubicBezTo>
                  <a:close/>
                  <a:moveTo>
                    <a:pt x="130" y="114"/>
                  </a:moveTo>
                  <a:cubicBezTo>
                    <a:pt x="129" y="114"/>
                    <a:pt x="129" y="114"/>
                    <a:pt x="128" y="114"/>
                  </a:cubicBezTo>
                  <a:cubicBezTo>
                    <a:pt x="11" y="114"/>
                    <a:pt x="11" y="114"/>
                    <a:pt x="11" y="114"/>
                  </a:cubicBezTo>
                  <a:cubicBezTo>
                    <a:pt x="11" y="114"/>
                    <a:pt x="10" y="114"/>
                    <a:pt x="10" y="114"/>
                  </a:cubicBezTo>
                  <a:cubicBezTo>
                    <a:pt x="9" y="113"/>
                    <a:pt x="9" y="113"/>
                    <a:pt x="9" y="113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8" y="10"/>
                    <a:pt x="69" y="10"/>
                    <a:pt x="70" y="10"/>
                  </a:cubicBezTo>
                  <a:cubicBezTo>
                    <a:pt x="70" y="10"/>
                    <a:pt x="71" y="10"/>
                    <a:pt x="71" y="11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0" y="113"/>
                    <a:pt x="130" y="113"/>
                    <a:pt x="130" y="113"/>
                  </a:cubicBezTo>
                  <a:lnTo>
                    <a:pt x="130" y="114"/>
                  </a:lnTo>
                  <a:close/>
                  <a:moveTo>
                    <a:pt x="69" y="91"/>
                  </a:moveTo>
                  <a:cubicBezTo>
                    <a:pt x="63" y="91"/>
                    <a:pt x="59" y="96"/>
                    <a:pt x="59" y="101"/>
                  </a:cubicBezTo>
                  <a:cubicBezTo>
                    <a:pt x="59" y="106"/>
                    <a:pt x="63" y="110"/>
                    <a:pt x="69" y="110"/>
                  </a:cubicBezTo>
                  <a:cubicBezTo>
                    <a:pt x="74" y="110"/>
                    <a:pt x="78" y="106"/>
                    <a:pt x="78" y="101"/>
                  </a:cubicBezTo>
                  <a:cubicBezTo>
                    <a:pt x="78" y="96"/>
                    <a:pt x="74" y="91"/>
                    <a:pt x="69" y="91"/>
                  </a:cubicBezTo>
                  <a:close/>
                  <a:moveTo>
                    <a:pt x="69" y="32"/>
                  </a:moveTo>
                  <a:cubicBezTo>
                    <a:pt x="61" y="32"/>
                    <a:pt x="55" y="38"/>
                    <a:pt x="55" y="45"/>
                  </a:cubicBezTo>
                  <a:cubicBezTo>
                    <a:pt x="55" y="46"/>
                    <a:pt x="56" y="47"/>
                    <a:pt x="56" y="48"/>
                  </a:cubicBezTo>
                  <a:cubicBezTo>
                    <a:pt x="61" y="88"/>
                    <a:pt x="61" y="88"/>
                    <a:pt x="61" y="88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1" y="47"/>
                    <a:pt x="82" y="46"/>
                    <a:pt x="82" y="45"/>
                  </a:cubicBezTo>
                  <a:cubicBezTo>
                    <a:pt x="82" y="38"/>
                    <a:pt x="76" y="32"/>
                    <a:pt x="69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3174E5C-AE0F-4958-AFB9-0EF0C659C69E}"/>
              </a:ext>
            </a:extLst>
          </p:cNvPr>
          <p:cNvGrpSpPr/>
          <p:nvPr/>
        </p:nvGrpSpPr>
        <p:grpSpPr>
          <a:xfrm>
            <a:off x="7257848" y="3985758"/>
            <a:ext cx="1080000" cy="1080000"/>
            <a:chOff x="7257848" y="3985758"/>
            <a:chExt cx="1080000" cy="1080000"/>
          </a:xfrm>
        </p:grpSpPr>
        <p:sp>
          <p:nvSpPr>
            <p:cNvPr id="265" name="Oval 2431">
              <a:extLst>
                <a:ext uri="{FF2B5EF4-FFF2-40B4-BE49-F238E27FC236}">
                  <a16:creationId xmlns:a16="http://schemas.microsoft.com/office/drawing/2014/main" id="{FAF1DF04-3AEB-4F00-B973-393C20C5D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7848" y="3985758"/>
              <a:ext cx="1080000" cy="1080000"/>
            </a:xfrm>
            <a:prstGeom prst="ellipse">
              <a:avLst/>
            </a:prstGeom>
            <a:solidFill>
              <a:srgbClr val="F399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1C28CDA0-1561-4095-ACA2-7B641104747A}"/>
                </a:ext>
              </a:extLst>
            </p:cNvPr>
            <p:cNvGrpSpPr/>
            <p:nvPr/>
          </p:nvGrpSpPr>
          <p:grpSpPr>
            <a:xfrm>
              <a:off x="7430648" y="4147755"/>
              <a:ext cx="783002" cy="707401"/>
              <a:chOff x="7430648" y="4147755"/>
              <a:chExt cx="783002" cy="707401"/>
            </a:xfrm>
          </p:grpSpPr>
          <p:sp>
            <p:nvSpPr>
              <p:cNvPr id="266" name="Freeform 2480">
                <a:extLst>
                  <a:ext uri="{FF2B5EF4-FFF2-40B4-BE49-F238E27FC236}">
                    <a16:creationId xmlns:a16="http://schemas.microsoft.com/office/drawing/2014/main" id="{CD6C6607-DD9F-4D48-A546-EFC5954ACB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430648" y="4147755"/>
                <a:ext cx="783002" cy="707401"/>
              </a:xfrm>
              <a:custGeom>
                <a:avLst/>
                <a:gdLst>
                  <a:gd name="T0" fmla="*/ 115 w 133"/>
                  <a:gd name="T1" fmla="*/ 36 h 120"/>
                  <a:gd name="T2" fmla="*/ 67 w 133"/>
                  <a:gd name="T3" fmla="*/ 1 h 120"/>
                  <a:gd name="T4" fmla="*/ 47 w 133"/>
                  <a:gd name="T5" fmla="*/ 2 h 120"/>
                  <a:gd name="T6" fmla="*/ 4 w 133"/>
                  <a:gd name="T7" fmla="*/ 39 h 120"/>
                  <a:gd name="T8" fmla="*/ 24 w 133"/>
                  <a:gd name="T9" fmla="*/ 108 h 120"/>
                  <a:gd name="T10" fmla="*/ 60 w 133"/>
                  <a:gd name="T11" fmla="*/ 120 h 120"/>
                  <a:gd name="T12" fmla="*/ 93 w 133"/>
                  <a:gd name="T13" fmla="*/ 110 h 120"/>
                  <a:gd name="T14" fmla="*/ 42 w 133"/>
                  <a:gd name="T15" fmla="*/ 9 h 120"/>
                  <a:gd name="T16" fmla="*/ 38 w 133"/>
                  <a:gd name="T17" fmla="*/ 14 h 120"/>
                  <a:gd name="T18" fmla="*/ 33 w 133"/>
                  <a:gd name="T19" fmla="*/ 16 h 120"/>
                  <a:gd name="T20" fmla="*/ 33 w 133"/>
                  <a:gd name="T21" fmla="*/ 24 h 120"/>
                  <a:gd name="T22" fmla="*/ 9 w 133"/>
                  <a:gd name="T23" fmla="*/ 36 h 120"/>
                  <a:gd name="T24" fmla="*/ 25 w 133"/>
                  <a:gd name="T25" fmla="*/ 48 h 120"/>
                  <a:gd name="T26" fmla="*/ 4 w 133"/>
                  <a:gd name="T27" fmla="*/ 63 h 120"/>
                  <a:gd name="T28" fmla="*/ 25 w 133"/>
                  <a:gd name="T29" fmla="*/ 76 h 120"/>
                  <a:gd name="T30" fmla="*/ 28 w 133"/>
                  <a:gd name="T31" fmla="*/ 106 h 120"/>
                  <a:gd name="T32" fmla="*/ 32 w 133"/>
                  <a:gd name="T33" fmla="*/ 96 h 120"/>
                  <a:gd name="T34" fmla="*/ 35 w 133"/>
                  <a:gd name="T35" fmla="*/ 104 h 120"/>
                  <a:gd name="T36" fmla="*/ 38 w 133"/>
                  <a:gd name="T37" fmla="*/ 107 h 120"/>
                  <a:gd name="T38" fmla="*/ 42 w 133"/>
                  <a:gd name="T39" fmla="*/ 112 h 120"/>
                  <a:gd name="T40" fmla="*/ 48 w 133"/>
                  <a:gd name="T41" fmla="*/ 114 h 120"/>
                  <a:gd name="T42" fmla="*/ 42 w 133"/>
                  <a:gd name="T43" fmla="*/ 107 h 120"/>
                  <a:gd name="T44" fmla="*/ 51 w 133"/>
                  <a:gd name="T45" fmla="*/ 100 h 120"/>
                  <a:gd name="T46" fmla="*/ 38 w 133"/>
                  <a:gd name="T47" fmla="*/ 101 h 120"/>
                  <a:gd name="T48" fmla="*/ 32 w 133"/>
                  <a:gd name="T49" fmla="*/ 87 h 120"/>
                  <a:gd name="T50" fmla="*/ 29 w 133"/>
                  <a:gd name="T51" fmla="*/ 76 h 120"/>
                  <a:gd name="T52" fmla="*/ 58 w 133"/>
                  <a:gd name="T53" fmla="*/ 63 h 120"/>
                  <a:gd name="T54" fmla="*/ 28 w 133"/>
                  <a:gd name="T55" fmla="*/ 49 h 120"/>
                  <a:gd name="T56" fmla="*/ 58 w 133"/>
                  <a:gd name="T57" fmla="*/ 36 h 120"/>
                  <a:gd name="T58" fmla="*/ 36 w 133"/>
                  <a:gd name="T59" fmla="*/ 25 h 120"/>
                  <a:gd name="T60" fmla="*/ 47 w 133"/>
                  <a:gd name="T61" fmla="*/ 21 h 120"/>
                  <a:gd name="T62" fmla="*/ 58 w 133"/>
                  <a:gd name="T63" fmla="*/ 19 h 120"/>
                  <a:gd name="T64" fmla="*/ 44 w 133"/>
                  <a:gd name="T65" fmla="*/ 17 h 120"/>
                  <a:gd name="T66" fmla="*/ 44 w 133"/>
                  <a:gd name="T67" fmla="*/ 11 h 120"/>
                  <a:gd name="T68" fmla="*/ 48 w 133"/>
                  <a:gd name="T69" fmla="*/ 7 h 120"/>
                  <a:gd name="T70" fmla="*/ 92 w 133"/>
                  <a:gd name="T71" fmla="*/ 36 h 120"/>
                  <a:gd name="T72" fmla="*/ 86 w 133"/>
                  <a:gd name="T73" fmla="*/ 23 h 120"/>
                  <a:gd name="T74" fmla="*/ 87 w 133"/>
                  <a:gd name="T75" fmla="*/ 16 h 120"/>
                  <a:gd name="T76" fmla="*/ 80 w 133"/>
                  <a:gd name="T77" fmla="*/ 12 h 120"/>
                  <a:gd name="T78" fmla="*/ 76 w 133"/>
                  <a:gd name="T79" fmla="*/ 6 h 120"/>
                  <a:gd name="T80" fmla="*/ 76 w 133"/>
                  <a:gd name="T81" fmla="*/ 13 h 120"/>
                  <a:gd name="T82" fmla="*/ 73 w 133"/>
                  <a:gd name="T83" fmla="*/ 17 h 120"/>
                  <a:gd name="T84" fmla="*/ 62 w 133"/>
                  <a:gd name="T85" fmla="*/ 4 h 120"/>
                  <a:gd name="T86" fmla="*/ 73 w 133"/>
                  <a:gd name="T87" fmla="*/ 21 h 120"/>
                  <a:gd name="T88" fmla="*/ 84 w 133"/>
                  <a:gd name="T89" fmla="*/ 25 h 120"/>
                  <a:gd name="T90" fmla="*/ 62 w 133"/>
                  <a:gd name="T91" fmla="*/ 36 h 120"/>
                  <a:gd name="T92" fmla="*/ 62 w 133"/>
                  <a:gd name="T93" fmla="*/ 39 h 120"/>
                  <a:gd name="T94" fmla="*/ 84 w 133"/>
                  <a:gd name="T95" fmla="*/ 94 h 120"/>
                  <a:gd name="T96" fmla="*/ 75 w 133"/>
                  <a:gd name="T97" fmla="*/ 101 h 120"/>
                  <a:gd name="T98" fmla="*/ 62 w 133"/>
                  <a:gd name="T99" fmla="*/ 100 h 120"/>
                  <a:gd name="T100" fmla="*/ 71 w 133"/>
                  <a:gd name="T101" fmla="*/ 113 h 120"/>
                  <a:gd name="T102" fmla="*/ 70 w 133"/>
                  <a:gd name="T103" fmla="*/ 104 h 120"/>
                  <a:gd name="T104" fmla="*/ 76 w 133"/>
                  <a:gd name="T105" fmla="*/ 108 h 120"/>
                  <a:gd name="T106" fmla="*/ 80 w 133"/>
                  <a:gd name="T107" fmla="*/ 108 h 120"/>
                  <a:gd name="T108" fmla="*/ 90 w 133"/>
                  <a:gd name="T109" fmla="*/ 106 h 120"/>
                  <a:gd name="T110" fmla="*/ 85 w 133"/>
                  <a:gd name="T111" fmla="*/ 100 h 120"/>
                  <a:gd name="T112" fmla="*/ 109 w 133"/>
                  <a:gd name="T113" fmla="*/ 83 h 120"/>
                  <a:gd name="T114" fmla="*/ 77 w 133"/>
                  <a:gd name="T115" fmla="*/ 83 h 120"/>
                  <a:gd name="T116" fmla="*/ 113 w 133"/>
                  <a:gd name="T117" fmla="*/ 62 h 120"/>
                  <a:gd name="T118" fmla="*/ 93 w 133"/>
                  <a:gd name="T119" fmla="*/ 39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20">
                    <a:moveTo>
                      <a:pt x="117" y="83"/>
                    </a:moveTo>
                    <a:cubicBezTo>
                      <a:pt x="116" y="82"/>
                      <a:pt x="116" y="82"/>
                      <a:pt x="116" y="82"/>
                    </a:cubicBezTo>
                    <a:cubicBezTo>
                      <a:pt x="118" y="76"/>
                      <a:pt x="120" y="70"/>
                      <a:pt x="120" y="63"/>
                    </a:cubicBezTo>
                    <a:cubicBezTo>
                      <a:pt x="120" y="63"/>
                      <a:pt x="120" y="63"/>
                      <a:pt x="120" y="63"/>
                    </a:cubicBezTo>
                    <a:cubicBezTo>
                      <a:pt x="120" y="61"/>
                      <a:pt x="120" y="61"/>
                      <a:pt x="120" y="61"/>
                    </a:cubicBezTo>
                    <a:cubicBezTo>
                      <a:pt x="120" y="61"/>
                      <a:pt x="120" y="60"/>
                      <a:pt x="120" y="60"/>
                    </a:cubicBezTo>
                    <a:cubicBezTo>
                      <a:pt x="120" y="53"/>
                      <a:pt x="119" y="46"/>
                      <a:pt x="116" y="39"/>
                    </a:cubicBezTo>
                    <a:cubicBezTo>
                      <a:pt x="116" y="39"/>
                      <a:pt x="116" y="39"/>
                      <a:pt x="116" y="39"/>
                    </a:cubicBezTo>
                    <a:cubicBezTo>
                      <a:pt x="115" y="37"/>
                      <a:pt x="115" y="37"/>
                      <a:pt x="115" y="37"/>
                    </a:cubicBezTo>
                    <a:cubicBezTo>
                      <a:pt x="115" y="36"/>
                      <a:pt x="115" y="36"/>
                      <a:pt x="115" y="36"/>
                    </a:cubicBezTo>
                    <a:cubicBezTo>
                      <a:pt x="115" y="36"/>
                      <a:pt x="115" y="36"/>
                      <a:pt x="115" y="36"/>
                    </a:cubicBezTo>
                    <a:cubicBezTo>
                      <a:pt x="111" y="26"/>
                      <a:pt x="104" y="18"/>
                      <a:pt x="96" y="12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93" y="10"/>
                      <a:pt x="93" y="10"/>
                      <a:pt x="93" y="10"/>
                    </a:cubicBezTo>
                    <a:cubicBezTo>
                      <a:pt x="93" y="10"/>
                      <a:pt x="93" y="10"/>
                      <a:pt x="93" y="10"/>
                    </a:cubicBezTo>
                    <a:cubicBezTo>
                      <a:pt x="92" y="10"/>
                      <a:pt x="92" y="10"/>
                      <a:pt x="92" y="10"/>
                    </a:cubicBezTo>
                    <a:cubicBezTo>
                      <a:pt x="86" y="6"/>
                      <a:pt x="79" y="3"/>
                      <a:pt x="72" y="1"/>
                    </a:cubicBezTo>
                    <a:cubicBezTo>
                      <a:pt x="72" y="1"/>
                      <a:pt x="72" y="1"/>
                      <a:pt x="72" y="1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5" y="0"/>
                      <a:pt x="64" y="0"/>
                      <a:pt x="62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7" y="0"/>
                      <a:pt x="55" y="0"/>
                      <a:pt x="53" y="1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48" y="1"/>
                      <a:pt x="48" y="1"/>
                      <a:pt x="48" y="1"/>
                    </a:cubicBezTo>
                    <a:cubicBezTo>
                      <a:pt x="48" y="1"/>
                      <a:pt x="48" y="1"/>
                      <a:pt x="48" y="1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40" y="3"/>
                      <a:pt x="34" y="6"/>
                      <a:pt x="28" y="1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16" y="18"/>
                      <a:pt x="10" y="2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4" y="39"/>
                      <a:pt x="4" y="39"/>
                      <a:pt x="4" y="39"/>
                    </a:cubicBezTo>
                    <a:cubicBezTo>
                      <a:pt x="4" y="39"/>
                      <a:pt x="4" y="39"/>
                      <a:pt x="4" y="39"/>
                    </a:cubicBezTo>
                    <a:cubicBezTo>
                      <a:pt x="2" y="46"/>
                      <a:pt x="0" y="53"/>
                      <a:pt x="0" y="60"/>
                    </a:cubicBezTo>
                    <a:cubicBezTo>
                      <a:pt x="0" y="60"/>
                      <a:pt x="0" y="61"/>
                      <a:pt x="0" y="61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1" y="70"/>
                      <a:pt x="2" y="77"/>
                      <a:pt x="5" y="83"/>
                    </a:cubicBezTo>
                    <a:cubicBezTo>
                      <a:pt x="5" y="83"/>
                      <a:pt x="5" y="83"/>
                      <a:pt x="5" y="83"/>
                    </a:cubicBezTo>
                    <a:cubicBezTo>
                      <a:pt x="6" y="85"/>
                      <a:pt x="6" y="85"/>
                      <a:pt x="6" y="85"/>
                    </a:cubicBezTo>
                    <a:cubicBezTo>
                      <a:pt x="6" y="86"/>
                      <a:pt x="6" y="86"/>
                      <a:pt x="6" y="86"/>
                    </a:cubicBezTo>
                    <a:cubicBezTo>
                      <a:pt x="6" y="86"/>
                      <a:pt x="6" y="86"/>
                      <a:pt x="6" y="86"/>
                    </a:cubicBezTo>
                    <a:cubicBezTo>
                      <a:pt x="11" y="95"/>
                      <a:pt x="17" y="102"/>
                      <a:pt x="24" y="108"/>
                    </a:cubicBezTo>
                    <a:cubicBezTo>
                      <a:pt x="24" y="108"/>
                      <a:pt x="24" y="108"/>
                      <a:pt x="24" y="108"/>
                    </a:cubicBezTo>
                    <a:cubicBezTo>
                      <a:pt x="27" y="110"/>
                      <a:pt x="27" y="110"/>
                      <a:pt x="27" y="110"/>
                    </a:cubicBezTo>
                    <a:cubicBezTo>
                      <a:pt x="27" y="110"/>
                      <a:pt x="27" y="110"/>
                      <a:pt x="27" y="110"/>
                    </a:cubicBezTo>
                    <a:cubicBezTo>
                      <a:pt x="27" y="110"/>
                      <a:pt x="27" y="110"/>
                      <a:pt x="27" y="110"/>
                    </a:cubicBezTo>
                    <a:cubicBezTo>
                      <a:pt x="33" y="114"/>
                      <a:pt x="40" y="117"/>
                      <a:pt x="47" y="119"/>
                    </a:cubicBezTo>
                    <a:cubicBezTo>
                      <a:pt x="47" y="119"/>
                      <a:pt x="47" y="119"/>
                      <a:pt x="47" y="119"/>
                    </a:cubicBezTo>
                    <a:cubicBezTo>
                      <a:pt x="48" y="119"/>
                      <a:pt x="48" y="119"/>
                      <a:pt x="48" y="119"/>
                    </a:cubicBezTo>
                    <a:cubicBezTo>
                      <a:pt x="53" y="120"/>
                      <a:pt x="53" y="120"/>
                      <a:pt x="53" y="120"/>
                    </a:cubicBezTo>
                    <a:cubicBezTo>
                      <a:pt x="53" y="120"/>
                      <a:pt x="53" y="120"/>
                      <a:pt x="53" y="120"/>
                    </a:cubicBezTo>
                    <a:cubicBezTo>
                      <a:pt x="55" y="120"/>
                      <a:pt x="57" y="120"/>
                      <a:pt x="58" y="120"/>
                    </a:cubicBezTo>
                    <a:cubicBezTo>
                      <a:pt x="58" y="120"/>
                      <a:pt x="58" y="120"/>
                      <a:pt x="58" y="120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2" y="120"/>
                      <a:pt x="62" y="120"/>
                      <a:pt x="62" y="120"/>
                    </a:cubicBezTo>
                    <a:cubicBezTo>
                      <a:pt x="62" y="120"/>
                      <a:pt x="62" y="120"/>
                      <a:pt x="62" y="120"/>
                    </a:cubicBezTo>
                    <a:cubicBezTo>
                      <a:pt x="63" y="120"/>
                      <a:pt x="65" y="120"/>
                      <a:pt x="66" y="120"/>
                    </a:cubicBezTo>
                    <a:cubicBezTo>
                      <a:pt x="66" y="120"/>
                      <a:pt x="66" y="120"/>
                      <a:pt x="66" y="120"/>
                    </a:cubicBezTo>
                    <a:cubicBezTo>
                      <a:pt x="71" y="119"/>
                      <a:pt x="71" y="119"/>
                      <a:pt x="71" y="119"/>
                    </a:cubicBezTo>
                    <a:cubicBezTo>
                      <a:pt x="71" y="119"/>
                      <a:pt x="71" y="119"/>
                      <a:pt x="71" y="119"/>
                    </a:cubicBezTo>
                    <a:cubicBezTo>
                      <a:pt x="71" y="119"/>
                      <a:pt x="71" y="119"/>
                      <a:pt x="71" y="119"/>
                    </a:cubicBezTo>
                    <a:cubicBezTo>
                      <a:pt x="79" y="117"/>
                      <a:pt x="86" y="115"/>
                      <a:pt x="92" y="110"/>
                    </a:cubicBezTo>
                    <a:cubicBezTo>
                      <a:pt x="92" y="111"/>
                      <a:pt x="92" y="111"/>
                      <a:pt x="92" y="111"/>
                    </a:cubicBezTo>
                    <a:cubicBezTo>
                      <a:pt x="93" y="110"/>
                      <a:pt x="93" y="110"/>
                      <a:pt x="93" y="110"/>
                    </a:cubicBezTo>
                    <a:cubicBezTo>
                      <a:pt x="93" y="110"/>
                      <a:pt x="93" y="110"/>
                      <a:pt x="93" y="110"/>
                    </a:cubicBezTo>
                    <a:cubicBezTo>
                      <a:pt x="96" y="108"/>
                      <a:pt x="96" y="108"/>
                      <a:pt x="96" y="108"/>
                    </a:cubicBezTo>
                    <a:cubicBezTo>
                      <a:pt x="96" y="108"/>
                      <a:pt x="96" y="108"/>
                      <a:pt x="96" y="108"/>
                    </a:cubicBezTo>
                    <a:cubicBezTo>
                      <a:pt x="101" y="104"/>
                      <a:pt x="106" y="99"/>
                      <a:pt x="110" y="94"/>
                    </a:cubicBezTo>
                    <a:cubicBezTo>
                      <a:pt x="122" y="107"/>
                      <a:pt x="122" y="107"/>
                      <a:pt x="122" y="107"/>
                    </a:cubicBezTo>
                    <a:cubicBezTo>
                      <a:pt x="124" y="109"/>
                      <a:pt x="128" y="109"/>
                      <a:pt x="131" y="106"/>
                    </a:cubicBezTo>
                    <a:cubicBezTo>
                      <a:pt x="133" y="104"/>
                      <a:pt x="133" y="100"/>
                      <a:pt x="131" y="98"/>
                    </a:cubicBezTo>
                    <a:lnTo>
                      <a:pt x="117" y="83"/>
                    </a:lnTo>
                    <a:close/>
                    <a:moveTo>
                      <a:pt x="44" y="6"/>
                    </a:moveTo>
                    <a:cubicBezTo>
                      <a:pt x="43" y="7"/>
                      <a:pt x="43" y="7"/>
                      <a:pt x="42" y="8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41" y="9"/>
                      <a:pt x="41" y="9"/>
                      <a:pt x="41" y="9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8" y="13"/>
                      <a:pt x="38" y="14"/>
                      <a:pt x="38" y="1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4"/>
                      <a:pt x="35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2"/>
                      <a:pt x="32" y="12"/>
                      <a:pt x="31" y="12"/>
                    </a:cubicBezTo>
                    <a:cubicBezTo>
                      <a:pt x="35" y="9"/>
                      <a:pt x="39" y="7"/>
                      <a:pt x="44" y="6"/>
                    </a:cubicBezTo>
                    <a:close/>
                    <a:moveTo>
                      <a:pt x="28" y="14"/>
                    </a:moveTo>
                    <a:cubicBezTo>
                      <a:pt x="28" y="14"/>
                      <a:pt x="29" y="14"/>
                      <a:pt x="29" y="15"/>
                    </a:cubicBezTo>
                    <a:cubicBezTo>
                      <a:pt x="30" y="15"/>
                      <a:pt x="30" y="15"/>
                      <a:pt x="30" y="15"/>
                    </a:cubicBezTo>
                    <a:cubicBezTo>
                      <a:pt x="31" y="15"/>
                      <a:pt x="31" y="16"/>
                      <a:pt x="32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4" y="16"/>
                      <a:pt x="34" y="17"/>
                      <a:pt x="35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20"/>
                      <a:pt x="34" y="20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2"/>
                      <a:pt x="33" y="22"/>
                      <a:pt x="33" y="23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2" y="24"/>
                      <a:pt x="32" y="25"/>
                      <a:pt x="32" y="2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1" y="27"/>
                      <a:pt x="31" y="28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30"/>
                      <a:pt x="30" y="30"/>
                      <a:pt x="29" y="31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3"/>
                      <a:pt x="29" y="33"/>
                      <a:pt x="28" y="34"/>
                    </a:cubicBezTo>
                    <a:cubicBezTo>
                      <a:pt x="28" y="35"/>
                      <a:pt x="28" y="35"/>
                      <a:pt x="28" y="35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13" y="27"/>
                      <a:pt x="20" y="19"/>
                      <a:pt x="28" y="14"/>
                    </a:cubicBezTo>
                    <a:close/>
                    <a:moveTo>
                      <a:pt x="8" y="39"/>
                    </a:moveTo>
                    <a:cubicBezTo>
                      <a:pt x="27" y="39"/>
                      <a:pt x="27" y="39"/>
                      <a:pt x="27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4"/>
                      <a:pt x="25" y="45"/>
                      <a:pt x="25" y="4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5" y="47"/>
                      <a:pt x="25" y="48"/>
                      <a:pt x="25" y="48"/>
                    </a:cubicBezTo>
                    <a:cubicBezTo>
                      <a:pt x="25" y="48"/>
                      <a:pt x="25" y="49"/>
                      <a:pt x="24" y="49"/>
                    </a:cubicBezTo>
                    <a:cubicBezTo>
                      <a:pt x="24" y="50"/>
                      <a:pt x="24" y="50"/>
                      <a:pt x="24" y="51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53"/>
                      <a:pt x="24" y="54"/>
                      <a:pt x="24" y="55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7"/>
                      <a:pt x="24" y="58"/>
                    </a:cubicBezTo>
                    <a:cubicBezTo>
                      <a:pt x="24" y="58"/>
                      <a:pt x="24" y="58"/>
                      <a:pt x="24" y="59"/>
                    </a:cubicBezTo>
                    <a:cubicBezTo>
                      <a:pt x="24" y="59"/>
                      <a:pt x="24" y="60"/>
                      <a:pt x="24" y="60"/>
                    </a:cubicBezTo>
                    <a:cubicBezTo>
                      <a:pt x="4" y="60"/>
                      <a:pt x="4" y="60"/>
                      <a:pt x="4" y="60"/>
                    </a:cubicBezTo>
                    <a:cubicBezTo>
                      <a:pt x="4" y="53"/>
                      <a:pt x="5" y="46"/>
                      <a:pt x="8" y="39"/>
                    </a:cubicBezTo>
                    <a:close/>
                    <a:moveTo>
                      <a:pt x="4" y="63"/>
                    </a:moveTo>
                    <a:cubicBezTo>
                      <a:pt x="24" y="63"/>
                      <a:pt x="24" y="63"/>
                      <a:pt x="24" y="63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5"/>
                      <a:pt x="24" y="65"/>
                      <a:pt x="24" y="65"/>
                    </a:cubicBezTo>
                    <a:cubicBezTo>
                      <a:pt x="24" y="66"/>
                      <a:pt x="24" y="66"/>
                      <a:pt x="24" y="67"/>
                    </a:cubicBezTo>
                    <a:cubicBezTo>
                      <a:pt x="24" y="68"/>
                      <a:pt x="24" y="68"/>
                      <a:pt x="24" y="68"/>
                    </a:cubicBezTo>
                    <a:cubicBezTo>
                      <a:pt x="24" y="69"/>
                      <a:pt x="24" y="69"/>
                      <a:pt x="24" y="70"/>
                    </a:cubicBezTo>
                    <a:cubicBezTo>
                      <a:pt x="24" y="71"/>
                      <a:pt x="24" y="71"/>
                      <a:pt x="24" y="71"/>
                    </a:cubicBezTo>
                    <a:cubicBezTo>
                      <a:pt x="24" y="72"/>
                      <a:pt x="24" y="73"/>
                      <a:pt x="25" y="73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5"/>
                      <a:pt x="25" y="75"/>
                      <a:pt x="25" y="76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5" y="78"/>
                      <a:pt x="26" y="78"/>
                      <a:pt x="26" y="79"/>
                    </a:cubicBezTo>
                    <a:cubicBezTo>
                      <a:pt x="26" y="80"/>
                      <a:pt x="26" y="80"/>
                      <a:pt x="26" y="80"/>
                    </a:cubicBezTo>
                    <a:cubicBezTo>
                      <a:pt x="26" y="80"/>
                      <a:pt x="26" y="81"/>
                      <a:pt x="26" y="81"/>
                    </a:cubicBezTo>
                    <a:cubicBezTo>
                      <a:pt x="27" y="83"/>
                      <a:pt x="27" y="83"/>
                      <a:pt x="27" y="83"/>
                    </a:cubicBezTo>
                    <a:cubicBezTo>
                      <a:pt x="27" y="83"/>
                      <a:pt x="27" y="83"/>
                      <a:pt x="27" y="83"/>
                    </a:cubicBezTo>
                    <a:cubicBezTo>
                      <a:pt x="27" y="83"/>
                      <a:pt x="27" y="83"/>
                      <a:pt x="27" y="83"/>
                    </a:cubicBezTo>
                    <a:cubicBezTo>
                      <a:pt x="9" y="83"/>
                      <a:pt x="9" y="83"/>
                      <a:pt x="9" y="83"/>
                    </a:cubicBezTo>
                    <a:cubicBezTo>
                      <a:pt x="6" y="77"/>
                      <a:pt x="4" y="70"/>
                      <a:pt x="4" y="63"/>
                    </a:cubicBezTo>
                    <a:close/>
                    <a:moveTo>
                      <a:pt x="29" y="106"/>
                    </a:moveTo>
                    <a:cubicBezTo>
                      <a:pt x="29" y="106"/>
                      <a:pt x="28" y="106"/>
                      <a:pt x="28" y="106"/>
                    </a:cubicBezTo>
                    <a:cubicBezTo>
                      <a:pt x="20" y="101"/>
                      <a:pt x="14" y="94"/>
                      <a:pt x="10" y="86"/>
                    </a:cubicBezTo>
                    <a:cubicBezTo>
                      <a:pt x="28" y="86"/>
                      <a:pt x="28" y="86"/>
                      <a:pt x="28" y="86"/>
                    </a:cubicBezTo>
                    <a:cubicBezTo>
                      <a:pt x="28" y="86"/>
                      <a:pt x="28" y="86"/>
                      <a:pt x="28" y="86"/>
                    </a:cubicBezTo>
                    <a:cubicBezTo>
                      <a:pt x="28" y="87"/>
                      <a:pt x="28" y="87"/>
                      <a:pt x="28" y="87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9" y="89"/>
                      <a:pt x="29" y="89"/>
                      <a:pt x="29" y="90"/>
                    </a:cubicBezTo>
                    <a:cubicBezTo>
                      <a:pt x="29" y="90"/>
                      <a:pt x="29" y="90"/>
                      <a:pt x="29" y="90"/>
                    </a:cubicBezTo>
                    <a:cubicBezTo>
                      <a:pt x="30" y="91"/>
                      <a:pt x="30" y="92"/>
                      <a:pt x="30" y="93"/>
                    </a:cubicBezTo>
                    <a:cubicBezTo>
                      <a:pt x="30" y="93"/>
                      <a:pt x="30" y="93"/>
                      <a:pt x="30" y="93"/>
                    </a:cubicBezTo>
                    <a:cubicBezTo>
                      <a:pt x="31" y="94"/>
                      <a:pt x="31" y="94"/>
                      <a:pt x="31" y="95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2" y="96"/>
                      <a:pt x="32" y="97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9"/>
                      <a:pt x="34" y="99"/>
                      <a:pt x="34" y="10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5" y="101"/>
                      <a:pt x="35" y="102"/>
                      <a:pt x="35" y="102"/>
                    </a:cubicBezTo>
                    <a:cubicBezTo>
                      <a:pt x="36" y="103"/>
                      <a:pt x="36" y="103"/>
                      <a:pt x="36" y="103"/>
                    </a:cubicBezTo>
                    <a:cubicBezTo>
                      <a:pt x="36" y="103"/>
                      <a:pt x="36" y="103"/>
                      <a:pt x="36" y="103"/>
                    </a:cubicBezTo>
                    <a:cubicBezTo>
                      <a:pt x="36" y="103"/>
                      <a:pt x="36" y="103"/>
                      <a:pt x="36" y="103"/>
                    </a:cubicBezTo>
                    <a:cubicBezTo>
                      <a:pt x="36" y="103"/>
                      <a:pt x="36" y="103"/>
                      <a:pt x="36" y="103"/>
                    </a:cubicBezTo>
                    <a:cubicBezTo>
                      <a:pt x="35" y="103"/>
                      <a:pt x="35" y="103"/>
                      <a:pt x="35" y="103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4" y="104"/>
                      <a:pt x="33" y="104"/>
                      <a:pt x="33" y="104"/>
                    </a:cubicBezTo>
                    <a:cubicBezTo>
                      <a:pt x="32" y="105"/>
                      <a:pt x="32" y="105"/>
                      <a:pt x="32" y="105"/>
                    </a:cubicBezTo>
                    <a:cubicBezTo>
                      <a:pt x="31" y="105"/>
                      <a:pt x="30" y="105"/>
                      <a:pt x="30" y="106"/>
                    </a:cubicBezTo>
                    <a:lnTo>
                      <a:pt x="29" y="106"/>
                    </a:lnTo>
                    <a:close/>
                    <a:moveTo>
                      <a:pt x="31" y="109"/>
                    </a:moveTo>
                    <a:cubicBezTo>
                      <a:pt x="32" y="108"/>
                      <a:pt x="32" y="108"/>
                      <a:pt x="32" y="108"/>
                    </a:cubicBezTo>
                    <a:cubicBezTo>
                      <a:pt x="33" y="108"/>
                      <a:pt x="33" y="108"/>
                      <a:pt x="34" y="108"/>
                    </a:cubicBezTo>
                    <a:cubicBezTo>
                      <a:pt x="34" y="107"/>
                      <a:pt x="35" y="107"/>
                      <a:pt x="35" y="107"/>
                    </a:cubicBezTo>
                    <a:cubicBezTo>
                      <a:pt x="36" y="107"/>
                      <a:pt x="36" y="107"/>
                      <a:pt x="37" y="107"/>
                    </a:cubicBezTo>
                    <a:cubicBezTo>
                      <a:pt x="38" y="106"/>
                      <a:pt x="38" y="106"/>
                      <a:pt x="38" y="106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39" y="108"/>
                      <a:pt x="39" y="108"/>
                      <a:pt x="39" y="108"/>
                    </a:cubicBezTo>
                    <a:cubicBezTo>
                      <a:pt x="39" y="109"/>
                      <a:pt x="39" y="109"/>
                      <a:pt x="39" y="109"/>
                    </a:cubicBezTo>
                    <a:cubicBezTo>
                      <a:pt x="40" y="109"/>
                      <a:pt x="40" y="109"/>
                      <a:pt x="40" y="109"/>
                    </a:cubicBezTo>
                    <a:cubicBezTo>
                      <a:pt x="40" y="110"/>
                      <a:pt x="40" y="110"/>
                      <a:pt x="40" y="110"/>
                    </a:cubicBezTo>
                    <a:cubicBezTo>
                      <a:pt x="40" y="110"/>
                      <a:pt x="40" y="110"/>
                      <a:pt x="40" y="110"/>
                    </a:cubicBezTo>
                    <a:cubicBezTo>
                      <a:pt x="41" y="111"/>
                      <a:pt x="41" y="111"/>
                      <a:pt x="41" y="111"/>
                    </a:cubicBezTo>
                    <a:cubicBezTo>
                      <a:pt x="41" y="111"/>
                      <a:pt x="41" y="111"/>
                      <a:pt x="41" y="111"/>
                    </a:cubicBezTo>
                    <a:cubicBezTo>
                      <a:pt x="41" y="112"/>
                      <a:pt x="41" y="112"/>
                      <a:pt x="41" y="112"/>
                    </a:cubicBezTo>
                    <a:cubicBezTo>
                      <a:pt x="42" y="112"/>
                      <a:pt x="42" y="112"/>
                      <a:pt x="42" y="112"/>
                    </a:cubicBezTo>
                    <a:cubicBezTo>
                      <a:pt x="42" y="112"/>
                      <a:pt x="42" y="112"/>
                      <a:pt x="42" y="112"/>
                    </a:cubicBezTo>
                    <a:cubicBezTo>
                      <a:pt x="42" y="113"/>
                      <a:pt x="42" y="113"/>
                      <a:pt x="42" y="113"/>
                    </a:cubicBezTo>
                    <a:cubicBezTo>
                      <a:pt x="43" y="113"/>
                      <a:pt x="43" y="113"/>
                      <a:pt x="43" y="113"/>
                    </a:cubicBezTo>
                    <a:cubicBezTo>
                      <a:pt x="43" y="114"/>
                      <a:pt x="43" y="114"/>
                      <a:pt x="43" y="114"/>
                    </a:cubicBezTo>
                    <a:cubicBezTo>
                      <a:pt x="43" y="114"/>
                      <a:pt x="43" y="114"/>
                      <a:pt x="43" y="114"/>
                    </a:cubicBezTo>
                    <a:cubicBezTo>
                      <a:pt x="39" y="113"/>
                      <a:pt x="35" y="111"/>
                      <a:pt x="31" y="109"/>
                    </a:cubicBezTo>
                    <a:close/>
                    <a:moveTo>
                      <a:pt x="58" y="116"/>
                    </a:moveTo>
                    <a:cubicBezTo>
                      <a:pt x="55" y="116"/>
                      <a:pt x="52" y="116"/>
                      <a:pt x="49" y="115"/>
                    </a:cubicBezTo>
                    <a:cubicBezTo>
                      <a:pt x="49" y="115"/>
                      <a:pt x="49" y="115"/>
                      <a:pt x="49" y="115"/>
                    </a:cubicBezTo>
                    <a:cubicBezTo>
                      <a:pt x="48" y="115"/>
                      <a:pt x="48" y="115"/>
                      <a:pt x="48" y="115"/>
                    </a:cubicBezTo>
                    <a:cubicBezTo>
                      <a:pt x="48" y="115"/>
                      <a:pt x="48" y="115"/>
                      <a:pt x="48" y="115"/>
                    </a:cubicBezTo>
                    <a:cubicBezTo>
                      <a:pt x="48" y="114"/>
                      <a:pt x="48" y="114"/>
                      <a:pt x="48" y="114"/>
                    </a:cubicBezTo>
                    <a:cubicBezTo>
                      <a:pt x="47" y="114"/>
                      <a:pt x="47" y="114"/>
                      <a:pt x="47" y="114"/>
                    </a:cubicBezTo>
                    <a:cubicBezTo>
                      <a:pt x="47" y="113"/>
                      <a:pt x="47" y="113"/>
                      <a:pt x="47" y="113"/>
                    </a:cubicBezTo>
                    <a:cubicBezTo>
                      <a:pt x="47" y="113"/>
                      <a:pt x="47" y="113"/>
                      <a:pt x="47" y="113"/>
                    </a:cubicBezTo>
                    <a:cubicBezTo>
                      <a:pt x="46" y="112"/>
                      <a:pt x="46" y="112"/>
                      <a:pt x="46" y="112"/>
                    </a:cubicBezTo>
                    <a:cubicBezTo>
                      <a:pt x="46" y="111"/>
                      <a:pt x="46" y="111"/>
                      <a:pt x="46" y="111"/>
                    </a:cubicBezTo>
                    <a:cubicBezTo>
                      <a:pt x="45" y="111"/>
                      <a:pt x="45" y="111"/>
                      <a:pt x="45" y="110"/>
                    </a:cubicBezTo>
                    <a:cubicBezTo>
                      <a:pt x="44" y="110"/>
                      <a:pt x="44" y="110"/>
                      <a:pt x="44" y="110"/>
                    </a:cubicBezTo>
                    <a:cubicBezTo>
                      <a:pt x="44" y="110"/>
                      <a:pt x="44" y="109"/>
                      <a:pt x="44" y="109"/>
                    </a:cubicBezTo>
                    <a:cubicBezTo>
                      <a:pt x="43" y="109"/>
                      <a:pt x="43" y="109"/>
                      <a:pt x="43" y="109"/>
                    </a:cubicBezTo>
                    <a:cubicBezTo>
                      <a:pt x="43" y="108"/>
                      <a:pt x="43" y="108"/>
                      <a:pt x="43" y="107"/>
                    </a:cubicBezTo>
                    <a:cubicBezTo>
                      <a:pt x="42" y="107"/>
                      <a:pt x="42" y="107"/>
                      <a:pt x="42" y="107"/>
                    </a:cubicBezTo>
                    <a:cubicBezTo>
                      <a:pt x="42" y="106"/>
                      <a:pt x="42" y="106"/>
                      <a:pt x="41" y="106"/>
                    </a:cubicBezTo>
                    <a:cubicBezTo>
                      <a:pt x="41" y="105"/>
                      <a:pt x="41" y="105"/>
                      <a:pt x="41" y="105"/>
                    </a:cubicBezTo>
                    <a:cubicBezTo>
                      <a:pt x="47" y="104"/>
                      <a:pt x="53" y="103"/>
                      <a:pt x="58" y="103"/>
                    </a:cubicBezTo>
                    <a:lnTo>
                      <a:pt x="58" y="116"/>
                    </a:lnTo>
                    <a:close/>
                    <a:moveTo>
                      <a:pt x="58" y="100"/>
                    </a:moveTo>
                    <a:cubicBezTo>
                      <a:pt x="57" y="100"/>
                      <a:pt x="57" y="100"/>
                      <a:pt x="57" y="100"/>
                    </a:cubicBezTo>
                    <a:cubicBezTo>
                      <a:pt x="56" y="100"/>
                      <a:pt x="56" y="100"/>
                      <a:pt x="56" y="100"/>
                    </a:cubicBezTo>
                    <a:cubicBezTo>
                      <a:pt x="56" y="100"/>
                      <a:pt x="55" y="100"/>
                      <a:pt x="55" y="100"/>
                    </a:cubicBezTo>
                    <a:cubicBezTo>
                      <a:pt x="54" y="100"/>
                      <a:pt x="54" y="100"/>
                      <a:pt x="54" y="100"/>
                    </a:cubicBezTo>
                    <a:cubicBezTo>
                      <a:pt x="53" y="100"/>
                      <a:pt x="53" y="100"/>
                      <a:pt x="52" y="100"/>
                    </a:cubicBezTo>
                    <a:cubicBezTo>
                      <a:pt x="51" y="100"/>
                      <a:pt x="51" y="100"/>
                      <a:pt x="51" y="100"/>
                    </a:cubicBezTo>
                    <a:cubicBezTo>
                      <a:pt x="50" y="100"/>
                      <a:pt x="50" y="100"/>
                      <a:pt x="49" y="100"/>
                    </a:cubicBezTo>
                    <a:cubicBezTo>
                      <a:pt x="48" y="100"/>
                      <a:pt x="48" y="100"/>
                      <a:pt x="48" y="100"/>
                    </a:cubicBezTo>
                    <a:cubicBezTo>
                      <a:pt x="48" y="101"/>
                      <a:pt x="47" y="101"/>
                      <a:pt x="46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45" y="101"/>
                      <a:pt x="44" y="101"/>
                      <a:pt x="44" y="101"/>
                    </a:cubicBezTo>
                    <a:cubicBezTo>
                      <a:pt x="43" y="101"/>
                      <a:pt x="43" y="101"/>
                      <a:pt x="43" y="102"/>
                    </a:cubicBezTo>
                    <a:cubicBezTo>
                      <a:pt x="42" y="102"/>
                      <a:pt x="42" y="102"/>
                      <a:pt x="41" y="102"/>
                    </a:cubicBezTo>
                    <a:cubicBezTo>
                      <a:pt x="41" y="102"/>
                      <a:pt x="40" y="102"/>
                      <a:pt x="40" y="102"/>
                    </a:cubicBezTo>
                    <a:cubicBezTo>
                      <a:pt x="39" y="102"/>
                      <a:pt x="39" y="102"/>
                      <a:pt x="39" y="102"/>
                    </a:cubicBezTo>
                    <a:cubicBezTo>
                      <a:pt x="39" y="101"/>
                      <a:pt x="39" y="101"/>
                      <a:pt x="39" y="101"/>
                    </a:cubicBezTo>
                    <a:cubicBezTo>
                      <a:pt x="38" y="101"/>
                      <a:pt x="38" y="101"/>
                      <a:pt x="38" y="101"/>
                    </a:cubicBezTo>
                    <a:cubicBezTo>
                      <a:pt x="38" y="100"/>
                      <a:pt x="38" y="100"/>
                      <a:pt x="37" y="99"/>
                    </a:cubicBezTo>
                    <a:cubicBezTo>
                      <a:pt x="37" y="99"/>
                      <a:pt x="37" y="99"/>
                      <a:pt x="37" y="99"/>
                    </a:cubicBezTo>
                    <a:cubicBezTo>
                      <a:pt x="37" y="98"/>
                      <a:pt x="36" y="97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5"/>
                      <a:pt x="35" y="95"/>
                      <a:pt x="35" y="94"/>
                    </a:cubicBezTo>
                    <a:cubicBezTo>
                      <a:pt x="34" y="93"/>
                      <a:pt x="34" y="93"/>
                      <a:pt x="34" y="93"/>
                    </a:cubicBezTo>
                    <a:cubicBezTo>
                      <a:pt x="34" y="93"/>
                      <a:pt x="34" y="92"/>
                      <a:pt x="34" y="92"/>
                    </a:cubicBezTo>
                    <a:cubicBezTo>
                      <a:pt x="33" y="91"/>
                      <a:pt x="33" y="91"/>
                      <a:pt x="33" y="91"/>
                    </a:cubicBezTo>
                    <a:cubicBezTo>
                      <a:pt x="33" y="91"/>
                      <a:pt x="33" y="90"/>
                      <a:pt x="33" y="90"/>
                    </a:cubicBezTo>
                    <a:cubicBezTo>
                      <a:pt x="32" y="89"/>
                      <a:pt x="32" y="89"/>
                      <a:pt x="32" y="89"/>
                    </a:cubicBezTo>
                    <a:cubicBezTo>
                      <a:pt x="32" y="88"/>
                      <a:pt x="32" y="88"/>
                      <a:pt x="32" y="87"/>
                    </a:cubicBezTo>
                    <a:cubicBezTo>
                      <a:pt x="32" y="86"/>
                      <a:pt x="32" y="86"/>
                      <a:pt x="32" y="86"/>
                    </a:cubicBezTo>
                    <a:cubicBezTo>
                      <a:pt x="32" y="86"/>
                      <a:pt x="32" y="86"/>
                      <a:pt x="32" y="86"/>
                    </a:cubicBezTo>
                    <a:cubicBezTo>
                      <a:pt x="58" y="86"/>
                      <a:pt x="58" y="86"/>
                      <a:pt x="58" y="86"/>
                    </a:cubicBezTo>
                    <a:lnTo>
                      <a:pt x="58" y="100"/>
                    </a:lnTo>
                    <a:close/>
                    <a:moveTo>
                      <a:pt x="58" y="83"/>
                    </a:moveTo>
                    <a:cubicBezTo>
                      <a:pt x="30" y="83"/>
                      <a:pt x="30" y="83"/>
                      <a:pt x="30" y="83"/>
                    </a:cubicBezTo>
                    <a:cubicBezTo>
                      <a:pt x="30" y="82"/>
                      <a:pt x="30" y="82"/>
                      <a:pt x="30" y="82"/>
                    </a:cubicBezTo>
                    <a:cubicBezTo>
                      <a:pt x="30" y="81"/>
                      <a:pt x="30" y="81"/>
                      <a:pt x="30" y="81"/>
                    </a:cubicBezTo>
                    <a:cubicBezTo>
                      <a:pt x="30" y="80"/>
                      <a:pt x="29" y="80"/>
                      <a:pt x="29" y="79"/>
                    </a:cubicBezTo>
                    <a:cubicBezTo>
                      <a:pt x="29" y="78"/>
                      <a:pt x="29" y="78"/>
                      <a:pt x="29" y="78"/>
                    </a:cubicBezTo>
                    <a:cubicBezTo>
                      <a:pt x="29" y="78"/>
                      <a:pt x="29" y="77"/>
                      <a:pt x="29" y="76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8" y="75"/>
                      <a:pt x="28" y="74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1"/>
                      <a:pt x="28" y="70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28" y="69"/>
                      <a:pt x="27" y="68"/>
                      <a:pt x="27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6"/>
                      <a:pt x="27" y="66"/>
                      <a:pt x="27" y="65"/>
                    </a:cubicBezTo>
                    <a:cubicBezTo>
                      <a:pt x="27" y="64"/>
                      <a:pt x="27" y="64"/>
                      <a:pt x="27" y="64"/>
                    </a:cubicBezTo>
                    <a:cubicBezTo>
                      <a:pt x="27" y="63"/>
                      <a:pt x="27" y="63"/>
                      <a:pt x="27" y="63"/>
                    </a:cubicBezTo>
                    <a:cubicBezTo>
                      <a:pt x="58" y="63"/>
                      <a:pt x="58" y="63"/>
                      <a:pt x="58" y="63"/>
                    </a:cubicBezTo>
                    <a:lnTo>
                      <a:pt x="58" y="83"/>
                    </a:lnTo>
                    <a:close/>
                    <a:moveTo>
                      <a:pt x="58" y="60"/>
                    </a:moveTo>
                    <a:cubicBezTo>
                      <a:pt x="27" y="60"/>
                      <a:pt x="27" y="60"/>
                      <a:pt x="27" y="60"/>
                    </a:cubicBezTo>
                    <a:cubicBezTo>
                      <a:pt x="27" y="60"/>
                      <a:pt x="27" y="59"/>
                      <a:pt x="27" y="59"/>
                    </a:cubicBezTo>
                    <a:cubicBezTo>
                      <a:pt x="27" y="59"/>
                      <a:pt x="27" y="58"/>
                      <a:pt x="27" y="58"/>
                    </a:cubicBezTo>
                    <a:cubicBezTo>
                      <a:pt x="27" y="57"/>
                      <a:pt x="27" y="57"/>
                      <a:pt x="27" y="56"/>
                    </a:cubicBezTo>
                    <a:cubicBezTo>
                      <a:pt x="27" y="56"/>
                      <a:pt x="27" y="55"/>
                      <a:pt x="27" y="55"/>
                    </a:cubicBezTo>
                    <a:cubicBezTo>
                      <a:pt x="27" y="54"/>
                      <a:pt x="27" y="54"/>
                      <a:pt x="27" y="53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1"/>
                      <a:pt x="28" y="50"/>
                      <a:pt x="28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8" y="48"/>
                      <a:pt x="28" y="47"/>
                      <a:pt x="28" y="47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29" y="45"/>
                      <a:pt x="29" y="45"/>
                      <a:pt x="29" y="44"/>
                    </a:cubicBezTo>
                    <a:cubicBezTo>
                      <a:pt x="29" y="44"/>
                      <a:pt x="29" y="43"/>
                      <a:pt x="29" y="43"/>
                    </a:cubicBezTo>
                    <a:cubicBezTo>
                      <a:pt x="29" y="42"/>
                      <a:pt x="30" y="42"/>
                      <a:pt x="30" y="41"/>
                    </a:cubicBezTo>
                    <a:cubicBezTo>
                      <a:pt x="30" y="41"/>
                      <a:pt x="30" y="40"/>
                      <a:pt x="30" y="40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58" y="39"/>
                      <a:pt x="58" y="39"/>
                      <a:pt x="58" y="39"/>
                    </a:cubicBezTo>
                    <a:lnTo>
                      <a:pt x="58" y="60"/>
                    </a:lnTo>
                    <a:close/>
                    <a:moveTo>
                      <a:pt x="58" y="22"/>
                    </a:moveTo>
                    <a:cubicBezTo>
                      <a:pt x="58" y="36"/>
                      <a:pt x="58" y="36"/>
                      <a:pt x="58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2" y="34"/>
                      <a:pt x="32" y="34"/>
                      <a:pt x="32" y="33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3" y="32"/>
                      <a:pt x="33" y="31"/>
                      <a:pt x="33" y="31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9"/>
                      <a:pt x="34" y="29"/>
                      <a:pt x="34" y="28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5" y="27"/>
                      <a:pt x="35" y="26"/>
                      <a:pt x="36" y="25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6" y="24"/>
                      <a:pt x="37" y="23"/>
                      <a:pt x="37" y="23"/>
                    </a:cubicBezTo>
                    <a:cubicBezTo>
                      <a:pt x="37" y="22"/>
                      <a:pt x="37" y="22"/>
                      <a:pt x="37" y="22"/>
                    </a:cubicBezTo>
                    <a:cubicBezTo>
                      <a:pt x="38" y="21"/>
                      <a:pt x="38" y="21"/>
                      <a:pt x="38" y="20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40" y="19"/>
                      <a:pt x="41" y="19"/>
                      <a:pt x="41" y="19"/>
                    </a:cubicBezTo>
                    <a:cubicBezTo>
                      <a:pt x="42" y="19"/>
                      <a:pt x="42" y="20"/>
                      <a:pt x="43" y="20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5" y="20"/>
                      <a:pt x="45" y="20"/>
                      <a:pt x="46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8" y="21"/>
                      <a:pt x="49" y="21"/>
                    </a:cubicBezTo>
                    <a:cubicBezTo>
                      <a:pt x="49" y="21"/>
                      <a:pt x="49" y="21"/>
                      <a:pt x="49" y="21"/>
                    </a:cubicBezTo>
                    <a:cubicBezTo>
                      <a:pt x="50" y="21"/>
                      <a:pt x="51" y="22"/>
                      <a:pt x="52" y="22"/>
                    </a:cubicBezTo>
                    <a:cubicBezTo>
                      <a:pt x="52" y="22"/>
                      <a:pt x="52" y="22"/>
                      <a:pt x="52" y="22"/>
                    </a:cubicBezTo>
                    <a:cubicBezTo>
                      <a:pt x="53" y="22"/>
                      <a:pt x="54" y="22"/>
                      <a:pt x="54" y="22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56" y="22"/>
                      <a:pt x="56" y="22"/>
                      <a:pt x="57" y="22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58" y="22"/>
                      <a:pt x="58" y="22"/>
                      <a:pt x="58" y="22"/>
                    </a:cubicBezTo>
                    <a:close/>
                    <a:moveTo>
                      <a:pt x="58" y="19"/>
                    </a:moveTo>
                    <a:cubicBezTo>
                      <a:pt x="58" y="19"/>
                      <a:pt x="58" y="19"/>
                      <a:pt x="58" y="19"/>
                    </a:cubicBezTo>
                    <a:cubicBezTo>
                      <a:pt x="57" y="19"/>
                      <a:pt x="57" y="19"/>
                      <a:pt x="57" y="19"/>
                    </a:cubicBezTo>
                    <a:cubicBezTo>
                      <a:pt x="56" y="19"/>
                      <a:pt x="56" y="19"/>
                      <a:pt x="55" y="19"/>
                    </a:cubicBezTo>
                    <a:cubicBezTo>
                      <a:pt x="55" y="19"/>
                      <a:pt x="55" y="19"/>
                      <a:pt x="55" y="19"/>
                    </a:cubicBezTo>
                    <a:cubicBezTo>
                      <a:pt x="54" y="19"/>
                      <a:pt x="53" y="18"/>
                      <a:pt x="53" y="18"/>
                    </a:cubicBezTo>
                    <a:cubicBezTo>
                      <a:pt x="52" y="18"/>
                      <a:pt x="52" y="18"/>
                      <a:pt x="52" y="18"/>
                    </a:cubicBezTo>
                    <a:cubicBezTo>
                      <a:pt x="52" y="18"/>
                      <a:pt x="51" y="18"/>
                      <a:pt x="50" y="18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49" y="18"/>
                      <a:pt x="48" y="18"/>
                      <a:pt x="47" y="17"/>
                    </a:cubicBezTo>
                    <a:cubicBezTo>
                      <a:pt x="47" y="17"/>
                      <a:pt x="47" y="17"/>
                      <a:pt x="47" y="17"/>
                    </a:cubicBezTo>
                    <a:cubicBezTo>
                      <a:pt x="46" y="17"/>
                      <a:pt x="46" y="17"/>
                      <a:pt x="45" y="17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6"/>
                      <a:pt x="43" y="16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5"/>
                      <a:pt x="42" y="15"/>
                      <a:pt x="42" y="15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46" y="8"/>
                      <a:pt x="46" y="8"/>
                      <a:pt x="46" y="8"/>
                    </a:cubicBezTo>
                    <a:cubicBezTo>
                      <a:pt x="47" y="8"/>
                      <a:pt x="47" y="8"/>
                      <a:pt x="47" y="8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8" y="7"/>
                      <a:pt x="48" y="7"/>
                      <a:pt x="48" y="7"/>
                    </a:cubicBezTo>
                    <a:cubicBezTo>
                      <a:pt x="48" y="7"/>
                      <a:pt x="48" y="7"/>
                      <a:pt x="48" y="7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52" y="4"/>
                      <a:pt x="55" y="4"/>
                      <a:pt x="58" y="4"/>
                    </a:cubicBezTo>
                    <a:lnTo>
                      <a:pt x="58" y="19"/>
                    </a:lnTo>
                    <a:close/>
                    <a:moveTo>
                      <a:pt x="90" y="15"/>
                    </a:moveTo>
                    <a:cubicBezTo>
                      <a:pt x="91" y="14"/>
                      <a:pt x="91" y="14"/>
                      <a:pt x="92" y="14"/>
                    </a:cubicBezTo>
                    <a:cubicBezTo>
                      <a:pt x="92" y="14"/>
                      <a:pt x="92" y="14"/>
                      <a:pt x="92" y="14"/>
                    </a:cubicBezTo>
                    <a:cubicBezTo>
                      <a:pt x="100" y="19"/>
                      <a:pt x="107" y="27"/>
                      <a:pt x="111" y="36"/>
                    </a:cubicBezTo>
                    <a:cubicBezTo>
                      <a:pt x="92" y="36"/>
                      <a:pt x="92" y="36"/>
                      <a:pt x="92" y="36"/>
                    </a:cubicBezTo>
                    <a:cubicBezTo>
                      <a:pt x="92" y="36"/>
                      <a:pt x="92" y="36"/>
                      <a:pt x="92" y="36"/>
                    </a:cubicBezTo>
                    <a:cubicBezTo>
                      <a:pt x="92" y="35"/>
                      <a:pt x="92" y="35"/>
                      <a:pt x="92" y="35"/>
                    </a:cubicBezTo>
                    <a:cubicBezTo>
                      <a:pt x="91" y="34"/>
                      <a:pt x="91" y="34"/>
                      <a:pt x="91" y="34"/>
                    </a:cubicBezTo>
                    <a:cubicBezTo>
                      <a:pt x="91" y="33"/>
                      <a:pt x="91" y="33"/>
                      <a:pt x="91" y="32"/>
                    </a:cubicBezTo>
                    <a:cubicBezTo>
                      <a:pt x="90" y="31"/>
                      <a:pt x="90" y="31"/>
                      <a:pt x="90" y="31"/>
                    </a:cubicBezTo>
                    <a:cubicBezTo>
                      <a:pt x="90" y="31"/>
                      <a:pt x="90" y="30"/>
                      <a:pt x="90" y="30"/>
                    </a:cubicBezTo>
                    <a:cubicBezTo>
                      <a:pt x="89" y="29"/>
                      <a:pt x="89" y="29"/>
                      <a:pt x="89" y="28"/>
                    </a:cubicBezTo>
                    <a:cubicBezTo>
                      <a:pt x="89" y="28"/>
                      <a:pt x="88" y="27"/>
                      <a:pt x="88" y="27"/>
                    </a:cubicBezTo>
                    <a:cubicBezTo>
                      <a:pt x="88" y="25"/>
                      <a:pt x="88" y="25"/>
                      <a:pt x="88" y="25"/>
                    </a:cubicBezTo>
                    <a:cubicBezTo>
                      <a:pt x="87" y="25"/>
                      <a:pt x="87" y="25"/>
                      <a:pt x="87" y="24"/>
                    </a:cubicBezTo>
                    <a:cubicBezTo>
                      <a:pt x="87" y="24"/>
                      <a:pt x="86" y="23"/>
                      <a:pt x="86" y="23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20"/>
                      <a:pt x="85" y="20"/>
                      <a:pt x="85" y="20"/>
                    </a:cubicBezTo>
                    <a:cubicBezTo>
                      <a:pt x="85" y="20"/>
                      <a:pt x="84" y="20"/>
                      <a:pt x="84" y="19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4" y="17"/>
                      <a:pt x="84" y="17"/>
                      <a:pt x="84" y="17"/>
                    </a:cubicBezTo>
                    <a:cubicBezTo>
                      <a:pt x="85" y="17"/>
                      <a:pt x="85" y="17"/>
                      <a:pt x="85" y="17"/>
                    </a:cubicBezTo>
                    <a:cubicBezTo>
                      <a:pt x="85" y="17"/>
                      <a:pt x="86" y="17"/>
                      <a:pt x="87" y="16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8" y="16"/>
                      <a:pt x="89" y="15"/>
                      <a:pt x="90" y="15"/>
                    </a:cubicBezTo>
                    <a:close/>
                    <a:moveTo>
                      <a:pt x="89" y="11"/>
                    </a:moveTo>
                    <a:cubicBezTo>
                      <a:pt x="89" y="12"/>
                      <a:pt x="89" y="12"/>
                      <a:pt x="89" y="12"/>
                    </a:cubicBezTo>
                    <a:cubicBezTo>
                      <a:pt x="88" y="12"/>
                      <a:pt x="88" y="12"/>
                      <a:pt x="88" y="12"/>
                    </a:cubicBezTo>
                    <a:cubicBezTo>
                      <a:pt x="88" y="12"/>
                      <a:pt x="87" y="12"/>
                      <a:pt x="86" y="13"/>
                    </a:cubicBezTo>
                    <a:cubicBezTo>
                      <a:pt x="85" y="13"/>
                      <a:pt x="85" y="13"/>
                      <a:pt x="85" y="13"/>
                    </a:cubicBezTo>
                    <a:cubicBezTo>
                      <a:pt x="85" y="13"/>
                      <a:pt x="84" y="14"/>
                      <a:pt x="83" y="14"/>
                    </a:cubicBezTo>
                    <a:cubicBezTo>
                      <a:pt x="83" y="14"/>
                      <a:pt x="83" y="14"/>
                      <a:pt x="83" y="14"/>
                    </a:cubicBezTo>
                    <a:cubicBezTo>
                      <a:pt x="82" y="14"/>
                      <a:pt x="82" y="14"/>
                      <a:pt x="81" y="15"/>
                    </a:cubicBezTo>
                    <a:cubicBezTo>
                      <a:pt x="81" y="14"/>
                      <a:pt x="80" y="13"/>
                      <a:pt x="80" y="12"/>
                    </a:cubicBezTo>
                    <a:cubicBezTo>
                      <a:pt x="80" y="12"/>
                      <a:pt x="80" y="12"/>
                      <a:pt x="80" y="12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0"/>
                      <a:pt x="79" y="10"/>
                      <a:pt x="79" y="10"/>
                    </a:cubicBezTo>
                    <a:cubicBezTo>
                      <a:pt x="78" y="10"/>
                      <a:pt x="78" y="10"/>
                      <a:pt x="78" y="10"/>
                    </a:cubicBezTo>
                    <a:cubicBezTo>
                      <a:pt x="78" y="9"/>
                      <a:pt x="78" y="9"/>
                      <a:pt x="78" y="9"/>
                    </a:cubicBezTo>
                    <a:cubicBezTo>
                      <a:pt x="78" y="9"/>
                      <a:pt x="78" y="9"/>
                      <a:pt x="78" y="9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76" y="7"/>
                      <a:pt x="76" y="7"/>
                      <a:pt x="76" y="7"/>
                    </a:cubicBezTo>
                    <a:cubicBezTo>
                      <a:pt x="76" y="7"/>
                      <a:pt x="76" y="7"/>
                      <a:pt x="76" y="7"/>
                    </a:cubicBezTo>
                    <a:cubicBezTo>
                      <a:pt x="76" y="6"/>
                      <a:pt x="76" y="6"/>
                      <a:pt x="76" y="6"/>
                    </a:cubicBezTo>
                    <a:cubicBezTo>
                      <a:pt x="76" y="6"/>
                      <a:pt x="76" y="6"/>
                      <a:pt x="76" y="6"/>
                    </a:cubicBezTo>
                    <a:cubicBezTo>
                      <a:pt x="75" y="6"/>
                      <a:pt x="75" y="6"/>
                      <a:pt x="75" y="6"/>
                    </a:cubicBezTo>
                    <a:cubicBezTo>
                      <a:pt x="80" y="7"/>
                      <a:pt x="85" y="9"/>
                      <a:pt x="89" y="11"/>
                    </a:cubicBezTo>
                    <a:close/>
                    <a:moveTo>
                      <a:pt x="62" y="4"/>
                    </a:moveTo>
                    <a:cubicBezTo>
                      <a:pt x="65" y="4"/>
                      <a:pt x="67" y="4"/>
                      <a:pt x="70" y="5"/>
                    </a:cubicBezTo>
                    <a:cubicBezTo>
                      <a:pt x="71" y="6"/>
                      <a:pt x="72" y="7"/>
                      <a:pt x="74" y="10"/>
                    </a:cubicBezTo>
                    <a:cubicBezTo>
                      <a:pt x="74" y="10"/>
                      <a:pt x="74" y="10"/>
                      <a:pt x="74" y="10"/>
                    </a:cubicBezTo>
                    <a:cubicBezTo>
                      <a:pt x="75" y="11"/>
                      <a:pt x="75" y="11"/>
                      <a:pt x="75" y="11"/>
                    </a:cubicBezTo>
                    <a:cubicBezTo>
                      <a:pt x="75" y="11"/>
                      <a:pt x="75" y="11"/>
                      <a:pt x="75" y="11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6" y="13"/>
                      <a:pt x="76" y="13"/>
                      <a:pt x="76" y="13"/>
                    </a:cubicBezTo>
                    <a:cubicBezTo>
                      <a:pt x="76" y="13"/>
                      <a:pt x="76" y="13"/>
                      <a:pt x="76" y="13"/>
                    </a:cubicBezTo>
                    <a:cubicBezTo>
                      <a:pt x="77" y="14"/>
                      <a:pt x="77" y="14"/>
                      <a:pt x="77" y="14"/>
                    </a:cubicBezTo>
                    <a:cubicBezTo>
                      <a:pt x="77" y="14"/>
                      <a:pt x="77" y="14"/>
                      <a:pt x="77" y="14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7" y="16"/>
                      <a:pt x="77" y="16"/>
                      <a:pt x="77" y="16"/>
                    </a:cubicBezTo>
                    <a:cubicBezTo>
                      <a:pt x="76" y="16"/>
                      <a:pt x="76" y="16"/>
                      <a:pt x="75" y="17"/>
                    </a:cubicBezTo>
                    <a:cubicBezTo>
                      <a:pt x="74" y="17"/>
                      <a:pt x="74" y="17"/>
                      <a:pt x="74" y="17"/>
                    </a:cubicBezTo>
                    <a:cubicBezTo>
                      <a:pt x="74" y="17"/>
                      <a:pt x="73" y="17"/>
                      <a:pt x="73" y="17"/>
                    </a:cubicBezTo>
                    <a:cubicBezTo>
                      <a:pt x="72" y="17"/>
                      <a:pt x="72" y="17"/>
                      <a:pt x="72" y="17"/>
                    </a:cubicBezTo>
                    <a:cubicBezTo>
                      <a:pt x="71" y="18"/>
                      <a:pt x="71" y="18"/>
                      <a:pt x="70" y="18"/>
                    </a:cubicBezTo>
                    <a:cubicBezTo>
                      <a:pt x="70" y="18"/>
                      <a:pt x="70" y="18"/>
                      <a:pt x="70" y="18"/>
                    </a:cubicBezTo>
                    <a:cubicBezTo>
                      <a:pt x="69" y="18"/>
                      <a:pt x="68" y="18"/>
                      <a:pt x="67" y="18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6" y="18"/>
                      <a:pt x="66" y="18"/>
                      <a:pt x="65" y="19"/>
                    </a:cubicBezTo>
                    <a:cubicBezTo>
                      <a:pt x="64" y="19"/>
                      <a:pt x="64" y="19"/>
                      <a:pt x="64" y="19"/>
                    </a:cubicBezTo>
                    <a:cubicBezTo>
                      <a:pt x="64" y="19"/>
                      <a:pt x="63" y="19"/>
                      <a:pt x="63" y="19"/>
                    </a:cubicBezTo>
                    <a:cubicBezTo>
                      <a:pt x="62" y="19"/>
                      <a:pt x="62" y="19"/>
                      <a:pt x="62" y="19"/>
                    </a:cubicBezTo>
                    <a:cubicBezTo>
                      <a:pt x="62" y="19"/>
                      <a:pt x="62" y="19"/>
                      <a:pt x="62" y="19"/>
                    </a:cubicBezTo>
                    <a:lnTo>
                      <a:pt x="62" y="4"/>
                    </a:lnTo>
                    <a:close/>
                    <a:moveTo>
                      <a:pt x="62" y="22"/>
                    </a:moveTo>
                    <a:cubicBezTo>
                      <a:pt x="62" y="22"/>
                      <a:pt x="62" y="22"/>
                      <a:pt x="62" y="22"/>
                    </a:cubicBezTo>
                    <a:cubicBezTo>
                      <a:pt x="62" y="22"/>
                      <a:pt x="62" y="22"/>
                      <a:pt x="62" y="22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4" y="22"/>
                      <a:pt x="64" y="22"/>
                      <a:pt x="65" y="22"/>
                    </a:cubicBezTo>
                    <a:cubicBezTo>
                      <a:pt x="66" y="22"/>
                      <a:pt x="66" y="22"/>
                      <a:pt x="66" y="22"/>
                    </a:cubicBezTo>
                    <a:cubicBezTo>
                      <a:pt x="66" y="22"/>
                      <a:pt x="67" y="22"/>
                      <a:pt x="67" y="22"/>
                    </a:cubicBezTo>
                    <a:cubicBezTo>
                      <a:pt x="68" y="22"/>
                      <a:pt x="68" y="22"/>
                      <a:pt x="68" y="22"/>
                    </a:cubicBezTo>
                    <a:cubicBezTo>
                      <a:pt x="69" y="22"/>
                      <a:pt x="69" y="21"/>
                      <a:pt x="70" y="21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71" y="21"/>
                      <a:pt x="72" y="21"/>
                      <a:pt x="73" y="21"/>
                    </a:cubicBezTo>
                    <a:cubicBezTo>
                      <a:pt x="73" y="21"/>
                      <a:pt x="73" y="21"/>
                      <a:pt x="73" y="21"/>
                    </a:cubicBezTo>
                    <a:cubicBezTo>
                      <a:pt x="74" y="20"/>
                      <a:pt x="75" y="20"/>
                      <a:pt x="75" y="20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77" y="20"/>
                      <a:pt x="78" y="20"/>
                      <a:pt x="78" y="19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21"/>
                      <a:pt x="81" y="21"/>
                      <a:pt x="81" y="21"/>
                    </a:cubicBezTo>
                    <a:cubicBezTo>
                      <a:pt x="81" y="21"/>
                      <a:pt x="82" y="21"/>
                      <a:pt x="82" y="22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3" y="24"/>
                      <a:pt x="83" y="24"/>
                      <a:pt x="84" y="25"/>
                    </a:cubicBezTo>
                    <a:cubicBezTo>
                      <a:pt x="84" y="26"/>
                      <a:pt x="84" y="26"/>
                      <a:pt x="84" y="26"/>
                    </a:cubicBezTo>
                    <a:cubicBezTo>
                      <a:pt x="84" y="26"/>
                      <a:pt x="84" y="27"/>
                      <a:pt x="85" y="28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6" y="29"/>
                      <a:pt x="86" y="30"/>
                    </a:cubicBezTo>
                    <a:cubicBezTo>
                      <a:pt x="86" y="31"/>
                      <a:pt x="86" y="31"/>
                      <a:pt x="86" y="31"/>
                    </a:cubicBezTo>
                    <a:cubicBezTo>
                      <a:pt x="87" y="31"/>
                      <a:pt x="87" y="32"/>
                      <a:pt x="87" y="32"/>
                    </a:cubicBezTo>
                    <a:cubicBezTo>
                      <a:pt x="87" y="33"/>
                      <a:pt x="87" y="33"/>
                      <a:pt x="87" y="33"/>
                    </a:cubicBezTo>
                    <a:cubicBezTo>
                      <a:pt x="88" y="34"/>
                      <a:pt x="88" y="34"/>
                      <a:pt x="88" y="35"/>
                    </a:cubicBezTo>
                    <a:cubicBezTo>
                      <a:pt x="88" y="36"/>
                      <a:pt x="88" y="36"/>
                      <a:pt x="88" y="36"/>
                    </a:cubicBezTo>
                    <a:cubicBezTo>
                      <a:pt x="88" y="36"/>
                      <a:pt x="88" y="36"/>
                      <a:pt x="88" y="36"/>
                    </a:cubicBezTo>
                    <a:cubicBezTo>
                      <a:pt x="62" y="36"/>
                      <a:pt x="62" y="36"/>
                      <a:pt x="62" y="36"/>
                    </a:cubicBezTo>
                    <a:lnTo>
                      <a:pt x="62" y="22"/>
                    </a:lnTo>
                    <a:close/>
                    <a:moveTo>
                      <a:pt x="62" y="39"/>
                    </a:moveTo>
                    <a:cubicBezTo>
                      <a:pt x="90" y="39"/>
                      <a:pt x="90" y="39"/>
                      <a:pt x="90" y="39"/>
                    </a:cubicBezTo>
                    <a:cubicBezTo>
                      <a:pt x="90" y="40"/>
                      <a:pt x="90" y="40"/>
                      <a:pt x="90" y="40"/>
                    </a:cubicBezTo>
                    <a:cubicBezTo>
                      <a:pt x="90" y="41"/>
                      <a:pt x="90" y="41"/>
                      <a:pt x="91" y="41"/>
                    </a:cubicBezTo>
                    <a:cubicBezTo>
                      <a:pt x="91" y="42"/>
                      <a:pt x="91" y="42"/>
                      <a:pt x="91" y="43"/>
                    </a:cubicBezTo>
                    <a:cubicBezTo>
                      <a:pt x="91" y="43"/>
                      <a:pt x="91" y="44"/>
                      <a:pt x="91" y="44"/>
                    </a:cubicBezTo>
                    <a:cubicBezTo>
                      <a:pt x="91" y="45"/>
                      <a:pt x="92" y="45"/>
                      <a:pt x="92" y="45"/>
                    </a:cubicBezTo>
                    <a:cubicBezTo>
                      <a:pt x="82" y="46"/>
                      <a:pt x="74" y="52"/>
                      <a:pt x="71" y="60"/>
                    </a:cubicBezTo>
                    <a:cubicBezTo>
                      <a:pt x="62" y="60"/>
                      <a:pt x="62" y="60"/>
                      <a:pt x="62" y="60"/>
                    </a:cubicBezTo>
                    <a:lnTo>
                      <a:pt x="62" y="39"/>
                    </a:lnTo>
                    <a:close/>
                    <a:moveTo>
                      <a:pt x="62" y="63"/>
                    </a:moveTo>
                    <a:cubicBezTo>
                      <a:pt x="70" y="63"/>
                      <a:pt x="70" y="63"/>
                      <a:pt x="70" y="63"/>
                    </a:cubicBezTo>
                    <a:cubicBezTo>
                      <a:pt x="69" y="65"/>
                      <a:pt x="69" y="68"/>
                      <a:pt x="69" y="70"/>
                    </a:cubicBezTo>
                    <a:cubicBezTo>
                      <a:pt x="69" y="75"/>
                      <a:pt x="70" y="79"/>
                      <a:pt x="73" y="83"/>
                    </a:cubicBezTo>
                    <a:cubicBezTo>
                      <a:pt x="62" y="83"/>
                      <a:pt x="62" y="83"/>
                      <a:pt x="62" y="83"/>
                    </a:cubicBezTo>
                    <a:lnTo>
                      <a:pt x="62" y="63"/>
                    </a:lnTo>
                    <a:close/>
                    <a:moveTo>
                      <a:pt x="62" y="86"/>
                    </a:moveTo>
                    <a:cubicBezTo>
                      <a:pt x="75" y="86"/>
                      <a:pt x="75" y="86"/>
                      <a:pt x="75" y="86"/>
                    </a:cubicBezTo>
                    <a:cubicBezTo>
                      <a:pt x="78" y="89"/>
                      <a:pt x="81" y="91"/>
                      <a:pt x="85" y="93"/>
                    </a:cubicBezTo>
                    <a:cubicBezTo>
                      <a:pt x="84" y="93"/>
                      <a:pt x="84" y="93"/>
                      <a:pt x="84" y="93"/>
                    </a:cubicBezTo>
                    <a:cubicBezTo>
                      <a:pt x="84" y="94"/>
                      <a:pt x="84" y="94"/>
                      <a:pt x="84" y="94"/>
                    </a:cubicBezTo>
                    <a:cubicBezTo>
                      <a:pt x="84" y="94"/>
                      <a:pt x="83" y="95"/>
                      <a:pt x="83" y="96"/>
                    </a:cubicBezTo>
                    <a:cubicBezTo>
                      <a:pt x="83" y="96"/>
                      <a:pt x="83" y="96"/>
                      <a:pt x="83" y="96"/>
                    </a:cubicBezTo>
                    <a:cubicBezTo>
                      <a:pt x="82" y="97"/>
                      <a:pt x="82" y="98"/>
                      <a:pt x="82" y="98"/>
                    </a:cubicBezTo>
                    <a:cubicBezTo>
                      <a:pt x="81" y="99"/>
                      <a:pt x="81" y="99"/>
                      <a:pt x="81" y="99"/>
                    </a:cubicBezTo>
                    <a:cubicBezTo>
                      <a:pt x="81" y="99"/>
                      <a:pt x="81" y="100"/>
                      <a:pt x="80" y="101"/>
                    </a:cubicBezTo>
                    <a:cubicBezTo>
                      <a:pt x="80" y="101"/>
                      <a:pt x="80" y="101"/>
                      <a:pt x="80" y="101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8" y="102"/>
                      <a:pt x="78" y="102"/>
                      <a:pt x="77" y="102"/>
                    </a:cubicBezTo>
                    <a:cubicBezTo>
                      <a:pt x="77" y="102"/>
                      <a:pt x="77" y="102"/>
                      <a:pt x="76" y="101"/>
                    </a:cubicBezTo>
                    <a:cubicBezTo>
                      <a:pt x="75" y="101"/>
                      <a:pt x="75" y="101"/>
                      <a:pt x="75" y="101"/>
                    </a:cubicBezTo>
                    <a:cubicBezTo>
                      <a:pt x="75" y="101"/>
                      <a:pt x="74" y="101"/>
                      <a:pt x="73" y="101"/>
                    </a:cubicBezTo>
                    <a:cubicBezTo>
                      <a:pt x="73" y="101"/>
                      <a:pt x="73" y="101"/>
                      <a:pt x="73" y="101"/>
                    </a:cubicBezTo>
                    <a:cubicBezTo>
                      <a:pt x="72" y="101"/>
                      <a:pt x="71" y="101"/>
                      <a:pt x="70" y="100"/>
                    </a:cubicBezTo>
                    <a:cubicBezTo>
                      <a:pt x="70" y="100"/>
                      <a:pt x="70" y="100"/>
                      <a:pt x="70" y="100"/>
                    </a:cubicBezTo>
                    <a:cubicBezTo>
                      <a:pt x="69" y="100"/>
                      <a:pt x="69" y="100"/>
                      <a:pt x="68" y="100"/>
                    </a:cubicBezTo>
                    <a:cubicBezTo>
                      <a:pt x="67" y="100"/>
                      <a:pt x="67" y="100"/>
                      <a:pt x="67" y="100"/>
                    </a:cubicBezTo>
                    <a:cubicBezTo>
                      <a:pt x="67" y="100"/>
                      <a:pt x="66" y="100"/>
                      <a:pt x="66" y="100"/>
                    </a:cubicBezTo>
                    <a:cubicBezTo>
                      <a:pt x="65" y="100"/>
                      <a:pt x="65" y="100"/>
                      <a:pt x="65" y="100"/>
                    </a:cubicBezTo>
                    <a:cubicBezTo>
                      <a:pt x="64" y="100"/>
                      <a:pt x="64" y="100"/>
                      <a:pt x="63" y="100"/>
                    </a:cubicBezTo>
                    <a:cubicBezTo>
                      <a:pt x="62" y="100"/>
                      <a:pt x="62" y="100"/>
                      <a:pt x="62" y="100"/>
                    </a:cubicBezTo>
                    <a:cubicBezTo>
                      <a:pt x="62" y="100"/>
                      <a:pt x="62" y="100"/>
                      <a:pt x="62" y="100"/>
                    </a:cubicBezTo>
                    <a:lnTo>
                      <a:pt x="62" y="86"/>
                    </a:lnTo>
                    <a:close/>
                    <a:moveTo>
                      <a:pt x="74" y="109"/>
                    </a:moveTo>
                    <a:cubicBezTo>
                      <a:pt x="74" y="110"/>
                      <a:pt x="74" y="110"/>
                      <a:pt x="74" y="110"/>
                    </a:cubicBezTo>
                    <a:cubicBezTo>
                      <a:pt x="74" y="110"/>
                      <a:pt x="74" y="110"/>
                      <a:pt x="74" y="110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3" y="112"/>
                      <a:pt x="73" y="112"/>
                      <a:pt x="73" y="112"/>
                    </a:cubicBezTo>
                    <a:cubicBezTo>
                      <a:pt x="72" y="112"/>
                      <a:pt x="72" y="112"/>
                      <a:pt x="72" y="112"/>
                    </a:cubicBezTo>
                    <a:cubicBezTo>
                      <a:pt x="72" y="113"/>
                      <a:pt x="72" y="113"/>
                      <a:pt x="72" y="113"/>
                    </a:cubicBezTo>
                    <a:cubicBezTo>
                      <a:pt x="72" y="113"/>
                      <a:pt x="72" y="113"/>
                      <a:pt x="72" y="113"/>
                    </a:cubicBezTo>
                    <a:cubicBezTo>
                      <a:pt x="71" y="113"/>
                      <a:pt x="71" y="113"/>
                      <a:pt x="71" y="113"/>
                    </a:cubicBezTo>
                    <a:cubicBezTo>
                      <a:pt x="71" y="114"/>
                      <a:pt x="70" y="115"/>
                      <a:pt x="69" y="116"/>
                    </a:cubicBezTo>
                    <a:cubicBezTo>
                      <a:pt x="67" y="116"/>
                      <a:pt x="64" y="116"/>
                      <a:pt x="62" y="116"/>
                    </a:cubicBezTo>
                    <a:cubicBezTo>
                      <a:pt x="62" y="103"/>
                      <a:pt x="62" y="103"/>
                      <a:pt x="62" y="103"/>
                    </a:cubicBezTo>
                    <a:cubicBezTo>
                      <a:pt x="62" y="103"/>
                      <a:pt x="62" y="103"/>
                      <a:pt x="62" y="103"/>
                    </a:cubicBezTo>
                    <a:cubicBezTo>
                      <a:pt x="63" y="103"/>
                      <a:pt x="63" y="103"/>
                      <a:pt x="63" y="103"/>
                    </a:cubicBezTo>
                    <a:cubicBezTo>
                      <a:pt x="63" y="103"/>
                      <a:pt x="64" y="103"/>
                      <a:pt x="65" y="103"/>
                    </a:cubicBezTo>
                    <a:cubicBezTo>
                      <a:pt x="65" y="103"/>
                      <a:pt x="65" y="103"/>
                      <a:pt x="65" y="103"/>
                    </a:cubicBezTo>
                    <a:cubicBezTo>
                      <a:pt x="66" y="103"/>
                      <a:pt x="66" y="103"/>
                      <a:pt x="67" y="104"/>
                    </a:cubicBezTo>
                    <a:cubicBezTo>
                      <a:pt x="67" y="104"/>
                      <a:pt x="67" y="104"/>
                      <a:pt x="67" y="104"/>
                    </a:cubicBezTo>
                    <a:cubicBezTo>
                      <a:pt x="68" y="104"/>
                      <a:pt x="69" y="104"/>
                      <a:pt x="70" y="104"/>
                    </a:cubicBezTo>
                    <a:cubicBezTo>
                      <a:pt x="70" y="104"/>
                      <a:pt x="70" y="104"/>
                      <a:pt x="70" y="104"/>
                    </a:cubicBezTo>
                    <a:cubicBezTo>
                      <a:pt x="71" y="104"/>
                      <a:pt x="71" y="104"/>
                      <a:pt x="72" y="104"/>
                    </a:cubicBezTo>
                    <a:cubicBezTo>
                      <a:pt x="73" y="104"/>
                      <a:pt x="73" y="104"/>
                      <a:pt x="73" y="104"/>
                    </a:cubicBezTo>
                    <a:cubicBezTo>
                      <a:pt x="73" y="104"/>
                      <a:pt x="74" y="104"/>
                      <a:pt x="74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6" y="105"/>
                      <a:pt x="76" y="105"/>
                      <a:pt x="77" y="105"/>
                    </a:cubicBezTo>
                    <a:cubicBezTo>
                      <a:pt x="77" y="105"/>
                      <a:pt x="77" y="105"/>
                      <a:pt x="77" y="105"/>
                    </a:cubicBezTo>
                    <a:cubicBezTo>
                      <a:pt x="77" y="105"/>
                      <a:pt x="77" y="105"/>
                      <a:pt x="77" y="105"/>
                    </a:cubicBezTo>
                    <a:cubicBezTo>
                      <a:pt x="77" y="106"/>
                      <a:pt x="77" y="106"/>
                      <a:pt x="77" y="106"/>
                    </a:cubicBezTo>
                    <a:cubicBezTo>
                      <a:pt x="77" y="106"/>
                      <a:pt x="77" y="106"/>
                      <a:pt x="77" y="10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8"/>
                      <a:pt x="76" y="108"/>
                      <a:pt x="76" y="108"/>
                    </a:cubicBezTo>
                    <a:cubicBezTo>
                      <a:pt x="75" y="108"/>
                      <a:pt x="75" y="108"/>
                      <a:pt x="75" y="108"/>
                    </a:cubicBezTo>
                    <a:cubicBezTo>
                      <a:pt x="75" y="109"/>
                      <a:pt x="75" y="109"/>
                      <a:pt x="75" y="109"/>
                    </a:cubicBezTo>
                    <a:lnTo>
                      <a:pt x="74" y="109"/>
                    </a:lnTo>
                    <a:close/>
                    <a:moveTo>
                      <a:pt x="75" y="115"/>
                    </a:moveTo>
                    <a:cubicBezTo>
                      <a:pt x="75" y="114"/>
                      <a:pt x="76" y="113"/>
                      <a:pt x="77" y="112"/>
                    </a:cubicBezTo>
                    <a:cubicBezTo>
                      <a:pt x="77" y="111"/>
                      <a:pt x="77" y="111"/>
                      <a:pt x="77" y="111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78" y="110"/>
                      <a:pt x="78" y="110"/>
                      <a:pt x="79" y="109"/>
                    </a:cubicBezTo>
                    <a:cubicBezTo>
                      <a:pt x="79" y="109"/>
                      <a:pt x="79" y="109"/>
                      <a:pt x="79" y="109"/>
                    </a:cubicBezTo>
                    <a:cubicBezTo>
                      <a:pt x="79" y="109"/>
                      <a:pt x="79" y="108"/>
                      <a:pt x="80" y="108"/>
                    </a:cubicBezTo>
                    <a:cubicBezTo>
                      <a:pt x="80" y="108"/>
                      <a:pt x="80" y="108"/>
                      <a:pt x="80" y="108"/>
                    </a:cubicBezTo>
                    <a:cubicBezTo>
                      <a:pt x="80" y="107"/>
                      <a:pt x="80" y="107"/>
                      <a:pt x="81" y="106"/>
                    </a:cubicBezTo>
                    <a:cubicBezTo>
                      <a:pt x="81" y="106"/>
                      <a:pt x="82" y="107"/>
                      <a:pt x="82" y="107"/>
                    </a:cubicBezTo>
                    <a:cubicBezTo>
                      <a:pt x="83" y="107"/>
                      <a:pt x="83" y="107"/>
                      <a:pt x="83" y="107"/>
                    </a:cubicBezTo>
                    <a:cubicBezTo>
                      <a:pt x="84" y="107"/>
                      <a:pt x="84" y="107"/>
                      <a:pt x="85" y="108"/>
                    </a:cubicBezTo>
                    <a:cubicBezTo>
                      <a:pt x="86" y="108"/>
                      <a:pt x="86" y="108"/>
                      <a:pt x="86" y="108"/>
                    </a:cubicBezTo>
                    <a:cubicBezTo>
                      <a:pt x="87" y="108"/>
                      <a:pt x="88" y="109"/>
                      <a:pt x="89" y="109"/>
                    </a:cubicBezTo>
                    <a:cubicBezTo>
                      <a:pt x="84" y="111"/>
                      <a:pt x="80" y="113"/>
                      <a:pt x="75" y="115"/>
                    </a:cubicBezTo>
                    <a:close/>
                    <a:moveTo>
                      <a:pt x="92" y="107"/>
                    </a:moveTo>
                    <a:cubicBezTo>
                      <a:pt x="91" y="106"/>
                      <a:pt x="91" y="106"/>
                      <a:pt x="90" y="106"/>
                    </a:cubicBezTo>
                    <a:cubicBezTo>
                      <a:pt x="90" y="106"/>
                      <a:pt x="90" y="106"/>
                      <a:pt x="90" y="106"/>
                    </a:cubicBezTo>
                    <a:cubicBezTo>
                      <a:pt x="89" y="105"/>
                      <a:pt x="88" y="105"/>
                      <a:pt x="87" y="105"/>
                    </a:cubicBezTo>
                    <a:cubicBezTo>
                      <a:pt x="86" y="104"/>
                      <a:pt x="86" y="104"/>
                      <a:pt x="86" y="104"/>
                    </a:cubicBezTo>
                    <a:cubicBezTo>
                      <a:pt x="86" y="104"/>
                      <a:pt x="85" y="104"/>
                      <a:pt x="84" y="104"/>
                    </a:cubicBezTo>
                    <a:cubicBezTo>
                      <a:pt x="83" y="103"/>
                      <a:pt x="83" y="103"/>
                      <a:pt x="83" y="103"/>
                    </a:cubicBezTo>
                    <a:cubicBezTo>
                      <a:pt x="83" y="103"/>
                      <a:pt x="83" y="103"/>
                      <a:pt x="83" y="103"/>
                    </a:cubicBezTo>
                    <a:cubicBezTo>
                      <a:pt x="83" y="103"/>
                      <a:pt x="83" y="103"/>
                      <a:pt x="83" y="103"/>
                    </a:cubicBezTo>
                    <a:cubicBezTo>
                      <a:pt x="83" y="103"/>
                      <a:pt x="83" y="103"/>
                      <a:pt x="83" y="103"/>
                    </a:cubicBezTo>
                    <a:cubicBezTo>
                      <a:pt x="83" y="103"/>
                      <a:pt x="83" y="103"/>
                      <a:pt x="83" y="103"/>
                    </a:cubicBezTo>
                    <a:cubicBezTo>
                      <a:pt x="83" y="102"/>
                      <a:pt x="83" y="102"/>
                      <a:pt x="83" y="102"/>
                    </a:cubicBezTo>
                    <a:cubicBezTo>
                      <a:pt x="84" y="102"/>
                      <a:pt x="84" y="101"/>
                      <a:pt x="84" y="100"/>
                    </a:cubicBezTo>
                    <a:cubicBezTo>
                      <a:pt x="85" y="100"/>
                      <a:pt x="85" y="100"/>
                      <a:pt x="85" y="100"/>
                    </a:cubicBezTo>
                    <a:cubicBezTo>
                      <a:pt x="85" y="99"/>
                      <a:pt x="85" y="99"/>
                      <a:pt x="86" y="98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6" y="97"/>
                      <a:pt x="87" y="96"/>
                      <a:pt x="87" y="96"/>
                    </a:cubicBezTo>
                    <a:cubicBezTo>
                      <a:pt x="87" y="95"/>
                      <a:pt x="87" y="95"/>
                      <a:pt x="87" y="95"/>
                    </a:cubicBezTo>
                    <a:cubicBezTo>
                      <a:pt x="88" y="94"/>
                      <a:pt x="88" y="94"/>
                      <a:pt x="88" y="94"/>
                    </a:cubicBezTo>
                    <a:cubicBezTo>
                      <a:pt x="90" y="94"/>
                      <a:pt x="91" y="94"/>
                      <a:pt x="93" y="94"/>
                    </a:cubicBezTo>
                    <a:cubicBezTo>
                      <a:pt x="98" y="94"/>
                      <a:pt x="103" y="93"/>
                      <a:pt x="106" y="90"/>
                    </a:cubicBezTo>
                    <a:cubicBezTo>
                      <a:pt x="107" y="91"/>
                      <a:pt x="107" y="91"/>
                      <a:pt x="107" y="91"/>
                    </a:cubicBezTo>
                    <a:cubicBezTo>
                      <a:pt x="103" y="97"/>
                      <a:pt x="98" y="103"/>
                      <a:pt x="92" y="107"/>
                    </a:cubicBezTo>
                    <a:close/>
                    <a:moveTo>
                      <a:pt x="110" y="82"/>
                    </a:moveTo>
                    <a:cubicBezTo>
                      <a:pt x="109" y="83"/>
                      <a:pt x="109" y="83"/>
                      <a:pt x="109" y="83"/>
                    </a:cubicBezTo>
                    <a:cubicBezTo>
                      <a:pt x="108" y="84"/>
                      <a:pt x="108" y="84"/>
                      <a:pt x="108" y="84"/>
                    </a:cubicBezTo>
                    <a:cubicBezTo>
                      <a:pt x="107" y="85"/>
                      <a:pt x="107" y="85"/>
                      <a:pt x="107" y="85"/>
                    </a:cubicBezTo>
                    <a:cubicBezTo>
                      <a:pt x="107" y="85"/>
                      <a:pt x="107" y="85"/>
                      <a:pt x="107" y="86"/>
                    </a:cubicBezTo>
                    <a:cubicBezTo>
                      <a:pt x="106" y="86"/>
                      <a:pt x="106" y="86"/>
                      <a:pt x="106" y="86"/>
                    </a:cubicBezTo>
                    <a:cubicBezTo>
                      <a:pt x="102" y="89"/>
                      <a:pt x="98" y="91"/>
                      <a:pt x="93" y="91"/>
                    </a:cubicBezTo>
                    <a:cubicBezTo>
                      <a:pt x="92" y="91"/>
                      <a:pt x="91" y="91"/>
                      <a:pt x="90" y="90"/>
                    </a:cubicBezTo>
                    <a:cubicBezTo>
                      <a:pt x="89" y="90"/>
                      <a:pt x="88" y="90"/>
                      <a:pt x="88" y="90"/>
                    </a:cubicBezTo>
                    <a:cubicBezTo>
                      <a:pt x="87" y="90"/>
                      <a:pt x="87" y="90"/>
                      <a:pt x="86" y="89"/>
                    </a:cubicBezTo>
                    <a:cubicBezTo>
                      <a:pt x="84" y="89"/>
                      <a:pt x="82" y="88"/>
                      <a:pt x="80" y="86"/>
                    </a:cubicBezTo>
                    <a:cubicBezTo>
                      <a:pt x="80" y="86"/>
                      <a:pt x="79" y="85"/>
                      <a:pt x="79" y="85"/>
                    </a:cubicBezTo>
                    <a:cubicBezTo>
                      <a:pt x="78" y="84"/>
                      <a:pt x="77" y="83"/>
                      <a:pt x="77" y="83"/>
                    </a:cubicBezTo>
                    <a:cubicBezTo>
                      <a:pt x="74" y="79"/>
                      <a:pt x="72" y="75"/>
                      <a:pt x="72" y="70"/>
                    </a:cubicBezTo>
                    <a:cubicBezTo>
                      <a:pt x="72" y="68"/>
                      <a:pt x="73" y="65"/>
                      <a:pt x="73" y="63"/>
                    </a:cubicBezTo>
                    <a:cubicBezTo>
                      <a:pt x="73" y="63"/>
                      <a:pt x="74" y="62"/>
                      <a:pt x="74" y="62"/>
                    </a:cubicBezTo>
                    <a:cubicBezTo>
                      <a:pt x="74" y="61"/>
                      <a:pt x="74" y="61"/>
                      <a:pt x="75" y="60"/>
                    </a:cubicBezTo>
                    <a:cubicBezTo>
                      <a:pt x="78" y="54"/>
                      <a:pt x="85" y="49"/>
                      <a:pt x="93" y="49"/>
                    </a:cubicBezTo>
                    <a:cubicBezTo>
                      <a:pt x="93" y="49"/>
                      <a:pt x="93" y="49"/>
                      <a:pt x="93" y="49"/>
                    </a:cubicBezTo>
                    <a:cubicBezTo>
                      <a:pt x="94" y="49"/>
                      <a:pt x="94" y="49"/>
                      <a:pt x="94" y="49"/>
                    </a:cubicBezTo>
                    <a:cubicBezTo>
                      <a:pt x="95" y="49"/>
                      <a:pt x="96" y="49"/>
                      <a:pt x="96" y="49"/>
                    </a:cubicBezTo>
                    <a:cubicBezTo>
                      <a:pt x="96" y="49"/>
                      <a:pt x="96" y="49"/>
                      <a:pt x="96" y="49"/>
                    </a:cubicBezTo>
                    <a:cubicBezTo>
                      <a:pt x="103" y="50"/>
                      <a:pt x="109" y="54"/>
                      <a:pt x="112" y="60"/>
                    </a:cubicBezTo>
                    <a:cubicBezTo>
                      <a:pt x="112" y="61"/>
                      <a:pt x="112" y="61"/>
                      <a:pt x="113" y="62"/>
                    </a:cubicBezTo>
                    <a:cubicBezTo>
                      <a:pt x="113" y="62"/>
                      <a:pt x="113" y="63"/>
                      <a:pt x="113" y="63"/>
                    </a:cubicBezTo>
                    <a:cubicBezTo>
                      <a:pt x="114" y="65"/>
                      <a:pt x="114" y="68"/>
                      <a:pt x="114" y="70"/>
                    </a:cubicBezTo>
                    <a:cubicBezTo>
                      <a:pt x="114" y="74"/>
                      <a:pt x="113" y="79"/>
                      <a:pt x="110" y="82"/>
                    </a:cubicBezTo>
                    <a:close/>
                    <a:moveTo>
                      <a:pt x="95" y="45"/>
                    </a:moveTo>
                    <a:cubicBezTo>
                      <a:pt x="95" y="45"/>
                      <a:pt x="95" y="45"/>
                      <a:pt x="95" y="45"/>
                    </a:cubicBezTo>
                    <a:cubicBezTo>
                      <a:pt x="95" y="45"/>
                      <a:pt x="95" y="44"/>
                      <a:pt x="95" y="44"/>
                    </a:cubicBezTo>
                    <a:cubicBezTo>
                      <a:pt x="95" y="43"/>
                      <a:pt x="95" y="43"/>
                      <a:pt x="94" y="42"/>
                    </a:cubicBezTo>
                    <a:cubicBezTo>
                      <a:pt x="94" y="42"/>
                      <a:pt x="94" y="41"/>
                      <a:pt x="94" y="41"/>
                    </a:cubicBezTo>
                    <a:cubicBezTo>
                      <a:pt x="94" y="40"/>
                      <a:pt x="94" y="40"/>
                      <a:pt x="94" y="39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113" y="39"/>
                      <a:pt x="113" y="39"/>
                      <a:pt x="113" y="39"/>
                    </a:cubicBezTo>
                    <a:cubicBezTo>
                      <a:pt x="115" y="46"/>
                      <a:pt x="117" y="53"/>
                      <a:pt x="117" y="60"/>
                    </a:cubicBezTo>
                    <a:cubicBezTo>
                      <a:pt x="116" y="60"/>
                      <a:pt x="116" y="60"/>
                      <a:pt x="116" y="60"/>
                    </a:cubicBezTo>
                    <a:cubicBezTo>
                      <a:pt x="112" y="52"/>
                      <a:pt x="104" y="46"/>
                      <a:pt x="95" y="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67" name="Freeform 2481">
                <a:extLst>
                  <a:ext uri="{FF2B5EF4-FFF2-40B4-BE49-F238E27FC236}">
                    <a16:creationId xmlns:a16="http://schemas.microsoft.com/office/drawing/2014/main" id="{8AD79E21-DE5C-405A-82A0-1EB8E948F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9647" y="4471757"/>
                <a:ext cx="178202" cy="178202"/>
              </a:xfrm>
              <a:custGeom>
                <a:avLst/>
                <a:gdLst>
                  <a:gd name="T0" fmla="*/ 27 w 30"/>
                  <a:gd name="T1" fmla="*/ 7 h 30"/>
                  <a:gd name="T2" fmla="*/ 26 w 30"/>
                  <a:gd name="T3" fmla="*/ 5 h 30"/>
                  <a:gd name="T4" fmla="*/ 19 w 30"/>
                  <a:gd name="T5" fmla="*/ 1 h 30"/>
                  <a:gd name="T6" fmla="*/ 19 w 30"/>
                  <a:gd name="T7" fmla="*/ 1 h 30"/>
                  <a:gd name="T8" fmla="*/ 17 w 30"/>
                  <a:gd name="T9" fmla="*/ 0 h 30"/>
                  <a:gd name="T10" fmla="*/ 16 w 30"/>
                  <a:gd name="T11" fmla="*/ 0 h 30"/>
                  <a:gd name="T12" fmla="*/ 16 w 30"/>
                  <a:gd name="T13" fmla="*/ 0 h 30"/>
                  <a:gd name="T14" fmla="*/ 16 w 30"/>
                  <a:gd name="T15" fmla="*/ 0 h 30"/>
                  <a:gd name="T16" fmla="*/ 15 w 30"/>
                  <a:gd name="T17" fmla="*/ 0 h 30"/>
                  <a:gd name="T18" fmla="*/ 4 w 30"/>
                  <a:gd name="T19" fmla="*/ 5 h 30"/>
                  <a:gd name="T20" fmla="*/ 3 w 30"/>
                  <a:gd name="T21" fmla="*/ 7 h 30"/>
                  <a:gd name="T22" fmla="*/ 2 w 30"/>
                  <a:gd name="T23" fmla="*/ 8 h 30"/>
                  <a:gd name="T24" fmla="*/ 0 w 30"/>
                  <a:gd name="T25" fmla="*/ 15 h 30"/>
                  <a:gd name="T26" fmla="*/ 8 w 30"/>
                  <a:gd name="T27" fmla="*/ 28 h 30"/>
                  <a:gd name="T28" fmla="*/ 11 w 30"/>
                  <a:gd name="T29" fmla="*/ 29 h 30"/>
                  <a:gd name="T30" fmla="*/ 12 w 30"/>
                  <a:gd name="T31" fmla="*/ 30 h 30"/>
                  <a:gd name="T32" fmla="*/ 14 w 30"/>
                  <a:gd name="T33" fmla="*/ 30 h 30"/>
                  <a:gd name="T34" fmla="*/ 14 w 30"/>
                  <a:gd name="T35" fmla="*/ 30 h 30"/>
                  <a:gd name="T36" fmla="*/ 15 w 30"/>
                  <a:gd name="T37" fmla="*/ 30 h 30"/>
                  <a:gd name="T38" fmla="*/ 15 w 30"/>
                  <a:gd name="T39" fmla="*/ 30 h 30"/>
                  <a:gd name="T40" fmla="*/ 15 w 30"/>
                  <a:gd name="T41" fmla="*/ 30 h 30"/>
                  <a:gd name="T42" fmla="*/ 22 w 30"/>
                  <a:gd name="T43" fmla="*/ 28 h 30"/>
                  <a:gd name="T44" fmla="*/ 30 w 30"/>
                  <a:gd name="T45" fmla="*/ 15 h 30"/>
                  <a:gd name="T46" fmla="*/ 28 w 30"/>
                  <a:gd name="T47" fmla="*/ 8 h 30"/>
                  <a:gd name="T48" fmla="*/ 27 w 30"/>
                  <a:gd name="T49" fmla="*/ 7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0" h="30">
                    <a:moveTo>
                      <a:pt x="27" y="7"/>
                    </a:moveTo>
                    <a:cubicBezTo>
                      <a:pt x="27" y="6"/>
                      <a:pt x="26" y="6"/>
                      <a:pt x="26" y="5"/>
                    </a:cubicBezTo>
                    <a:cubicBezTo>
                      <a:pt x="24" y="3"/>
                      <a:pt x="22" y="2"/>
                      <a:pt x="19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1"/>
                      <a:pt x="18" y="1"/>
                      <a:pt x="17" y="0"/>
                    </a:cubicBezTo>
                    <a:cubicBezTo>
                      <a:pt x="17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1" y="0"/>
                      <a:pt x="7" y="2"/>
                      <a:pt x="4" y="5"/>
                    </a:cubicBezTo>
                    <a:cubicBezTo>
                      <a:pt x="4" y="6"/>
                      <a:pt x="3" y="6"/>
                      <a:pt x="3" y="7"/>
                    </a:cubicBezTo>
                    <a:cubicBezTo>
                      <a:pt x="2" y="7"/>
                      <a:pt x="2" y="8"/>
                      <a:pt x="2" y="8"/>
                    </a:cubicBezTo>
                    <a:cubicBezTo>
                      <a:pt x="1" y="10"/>
                      <a:pt x="0" y="13"/>
                      <a:pt x="0" y="15"/>
                    </a:cubicBezTo>
                    <a:cubicBezTo>
                      <a:pt x="0" y="20"/>
                      <a:pt x="3" y="25"/>
                      <a:pt x="8" y="28"/>
                    </a:cubicBezTo>
                    <a:cubicBezTo>
                      <a:pt x="9" y="28"/>
                      <a:pt x="10" y="29"/>
                      <a:pt x="11" y="29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8" y="30"/>
                      <a:pt x="20" y="29"/>
                      <a:pt x="22" y="28"/>
                    </a:cubicBezTo>
                    <a:cubicBezTo>
                      <a:pt x="27" y="25"/>
                      <a:pt x="30" y="20"/>
                      <a:pt x="30" y="15"/>
                    </a:cubicBezTo>
                    <a:cubicBezTo>
                      <a:pt x="30" y="13"/>
                      <a:pt x="29" y="10"/>
                      <a:pt x="28" y="8"/>
                    </a:cubicBezTo>
                    <a:cubicBezTo>
                      <a:pt x="28" y="8"/>
                      <a:pt x="28" y="7"/>
                      <a:pt x="27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5E524F1-BC2D-475B-971A-BFAB43FADC81}"/>
              </a:ext>
            </a:extLst>
          </p:cNvPr>
          <p:cNvGrpSpPr/>
          <p:nvPr/>
        </p:nvGrpSpPr>
        <p:grpSpPr>
          <a:xfrm>
            <a:off x="3862219" y="3985758"/>
            <a:ext cx="1074625" cy="1080000"/>
            <a:chOff x="3862219" y="3985758"/>
            <a:chExt cx="1074625" cy="1080000"/>
          </a:xfrm>
        </p:grpSpPr>
        <p:sp>
          <p:nvSpPr>
            <p:cNvPr id="279" name="Oval 462">
              <a:extLst>
                <a:ext uri="{FF2B5EF4-FFF2-40B4-BE49-F238E27FC236}">
                  <a16:creationId xmlns:a16="http://schemas.microsoft.com/office/drawing/2014/main" id="{EA468016-DF43-4BC5-B98C-83B2E165F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2219" y="3985758"/>
              <a:ext cx="1074625" cy="1080000"/>
            </a:xfrm>
            <a:prstGeom prst="ellipse">
              <a:avLst/>
            </a:prstGeom>
            <a:solidFill>
              <a:srgbClr val="7B5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4EF0445-68A0-4860-9E39-723E9D47431C}"/>
                </a:ext>
              </a:extLst>
            </p:cNvPr>
            <p:cNvGrpSpPr/>
            <p:nvPr/>
          </p:nvGrpSpPr>
          <p:grpSpPr>
            <a:xfrm>
              <a:off x="3937444" y="4152323"/>
              <a:ext cx="886565" cy="779105"/>
              <a:chOff x="3937444" y="4152323"/>
              <a:chExt cx="886565" cy="779105"/>
            </a:xfrm>
          </p:grpSpPr>
          <p:sp>
            <p:nvSpPr>
              <p:cNvPr id="280" name="Freeform 509">
                <a:extLst>
                  <a:ext uri="{FF2B5EF4-FFF2-40B4-BE49-F238E27FC236}">
                    <a16:creationId xmlns:a16="http://schemas.microsoft.com/office/drawing/2014/main" id="{702C5749-4FDD-4281-AA9A-C3B5F8B424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0579" y="4152323"/>
                <a:ext cx="553430" cy="779105"/>
              </a:xfrm>
              <a:custGeom>
                <a:avLst/>
                <a:gdLst>
                  <a:gd name="T0" fmla="*/ 29 w 95"/>
                  <a:gd name="T1" fmla="*/ 0 h 133"/>
                  <a:gd name="T2" fmla="*/ 0 w 95"/>
                  <a:gd name="T3" fmla="*/ 7 h 133"/>
                  <a:gd name="T4" fmla="*/ 0 w 95"/>
                  <a:gd name="T5" fmla="*/ 9 h 133"/>
                  <a:gd name="T6" fmla="*/ 1 w 95"/>
                  <a:gd name="T7" fmla="*/ 10 h 133"/>
                  <a:gd name="T8" fmla="*/ 29 w 95"/>
                  <a:gd name="T9" fmla="*/ 4 h 133"/>
                  <a:gd name="T10" fmla="*/ 91 w 95"/>
                  <a:gd name="T11" fmla="*/ 67 h 133"/>
                  <a:gd name="T12" fmla="*/ 29 w 95"/>
                  <a:gd name="T13" fmla="*/ 130 h 133"/>
                  <a:gd name="T14" fmla="*/ 13 w 95"/>
                  <a:gd name="T15" fmla="*/ 128 h 133"/>
                  <a:gd name="T16" fmla="*/ 9 w 95"/>
                  <a:gd name="T17" fmla="*/ 127 h 133"/>
                  <a:gd name="T18" fmla="*/ 12 w 95"/>
                  <a:gd name="T19" fmla="*/ 129 h 133"/>
                  <a:gd name="T20" fmla="*/ 15 w 95"/>
                  <a:gd name="T21" fmla="*/ 132 h 133"/>
                  <a:gd name="T22" fmla="*/ 18 w 95"/>
                  <a:gd name="T23" fmla="*/ 133 h 133"/>
                  <a:gd name="T24" fmla="*/ 29 w 95"/>
                  <a:gd name="T25" fmla="*/ 133 h 133"/>
                  <a:gd name="T26" fmla="*/ 95 w 95"/>
                  <a:gd name="T27" fmla="*/ 67 h 133"/>
                  <a:gd name="T28" fmla="*/ 29 w 95"/>
                  <a:gd name="T29" fmla="*/ 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5" h="133">
                    <a:moveTo>
                      <a:pt x="29" y="0"/>
                    </a:moveTo>
                    <a:cubicBezTo>
                      <a:pt x="18" y="0"/>
                      <a:pt x="9" y="3"/>
                      <a:pt x="0" y="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9" y="6"/>
                      <a:pt x="19" y="4"/>
                      <a:pt x="29" y="4"/>
                    </a:cubicBezTo>
                    <a:cubicBezTo>
                      <a:pt x="63" y="4"/>
                      <a:pt x="91" y="32"/>
                      <a:pt x="91" y="67"/>
                    </a:cubicBezTo>
                    <a:cubicBezTo>
                      <a:pt x="91" y="102"/>
                      <a:pt x="63" y="130"/>
                      <a:pt x="29" y="130"/>
                    </a:cubicBezTo>
                    <a:cubicBezTo>
                      <a:pt x="23" y="130"/>
                      <a:pt x="18" y="129"/>
                      <a:pt x="13" y="128"/>
                    </a:cubicBezTo>
                    <a:cubicBezTo>
                      <a:pt x="12" y="127"/>
                      <a:pt x="10" y="127"/>
                      <a:pt x="9" y="127"/>
                    </a:cubicBezTo>
                    <a:cubicBezTo>
                      <a:pt x="12" y="129"/>
                      <a:pt x="12" y="129"/>
                      <a:pt x="12" y="129"/>
                    </a:cubicBezTo>
                    <a:cubicBezTo>
                      <a:pt x="15" y="132"/>
                      <a:pt x="15" y="132"/>
                      <a:pt x="15" y="132"/>
                    </a:cubicBezTo>
                    <a:cubicBezTo>
                      <a:pt x="16" y="132"/>
                      <a:pt x="17" y="132"/>
                      <a:pt x="18" y="133"/>
                    </a:cubicBezTo>
                    <a:cubicBezTo>
                      <a:pt x="21" y="133"/>
                      <a:pt x="25" y="133"/>
                      <a:pt x="29" y="133"/>
                    </a:cubicBezTo>
                    <a:cubicBezTo>
                      <a:pt x="65" y="133"/>
                      <a:pt x="95" y="104"/>
                      <a:pt x="95" y="67"/>
                    </a:cubicBezTo>
                    <a:cubicBezTo>
                      <a:pt x="95" y="3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81" name="Freeform 510">
                <a:extLst>
                  <a:ext uri="{FF2B5EF4-FFF2-40B4-BE49-F238E27FC236}">
                    <a16:creationId xmlns:a16="http://schemas.microsoft.com/office/drawing/2014/main" id="{961138D6-658D-486F-A38B-9144EFE85E3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84609" y="4227548"/>
                <a:ext cx="564180" cy="634030"/>
              </a:xfrm>
              <a:custGeom>
                <a:avLst/>
                <a:gdLst>
                  <a:gd name="T0" fmla="*/ 44 w 97"/>
                  <a:gd name="T1" fmla="*/ 0 h 108"/>
                  <a:gd name="T2" fmla="*/ 19 w 97"/>
                  <a:gd name="T3" fmla="*/ 6 h 108"/>
                  <a:gd name="T4" fmla="*/ 36 w 97"/>
                  <a:gd name="T5" fmla="*/ 53 h 108"/>
                  <a:gd name="T6" fmla="*/ 38 w 97"/>
                  <a:gd name="T7" fmla="*/ 61 h 108"/>
                  <a:gd name="T8" fmla="*/ 31 w 97"/>
                  <a:gd name="T9" fmla="*/ 58 h 108"/>
                  <a:gd name="T10" fmla="*/ 12 w 97"/>
                  <a:gd name="T11" fmla="*/ 49 h 108"/>
                  <a:gd name="T12" fmla="*/ 14 w 97"/>
                  <a:gd name="T13" fmla="*/ 98 h 108"/>
                  <a:gd name="T14" fmla="*/ 44 w 97"/>
                  <a:gd name="T15" fmla="*/ 108 h 108"/>
                  <a:gd name="T16" fmla="*/ 97 w 97"/>
                  <a:gd name="T17" fmla="*/ 54 h 108"/>
                  <a:gd name="T18" fmla="*/ 44 w 97"/>
                  <a:gd name="T19" fmla="*/ 0 h 108"/>
                  <a:gd name="T20" fmla="*/ 72 w 97"/>
                  <a:gd name="T21" fmla="*/ 58 h 108"/>
                  <a:gd name="T22" fmla="*/ 48 w 97"/>
                  <a:gd name="T23" fmla="*/ 58 h 108"/>
                  <a:gd name="T24" fmla="*/ 44 w 97"/>
                  <a:gd name="T25" fmla="*/ 60 h 108"/>
                  <a:gd name="T26" fmla="*/ 38 w 97"/>
                  <a:gd name="T27" fmla="*/ 54 h 108"/>
                  <a:gd name="T28" fmla="*/ 40 w 97"/>
                  <a:gd name="T29" fmla="*/ 49 h 108"/>
                  <a:gd name="T30" fmla="*/ 40 w 97"/>
                  <a:gd name="T31" fmla="*/ 9 h 108"/>
                  <a:gd name="T32" fmla="*/ 44 w 97"/>
                  <a:gd name="T33" fmla="*/ 5 h 108"/>
                  <a:gd name="T34" fmla="*/ 48 w 97"/>
                  <a:gd name="T35" fmla="*/ 9 h 108"/>
                  <a:gd name="T36" fmla="*/ 48 w 97"/>
                  <a:gd name="T37" fmla="*/ 49 h 108"/>
                  <a:gd name="T38" fmla="*/ 48 w 97"/>
                  <a:gd name="T39" fmla="*/ 50 h 108"/>
                  <a:gd name="T40" fmla="*/ 72 w 97"/>
                  <a:gd name="T41" fmla="*/ 50 h 108"/>
                  <a:gd name="T42" fmla="*/ 76 w 97"/>
                  <a:gd name="T43" fmla="*/ 54 h 108"/>
                  <a:gd name="T44" fmla="*/ 72 w 97"/>
                  <a:gd name="T45" fmla="*/ 5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7" h="108">
                    <a:moveTo>
                      <a:pt x="44" y="0"/>
                    </a:moveTo>
                    <a:cubicBezTo>
                      <a:pt x="35" y="0"/>
                      <a:pt x="27" y="2"/>
                      <a:pt x="19" y="6"/>
                    </a:cubicBezTo>
                    <a:cubicBezTo>
                      <a:pt x="36" y="53"/>
                      <a:pt x="36" y="53"/>
                      <a:pt x="36" y="53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1" y="58"/>
                      <a:pt x="31" y="58"/>
                      <a:pt x="31" y="58"/>
                    </a:cubicBezTo>
                    <a:cubicBezTo>
                      <a:pt x="12" y="49"/>
                      <a:pt x="12" y="49"/>
                      <a:pt x="12" y="49"/>
                    </a:cubicBezTo>
                    <a:cubicBezTo>
                      <a:pt x="8" y="57"/>
                      <a:pt x="0" y="77"/>
                      <a:pt x="14" y="98"/>
                    </a:cubicBezTo>
                    <a:cubicBezTo>
                      <a:pt x="22" y="104"/>
                      <a:pt x="33" y="108"/>
                      <a:pt x="44" y="108"/>
                    </a:cubicBezTo>
                    <a:cubicBezTo>
                      <a:pt x="73" y="108"/>
                      <a:pt x="97" y="84"/>
                      <a:pt x="97" y="54"/>
                    </a:cubicBezTo>
                    <a:cubicBezTo>
                      <a:pt x="97" y="24"/>
                      <a:pt x="73" y="0"/>
                      <a:pt x="44" y="0"/>
                    </a:cubicBezTo>
                    <a:close/>
                    <a:moveTo>
                      <a:pt x="72" y="58"/>
                    </a:moveTo>
                    <a:cubicBezTo>
                      <a:pt x="48" y="58"/>
                      <a:pt x="48" y="58"/>
                      <a:pt x="48" y="58"/>
                    </a:cubicBezTo>
                    <a:cubicBezTo>
                      <a:pt x="47" y="59"/>
                      <a:pt x="46" y="60"/>
                      <a:pt x="44" y="60"/>
                    </a:cubicBezTo>
                    <a:cubicBezTo>
                      <a:pt x="40" y="60"/>
                      <a:pt x="38" y="57"/>
                      <a:pt x="38" y="54"/>
                    </a:cubicBezTo>
                    <a:cubicBezTo>
                      <a:pt x="38" y="52"/>
                      <a:pt x="39" y="50"/>
                      <a:pt x="40" y="4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6"/>
                      <a:pt x="42" y="5"/>
                      <a:pt x="44" y="5"/>
                    </a:cubicBezTo>
                    <a:cubicBezTo>
                      <a:pt x="46" y="5"/>
                      <a:pt x="48" y="6"/>
                      <a:pt x="48" y="9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4" y="50"/>
                      <a:pt x="76" y="52"/>
                      <a:pt x="76" y="54"/>
                    </a:cubicBezTo>
                    <a:cubicBezTo>
                      <a:pt x="76" y="56"/>
                      <a:pt x="74" y="58"/>
                      <a:pt x="72" y="5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82" name="Freeform 511">
                <a:extLst>
                  <a:ext uri="{FF2B5EF4-FFF2-40B4-BE49-F238E27FC236}">
                    <a16:creationId xmlns:a16="http://schemas.microsoft.com/office/drawing/2014/main" id="{8F222054-7EA7-4043-B7E1-E24E25756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7444" y="4222178"/>
                <a:ext cx="429850" cy="660895"/>
              </a:xfrm>
              <a:custGeom>
                <a:avLst/>
                <a:gdLst>
                  <a:gd name="T0" fmla="*/ 74 w 74"/>
                  <a:gd name="T1" fmla="*/ 55 h 113"/>
                  <a:gd name="T2" fmla="*/ 58 w 74"/>
                  <a:gd name="T3" fmla="*/ 9 h 113"/>
                  <a:gd name="T4" fmla="*/ 55 w 74"/>
                  <a:gd name="T5" fmla="*/ 0 h 113"/>
                  <a:gd name="T6" fmla="*/ 55 w 74"/>
                  <a:gd name="T7" fmla="*/ 0 h 113"/>
                  <a:gd name="T8" fmla="*/ 46 w 74"/>
                  <a:gd name="T9" fmla="*/ 4 h 113"/>
                  <a:gd name="T10" fmla="*/ 40 w 74"/>
                  <a:gd name="T11" fmla="*/ 7 h 113"/>
                  <a:gd name="T12" fmla="*/ 0 w 74"/>
                  <a:gd name="T13" fmla="*/ 25 h 113"/>
                  <a:gd name="T14" fmla="*/ 22 w 74"/>
                  <a:gd name="T15" fmla="*/ 33 h 113"/>
                  <a:gd name="T16" fmla="*/ 19 w 74"/>
                  <a:gd name="T17" fmla="*/ 52 h 113"/>
                  <a:gd name="T18" fmla="*/ 23 w 74"/>
                  <a:gd name="T19" fmla="*/ 70 h 113"/>
                  <a:gd name="T20" fmla="*/ 30 w 74"/>
                  <a:gd name="T21" fmla="*/ 84 h 113"/>
                  <a:gd name="T22" fmla="*/ 62 w 74"/>
                  <a:gd name="T23" fmla="*/ 113 h 113"/>
                  <a:gd name="T24" fmla="*/ 48 w 74"/>
                  <a:gd name="T25" fmla="*/ 93 h 113"/>
                  <a:gd name="T26" fmla="*/ 52 w 74"/>
                  <a:gd name="T27" fmla="*/ 46 h 113"/>
                  <a:gd name="T28" fmla="*/ 74 w 74"/>
                  <a:gd name="T29" fmla="*/ 55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4" h="113">
                    <a:moveTo>
                      <a:pt x="74" y="55"/>
                    </a:moveTo>
                    <a:cubicBezTo>
                      <a:pt x="58" y="9"/>
                      <a:pt x="58" y="9"/>
                      <a:pt x="58" y="9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2" y="33"/>
                      <a:pt x="22" y="33"/>
                      <a:pt x="22" y="33"/>
                    </a:cubicBezTo>
                    <a:cubicBezTo>
                      <a:pt x="20" y="40"/>
                      <a:pt x="19" y="46"/>
                      <a:pt x="19" y="52"/>
                    </a:cubicBezTo>
                    <a:cubicBezTo>
                      <a:pt x="19" y="59"/>
                      <a:pt x="21" y="65"/>
                      <a:pt x="23" y="70"/>
                    </a:cubicBezTo>
                    <a:cubicBezTo>
                      <a:pt x="25" y="75"/>
                      <a:pt x="27" y="80"/>
                      <a:pt x="30" y="84"/>
                    </a:cubicBezTo>
                    <a:cubicBezTo>
                      <a:pt x="43" y="103"/>
                      <a:pt x="62" y="113"/>
                      <a:pt x="62" y="113"/>
                    </a:cubicBezTo>
                    <a:cubicBezTo>
                      <a:pt x="55" y="106"/>
                      <a:pt x="51" y="100"/>
                      <a:pt x="48" y="93"/>
                    </a:cubicBezTo>
                    <a:cubicBezTo>
                      <a:pt x="37" y="68"/>
                      <a:pt x="52" y="46"/>
                      <a:pt x="52" y="46"/>
                    </a:cubicBezTo>
                    <a:lnTo>
                      <a:pt x="74" y="5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83" name="Rectangle 512">
                <a:extLst>
                  <a:ext uri="{FF2B5EF4-FFF2-40B4-BE49-F238E27FC236}">
                    <a16:creationId xmlns:a16="http://schemas.microsoft.com/office/drawing/2014/main" id="{5DE09EF0-DBB4-4A57-A609-E6A2C41BB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1174" y="4926053"/>
                <a:ext cx="5375" cy="5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AF39B78-46C2-4BC2-8473-EB19A92B346D}"/>
              </a:ext>
            </a:extLst>
          </p:cNvPr>
          <p:cNvGrpSpPr/>
          <p:nvPr/>
        </p:nvGrpSpPr>
        <p:grpSpPr>
          <a:xfrm>
            <a:off x="2167146" y="3985758"/>
            <a:ext cx="1080000" cy="1080000"/>
            <a:chOff x="2167146" y="3985758"/>
            <a:chExt cx="1080000" cy="1080000"/>
          </a:xfrm>
        </p:grpSpPr>
        <p:sp>
          <p:nvSpPr>
            <p:cNvPr id="297" name="Oval 1911">
              <a:extLst>
                <a:ext uri="{FF2B5EF4-FFF2-40B4-BE49-F238E27FC236}">
                  <a16:creationId xmlns:a16="http://schemas.microsoft.com/office/drawing/2014/main" id="{60359F0D-4C65-48DC-B468-098DABCC9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146" y="3985758"/>
              <a:ext cx="1080000" cy="1080000"/>
            </a:xfrm>
            <a:prstGeom prst="ellipse">
              <a:avLst/>
            </a:prstGeom>
            <a:solidFill>
              <a:srgbClr val="EE5D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ABEA01ED-9C61-449A-B621-56C68A9B96B8}"/>
                </a:ext>
              </a:extLst>
            </p:cNvPr>
            <p:cNvGrpSpPr/>
            <p:nvPr/>
          </p:nvGrpSpPr>
          <p:grpSpPr>
            <a:xfrm>
              <a:off x="2339086" y="4146953"/>
              <a:ext cx="752235" cy="746865"/>
              <a:chOff x="2339086" y="4146953"/>
              <a:chExt cx="752235" cy="746865"/>
            </a:xfrm>
          </p:grpSpPr>
          <p:sp>
            <p:nvSpPr>
              <p:cNvPr id="298" name="Freeform 1979">
                <a:extLst>
                  <a:ext uri="{FF2B5EF4-FFF2-40B4-BE49-F238E27FC236}">
                    <a16:creationId xmlns:a16="http://schemas.microsoft.com/office/drawing/2014/main" id="{909BB895-F186-46E5-A510-188E48D816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14306" y="4216803"/>
                <a:ext cx="607165" cy="607165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3 h 104"/>
                  <a:gd name="T12" fmla="*/ 61 w 104"/>
                  <a:gd name="T13" fmla="*/ 22 h 104"/>
                  <a:gd name="T14" fmla="*/ 52 w 104"/>
                  <a:gd name="T15" fmla="*/ 31 h 104"/>
                  <a:gd name="T16" fmla="*/ 43 w 104"/>
                  <a:gd name="T17" fmla="*/ 22 h 104"/>
                  <a:gd name="T18" fmla="*/ 52 w 104"/>
                  <a:gd name="T19" fmla="*/ 13 h 104"/>
                  <a:gd name="T20" fmla="*/ 58 w 104"/>
                  <a:gd name="T21" fmla="*/ 90 h 104"/>
                  <a:gd name="T22" fmla="*/ 50 w 104"/>
                  <a:gd name="T23" fmla="*/ 92 h 104"/>
                  <a:gd name="T24" fmla="*/ 45 w 104"/>
                  <a:gd name="T25" fmla="*/ 89 h 104"/>
                  <a:gd name="T26" fmla="*/ 42 w 104"/>
                  <a:gd name="T27" fmla="*/ 84 h 104"/>
                  <a:gd name="T28" fmla="*/ 43 w 104"/>
                  <a:gd name="T29" fmla="*/ 74 h 104"/>
                  <a:gd name="T30" fmla="*/ 47 w 104"/>
                  <a:gd name="T31" fmla="*/ 50 h 104"/>
                  <a:gd name="T32" fmla="*/ 47 w 104"/>
                  <a:gd name="T33" fmla="*/ 46 h 104"/>
                  <a:gd name="T34" fmla="*/ 46 w 104"/>
                  <a:gd name="T35" fmla="*/ 43 h 104"/>
                  <a:gd name="T36" fmla="*/ 43 w 104"/>
                  <a:gd name="T37" fmla="*/ 42 h 104"/>
                  <a:gd name="T38" fmla="*/ 40 w 104"/>
                  <a:gd name="T39" fmla="*/ 43 h 104"/>
                  <a:gd name="T40" fmla="*/ 40 w 104"/>
                  <a:gd name="T41" fmla="*/ 41 h 104"/>
                  <a:gd name="T42" fmla="*/ 57 w 104"/>
                  <a:gd name="T43" fmla="*/ 37 h 104"/>
                  <a:gd name="T44" fmla="*/ 59 w 104"/>
                  <a:gd name="T45" fmla="*/ 37 h 104"/>
                  <a:gd name="T46" fmla="*/ 52 w 104"/>
                  <a:gd name="T47" fmla="*/ 78 h 104"/>
                  <a:gd name="T48" fmla="*/ 52 w 104"/>
                  <a:gd name="T49" fmla="*/ 84 h 104"/>
                  <a:gd name="T50" fmla="*/ 55 w 104"/>
                  <a:gd name="T51" fmla="*/ 86 h 104"/>
                  <a:gd name="T52" fmla="*/ 58 w 104"/>
                  <a:gd name="T53" fmla="*/ 86 h 104"/>
                  <a:gd name="T54" fmla="*/ 61 w 104"/>
                  <a:gd name="T55" fmla="*/ 80 h 104"/>
                  <a:gd name="T56" fmla="*/ 63 w 104"/>
                  <a:gd name="T57" fmla="*/ 80 h 104"/>
                  <a:gd name="T58" fmla="*/ 58 w 104"/>
                  <a:gd name="T59" fmla="*/ 9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0" y="104"/>
                      <a:pt x="104" y="81"/>
                      <a:pt x="104" y="52"/>
                    </a:cubicBezTo>
                    <a:cubicBezTo>
                      <a:pt x="104" y="23"/>
                      <a:pt x="80" y="0"/>
                      <a:pt x="52" y="0"/>
                    </a:cubicBezTo>
                    <a:close/>
                    <a:moveTo>
                      <a:pt x="52" y="13"/>
                    </a:moveTo>
                    <a:cubicBezTo>
                      <a:pt x="57" y="13"/>
                      <a:pt x="61" y="17"/>
                      <a:pt x="61" y="22"/>
                    </a:cubicBezTo>
                    <a:cubicBezTo>
                      <a:pt x="61" y="27"/>
                      <a:pt x="57" y="31"/>
                      <a:pt x="52" y="31"/>
                    </a:cubicBezTo>
                    <a:cubicBezTo>
                      <a:pt x="47" y="31"/>
                      <a:pt x="43" y="27"/>
                      <a:pt x="43" y="22"/>
                    </a:cubicBezTo>
                    <a:cubicBezTo>
                      <a:pt x="43" y="17"/>
                      <a:pt x="47" y="13"/>
                      <a:pt x="52" y="13"/>
                    </a:cubicBezTo>
                    <a:close/>
                    <a:moveTo>
                      <a:pt x="58" y="90"/>
                    </a:moveTo>
                    <a:cubicBezTo>
                      <a:pt x="56" y="92"/>
                      <a:pt x="53" y="92"/>
                      <a:pt x="50" y="92"/>
                    </a:cubicBezTo>
                    <a:cubicBezTo>
                      <a:pt x="48" y="91"/>
                      <a:pt x="46" y="90"/>
                      <a:pt x="45" y="89"/>
                    </a:cubicBezTo>
                    <a:cubicBezTo>
                      <a:pt x="43" y="88"/>
                      <a:pt x="42" y="86"/>
                      <a:pt x="42" y="84"/>
                    </a:cubicBezTo>
                    <a:cubicBezTo>
                      <a:pt x="42" y="82"/>
                      <a:pt x="42" y="79"/>
                      <a:pt x="43" y="74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7" y="48"/>
                      <a:pt x="47" y="47"/>
                      <a:pt x="47" y="46"/>
                    </a:cubicBezTo>
                    <a:cubicBezTo>
                      <a:pt x="47" y="45"/>
                      <a:pt x="47" y="44"/>
                      <a:pt x="46" y="43"/>
                    </a:cubicBezTo>
                    <a:cubicBezTo>
                      <a:pt x="46" y="43"/>
                      <a:pt x="45" y="43"/>
                      <a:pt x="43" y="42"/>
                    </a:cubicBezTo>
                    <a:cubicBezTo>
                      <a:pt x="43" y="42"/>
                      <a:pt x="42" y="42"/>
                      <a:pt x="40" y="43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57" y="37"/>
                      <a:pt x="57" y="37"/>
                      <a:pt x="57" y="37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2" y="78"/>
                      <a:pt x="52" y="78"/>
                      <a:pt x="52" y="78"/>
                    </a:cubicBezTo>
                    <a:cubicBezTo>
                      <a:pt x="51" y="81"/>
                      <a:pt x="51" y="83"/>
                      <a:pt x="52" y="84"/>
                    </a:cubicBezTo>
                    <a:cubicBezTo>
                      <a:pt x="52" y="85"/>
                      <a:pt x="53" y="86"/>
                      <a:pt x="55" y="86"/>
                    </a:cubicBezTo>
                    <a:cubicBezTo>
                      <a:pt x="56" y="87"/>
                      <a:pt x="57" y="86"/>
                      <a:pt x="58" y="86"/>
                    </a:cubicBezTo>
                    <a:cubicBezTo>
                      <a:pt x="59" y="85"/>
                      <a:pt x="60" y="83"/>
                      <a:pt x="61" y="80"/>
                    </a:cubicBezTo>
                    <a:cubicBezTo>
                      <a:pt x="63" y="80"/>
                      <a:pt x="63" y="80"/>
                      <a:pt x="63" y="80"/>
                    </a:cubicBezTo>
                    <a:cubicBezTo>
                      <a:pt x="62" y="85"/>
                      <a:pt x="60" y="88"/>
                      <a:pt x="58" y="9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dirty="0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299" name="Freeform 1980">
                <a:extLst>
                  <a:ext uri="{FF2B5EF4-FFF2-40B4-BE49-F238E27FC236}">
                    <a16:creationId xmlns:a16="http://schemas.microsoft.com/office/drawing/2014/main" id="{6284E194-ABD0-4727-B01B-4E2FAC7B58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39086" y="4146953"/>
                <a:ext cx="752235" cy="746865"/>
              </a:xfrm>
              <a:custGeom>
                <a:avLst/>
                <a:gdLst>
                  <a:gd name="T0" fmla="*/ 65 w 129"/>
                  <a:gd name="T1" fmla="*/ 0 h 128"/>
                  <a:gd name="T2" fmla="*/ 0 w 129"/>
                  <a:gd name="T3" fmla="*/ 64 h 128"/>
                  <a:gd name="T4" fmla="*/ 65 w 129"/>
                  <a:gd name="T5" fmla="*/ 128 h 128"/>
                  <a:gd name="T6" fmla="*/ 129 w 129"/>
                  <a:gd name="T7" fmla="*/ 64 h 128"/>
                  <a:gd name="T8" fmla="*/ 65 w 129"/>
                  <a:gd name="T9" fmla="*/ 0 h 128"/>
                  <a:gd name="T10" fmla="*/ 65 w 129"/>
                  <a:gd name="T11" fmla="*/ 122 h 128"/>
                  <a:gd name="T12" fmla="*/ 6 w 129"/>
                  <a:gd name="T13" fmla="*/ 64 h 128"/>
                  <a:gd name="T14" fmla="*/ 65 w 129"/>
                  <a:gd name="T15" fmla="*/ 5 h 128"/>
                  <a:gd name="T16" fmla="*/ 123 w 129"/>
                  <a:gd name="T17" fmla="*/ 64 h 128"/>
                  <a:gd name="T18" fmla="*/ 65 w 129"/>
                  <a:gd name="T19" fmla="*/ 122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9" h="128">
                    <a:moveTo>
                      <a:pt x="65" y="0"/>
                    </a:moveTo>
                    <a:cubicBezTo>
                      <a:pt x="29" y="0"/>
                      <a:pt x="0" y="28"/>
                      <a:pt x="0" y="64"/>
                    </a:cubicBezTo>
                    <a:cubicBezTo>
                      <a:pt x="0" y="99"/>
                      <a:pt x="29" y="128"/>
                      <a:pt x="65" y="128"/>
                    </a:cubicBezTo>
                    <a:cubicBezTo>
                      <a:pt x="100" y="128"/>
                      <a:pt x="129" y="99"/>
                      <a:pt x="129" y="64"/>
                    </a:cubicBezTo>
                    <a:cubicBezTo>
                      <a:pt x="129" y="28"/>
                      <a:pt x="100" y="0"/>
                      <a:pt x="65" y="0"/>
                    </a:cubicBezTo>
                    <a:close/>
                    <a:moveTo>
                      <a:pt x="65" y="122"/>
                    </a:moveTo>
                    <a:cubicBezTo>
                      <a:pt x="32" y="122"/>
                      <a:pt x="6" y="96"/>
                      <a:pt x="6" y="64"/>
                    </a:cubicBezTo>
                    <a:cubicBezTo>
                      <a:pt x="6" y="32"/>
                      <a:pt x="32" y="5"/>
                      <a:pt x="65" y="5"/>
                    </a:cubicBezTo>
                    <a:cubicBezTo>
                      <a:pt x="97" y="5"/>
                      <a:pt x="123" y="32"/>
                      <a:pt x="123" y="64"/>
                    </a:cubicBezTo>
                    <a:cubicBezTo>
                      <a:pt x="123" y="96"/>
                      <a:pt x="97" y="122"/>
                      <a:pt x="65" y="12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A331D48-8B2B-4858-8A99-B9D948AFC906}"/>
              </a:ext>
            </a:extLst>
          </p:cNvPr>
          <p:cNvGrpSpPr/>
          <p:nvPr/>
        </p:nvGrpSpPr>
        <p:grpSpPr>
          <a:xfrm>
            <a:off x="511904" y="3985758"/>
            <a:ext cx="1080000" cy="1080000"/>
            <a:chOff x="511904" y="3985758"/>
            <a:chExt cx="1080000" cy="1080000"/>
          </a:xfrm>
        </p:grpSpPr>
        <p:sp>
          <p:nvSpPr>
            <p:cNvPr id="312" name="椭圆 311">
              <a:extLst>
                <a:ext uri="{FF2B5EF4-FFF2-40B4-BE49-F238E27FC236}">
                  <a16:creationId xmlns:a16="http://schemas.microsoft.com/office/drawing/2014/main" id="{59F898FC-0E1E-4466-8BDA-5FD6DC8B0CA3}"/>
                </a:ext>
              </a:extLst>
            </p:cNvPr>
            <p:cNvSpPr/>
            <p:nvPr/>
          </p:nvSpPr>
          <p:spPr>
            <a:xfrm>
              <a:off x="511904" y="3985758"/>
              <a:ext cx="1080000" cy="10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5" name="Group 41">
              <a:extLst>
                <a:ext uri="{FF2B5EF4-FFF2-40B4-BE49-F238E27FC236}">
                  <a16:creationId xmlns:a16="http://schemas.microsoft.com/office/drawing/2014/main" id="{DEE5C1F3-EE14-411B-91E8-7902CF86955D}"/>
                </a:ext>
              </a:extLst>
            </p:cNvPr>
            <p:cNvGrpSpPr/>
            <p:nvPr/>
          </p:nvGrpSpPr>
          <p:grpSpPr>
            <a:xfrm>
              <a:off x="691534" y="4201061"/>
              <a:ext cx="726744" cy="719594"/>
              <a:chOff x="1634612" y="5142426"/>
              <a:chExt cx="402664" cy="398704"/>
            </a:xfrm>
            <a:solidFill>
              <a:schemeClr val="bg1"/>
            </a:solidFill>
          </p:grpSpPr>
          <p:sp>
            <p:nvSpPr>
              <p:cNvPr id="306" name="Freeform 38">
                <a:extLst>
                  <a:ext uri="{FF2B5EF4-FFF2-40B4-BE49-F238E27FC236}">
                    <a16:creationId xmlns:a16="http://schemas.microsoft.com/office/drawing/2014/main" id="{0DD07F30-49C2-4A23-AF49-A4CD921D7B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34612" y="5179392"/>
                <a:ext cx="368339" cy="361738"/>
              </a:xfrm>
              <a:custGeom>
                <a:avLst/>
                <a:gdLst>
                  <a:gd name="T0" fmla="*/ 84 w 118"/>
                  <a:gd name="T1" fmla="*/ 3 h 116"/>
                  <a:gd name="T2" fmla="*/ 77 w 118"/>
                  <a:gd name="T3" fmla="*/ 0 h 116"/>
                  <a:gd name="T4" fmla="*/ 70 w 118"/>
                  <a:gd name="T5" fmla="*/ 3 h 116"/>
                  <a:gd name="T6" fmla="*/ 64 w 118"/>
                  <a:gd name="T7" fmla="*/ 9 h 116"/>
                  <a:gd name="T8" fmla="*/ 61 w 118"/>
                  <a:gd name="T9" fmla="*/ 16 h 116"/>
                  <a:gd name="T10" fmla="*/ 62 w 118"/>
                  <a:gd name="T11" fmla="*/ 21 h 116"/>
                  <a:gd name="T12" fmla="*/ 8 w 118"/>
                  <a:gd name="T13" fmla="*/ 43 h 116"/>
                  <a:gd name="T14" fmla="*/ 1 w 118"/>
                  <a:gd name="T15" fmla="*/ 51 h 116"/>
                  <a:gd name="T16" fmla="*/ 5 w 118"/>
                  <a:gd name="T17" fmla="*/ 62 h 116"/>
                  <a:gd name="T18" fmla="*/ 55 w 118"/>
                  <a:gd name="T19" fmla="*/ 112 h 116"/>
                  <a:gd name="T20" fmla="*/ 64 w 118"/>
                  <a:gd name="T21" fmla="*/ 116 h 116"/>
                  <a:gd name="T22" fmla="*/ 64 w 118"/>
                  <a:gd name="T23" fmla="*/ 116 h 116"/>
                  <a:gd name="T24" fmla="*/ 66 w 118"/>
                  <a:gd name="T25" fmla="*/ 116 h 116"/>
                  <a:gd name="T26" fmla="*/ 75 w 118"/>
                  <a:gd name="T27" fmla="*/ 108 h 116"/>
                  <a:gd name="T28" fmla="*/ 96 w 118"/>
                  <a:gd name="T29" fmla="*/ 55 h 116"/>
                  <a:gd name="T30" fmla="*/ 102 w 118"/>
                  <a:gd name="T31" fmla="*/ 57 h 116"/>
                  <a:gd name="T32" fmla="*/ 109 w 118"/>
                  <a:gd name="T33" fmla="*/ 54 h 116"/>
                  <a:gd name="T34" fmla="*/ 115 w 118"/>
                  <a:gd name="T35" fmla="*/ 48 h 116"/>
                  <a:gd name="T36" fmla="*/ 118 w 118"/>
                  <a:gd name="T37" fmla="*/ 41 h 116"/>
                  <a:gd name="T38" fmla="*/ 115 w 118"/>
                  <a:gd name="T39" fmla="*/ 34 h 116"/>
                  <a:gd name="T40" fmla="*/ 84 w 118"/>
                  <a:gd name="T41" fmla="*/ 3 h 116"/>
                  <a:gd name="T42" fmla="*/ 68 w 118"/>
                  <a:gd name="T43" fmla="*/ 105 h 116"/>
                  <a:gd name="T44" fmla="*/ 65 w 118"/>
                  <a:gd name="T45" fmla="*/ 108 h 116"/>
                  <a:gd name="T46" fmla="*/ 64 w 118"/>
                  <a:gd name="T47" fmla="*/ 108 h 116"/>
                  <a:gd name="T48" fmla="*/ 61 w 118"/>
                  <a:gd name="T49" fmla="*/ 107 h 116"/>
                  <a:gd name="T50" fmla="*/ 10 w 118"/>
                  <a:gd name="T51" fmla="*/ 56 h 116"/>
                  <a:gd name="T52" fmla="*/ 9 w 118"/>
                  <a:gd name="T53" fmla="*/ 53 h 116"/>
                  <a:gd name="T54" fmla="*/ 11 w 118"/>
                  <a:gd name="T55" fmla="*/ 50 h 116"/>
                  <a:gd name="T56" fmla="*/ 36 w 118"/>
                  <a:gd name="T57" fmla="*/ 40 h 116"/>
                  <a:gd name="T58" fmla="*/ 87 w 118"/>
                  <a:gd name="T59" fmla="*/ 58 h 116"/>
                  <a:gd name="T60" fmla="*/ 68 w 118"/>
                  <a:gd name="T61" fmla="*/ 105 h 116"/>
                  <a:gd name="T62" fmla="*/ 109 w 118"/>
                  <a:gd name="T63" fmla="*/ 42 h 116"/>
                  <a:gd name="T64" fmla="*/ 103 w 118"/>
                  <a:gd name="T65" fmla="*/ 48 h 116"/>
                  <a:gd name="T66" fmla="*/ 100 w 118"/>
                  <a:gd name="T67" fmla="*/ 48 h 116"/>
                  <a:gd name="T68" fmla="*/ 93 w 118"/>
                  <a:gd name="T69" fmla="*/ 41 h 116"/>
                  <a:gd name="T70" fmla="*/ 88 w 118"/>
                  <a:gd name="T71" fmla="*/ 55 h 116"/>
                  <a:gd name="T72" fmla="*/ 88 w 118"/>
                  <a:gd name="T73" fmla="*/ 54 h 116"/>
                  <a:gd name="T74" fmla="*/ 53 w 118"/>
                  <a:gd name="T75" fmla="*/ 39 h 116"/>
                  <a:gd name="T76" fmla="*/ 42 w 118"/>
                  <a:gd name="T77" fmla="*/ 38 h 116"/>
                  <a:gd name="T78" fmla="*/ 76 w 118"/>
                  <a:gd name="T79" fmla="*/ 24 h 116"/>
                  <a:gd name="T80" fmla="*/ 70 w 118"/>
                  <a:gd name="T81" fmla="*/ 17 h 116"/>
                  <a:gd name="T82" fmla="*/ 70 w 118"/>
                  <a:gd name="T83" fmla="*/ 14 h 116"/>
                  <a:gd name="T84" fmla="*/ 75 w 118"/>
                  <a:gd name="T85" fmla="*/ 9 h 116"/>
                  <a:gd name="T86" fmla="*/ 78 w 118"/>
                  <a:gd name="T87" fmla="*/ 9 h 116"/>
                  <a:gd name="T88" fmla="*/ 109 w 118"/>
                  <a:gd name="T89" fmla="*/ 39 h 116"/>
                  <a:gd name="T90" fmla="*/ 109 w 118"/>
                  <a:gd name="T91" fmla="*/ 4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18" h="116">
                    <a:moveTo>
                      <a:pt x="84" y="3"/>
                    </a:moveTo>
                    <a:cubicBezTo>
                      <a:pt x="82" y="1"/>
                      <a:pt x="79" y="0"/>
                      <a:pt x="77" y="0"/>
                    </a:cubicBezTo>
                    <a:cubicBezTo>
                      <a:pt x="74" y="0"/>
                      <a:pt x="71" y="1"/>
                      <a:pt x="70" y="3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2" y="10"/>
                      <a:pt x="61" y="13"/>
                      <a:pt x="61" y="16"/>
                    </a:cubicBezTo>
                    <a:cubicBezTo>
                      <a:pt x="61" y="18"/>
                      <a:pt x="62" y="19"/>
                      <a:pt x="62" y="21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5" y="44"/>
                      <a:pt x="2" y="48"/>
                      <a:pt x="1" y="51"/>
                    </a:cubicBezTo>
                    <a:cubicBezTo>
                      <a:pt x="0" y="55"/>
                      <a:pt x="2" y="59"/>
                      <a:pt x="5" y="62"/>
                    </a:cubicBezTo>
                    <a:cubicBezTo>
                      <a:pt x="55" y="112"/>
                      <a:pt x="55" y="112"/>
                      <a:pt x="55" y="112"/>
                    </a:cubicBezTo>
                    <a:cubicBezTo>
                      <a:pt x="58" y="115"/>
                      <a:pt x="61" y="116"/>
                      <a:pt x="64" y="116"/>
                    </a:cubicBezTo>
                    <a:cubicBezTo>
                      <a:pt x="64" y="116"/>
                      <a:pt x="64" y="116"/>
                      <a:pt x="64" y="116"/>
                    </a:cubicBezTo>
                    <a:cubicBezTo>
                      <a:pt x="65" y="116"/>
                      <a:pt x="66" y="116"/>
                      <a:pt x="66" y="116"/>
                    </a:cubicBezTo>
                    <a:cubicBezTo>
                      <a:pt x="70" y="115"/>
                      <a:pt x="74" y="112"/>
                      <a:pt x="75" y="108"/>
                    </a:cubicBezTo>
                    <a:cubicBezTo>
                      <a:pt x="96" y="55"/>
                      <a:pt x="96" y="55"/>
                      <a:pt x="96" y="55"/>
                    </a:cubicBezTo>
                    <a:cubicBezTo>
                      <a:pt x="98" y="56"/>
                      <a:pt x="100" y="57"/>
                      <a:pt x="102" y="57"/>
                    </a:cubicBezTo>
                    <a:cubicBezTo>
                      <a:pt x="105" y="57"/>
                      <a:pt x="107" y="56"/>
                      <a:pt x="109" y="54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7" y="46"/>
                      <a:pt x="118" y="44"/>
                      <a:pt x="118" y="41"/>
                    </a:cubicBezTo>
                    <a:cubicBezTo>
                      <a:pt x="118" y="38"/>
                      <a:pt x="117" y="36"/>
                      <a:pt x="115" y="34"/>
                    </a:cubicBezTo>
                    <a:lnTo>
                      <a:pt x="84" y="3"/>
                    </a:lnTo>
                    <a:close/>
                    <a:moveTo>
                      <a:pt x="68" y="105"/>
                    </a:moveTo>
                    <a:cubicBezTo>
                      <a:pt x="67" y="107"/>
                      <a:pt x="66" y="108"/>
                      <a:pt x="65" y="108"/>
                    </a:cubicBezTo>
                    <a:cubicBezTo>
                      <a:pt x="64" y="108"/>
                      <a:pt x="64" y="108"/>
                      <a:pt x="64" y="108"/>
                    </a:cubicBezTo>
                    <a:cubicBezTo>
                      <a:pt x="63" y="108"/>
                      <a:pt x="62" y="108"/>
                      <a:pt x="61" y="107"/>
                    </a:cubicBezTo>
                    <a:cubicBezTo>
                      <a:pt x="10" y="56"/>
                      <a:pt x="10" y="56"/>
                      <a:pt x="10" y="56"/>
                    </a:cubicBezTo>
                    <a:cubicBezTo>
                      <a:pt x="9" y="56"/>
                      <a:pt x="9" y="54"/>
                      <a:pt x="9" y="53"/>
                    </a:cubicBezTo>
                    <a:cubicBezTo>
                      <a:pt x="9" y="52"/>
                      <a:pt x="10" y="51"/>
                      <a:pt x="11" y="5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53" y="46"/>
                      <a:pt x="70" y="40"/>
                      <a:pt x="87" y="58"/>
                    </a:cubicBezTo>
                    <a:lnTo>
                      <a:pt x="68" y="105"/>
                    </a:lnTo>
                    <a:close/>
                    <a:moveTo>
                      <a:pt x="109" y="42"/>
                    </a:moveTo>
                    <a:cubicBezTo>
                      <a:pt x="103" y="48"/>
                      <a:pt x="103" y="48"/>
                      <a:pt x="103" y="48"/>
                    </a:cubicBezTo>
                    <a:cubicBezTo>
                      <a:pt x="103" y="49"/>
                      <a:pt x="101" y="49"/>
                      <a:pt x="100" y="48"/>
                    </a:cubicBezTo>
                    <a:cubicBezTo>
                      <a:pt x="93" y="41"/>
                      <a:pt x="93" y="41"/>
                      <a:pt x="93" y="41"/>
                    </a:cubicBezTo>
                    <a:cubicBezTo>
                      <a:pt x="88" y="55"/>
                      <a:pt x="88" y="55"/>
                      <a:pt x="88" y="55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76" y="42"/>
                      <a:pt x="64" y="41"/>
                      <a:pt x="53" y="39"/>
                    </a:cubicBezTo>
                    <a:cubicBezTo>
                      <a:pt x="49" y="39"/>
                      <a:pt x="46" y="38"/>
                      <a:pt x="42" y="38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0" y="17"/>
                      <a:pt x="70" y="17"/>
                      <a:pt x="70" y="17"/>
                    </a:cubicBezTo>
                    <a:cubicBezTo>
                      <a:pt x="69" y="16"/>
                      <a:pt x="69" y="15"/>
                      <a:pt x="70" y="14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76" y="8"/>
                      <a:pt x="77" y="8"/>
                      <a:pt x="78" y="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10" y="40"/>
                      <a:pt x="110" y="42"/>
                      <a:pt x="109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7" name="Freeform 39">
                <a:extLst>
                  <a:ext uri="{FF2B5EF4-FFF2-40B4-BE49-F238E27FC236}">
                    <a16:creationId xmlns:a16="http://schemas.microsoft.com/office/drawing/2014/main" id="{48DA1F4A-B6D9-40A7-A974-6F2CAE4710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11520" y="5341778"/>
                <a:ext cx="63370" cy="62050"/>
              </a:xfrm>
              <a:custGeom>
                <a:avLst/>
                <a:gdLst>
                  <a:gd name="T0" fmla="*/ 10 w 20"/>
                  <a:gd name="T1" fmla="*/ 20 h 20"/>
                  <a:gd name="T2" fmla="*/ 20 w 20"/>
                  <a:gd name="T3" fmla="*/ 10 h 20"/>
                  <a:gd name="T4" fmla="*/ 10 w 20"/>
                  <a:gd name="T5" fmla="*/ 0 h 20"/>
                  <a:gd name="T6" fmla="*/ 0 w 20"/>
                  <a:gd name="T7" fmla="*/ 10 h 20"/>
                  <a:gd name="T8" fmla="*/ 10 w 20"/>
                  <a:gd name="T9" fmla="*/ 20 h 20"/>
                  <a:gd name="T10" fmla="*/ 10 w 20"/>
                  <a:gd name="T11" fmla="*/ 4 h 20"/>
                  <a:gd name="T12" fmla="*/ 16 w 20"/>
                  <a:gd name="T13" fmla="*/ 10 h 20"/>
                  <a:gd name="T14" fmla="*/ 10 w 20"/>
                  <a:gd name="T15" fmla="*/ 16 h 20"/>
                  <a:gd name="T16" fmla="*/ 4 w 20"/>
                  <a:gd name="T17" fmla="*/ 10 h 20"/>
                  <a:gd name="T18" fmla="*/ 10 w 20"/>
                  <a:gd name="T19" fmla="*/ 4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20"/>
                    </a:move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lose/>
                    <a:moveTo>
                      <a:pt x="10" y="4"/>
                    </a:move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8" name="Freeform 40">
                <a:extLst>
                  <a:ext uri="{FF2B5EF4-FFF2-40B4-BE49-F238E27FC236}">
                    <a16:creationId xmlns:a16="http://schemas.microsoft.com/office/drawing/2014/main" id="{CB3E472A-A3E7-4B5B-A784-157D7933205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75226" y="5142426"/>
                <a:ext cx="62050" cy="62050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9" name="Freeform 41">
                <a:extLst>
                  <a:ext uri="{FF2B5EF4-FFF2-40B4-BE49-F238E27FC236}">
                    <a16:creationId xmlns:a16="http://schemas.microsoft.com/office/drawing/2014/main" id="{AECF8234-6FDC-4142-B835-476F3AF875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37588" y="5329896"/>
                <a:ext cx="48848" cy="48848"/>
              </a:xfrm>
              <a:custGeom>
                <a:avLst/>
                <a:gdLst>
                  <a:gd name="T0" fmla="*/ 0 w 16"/>
                  <a:gd name="T1" fmla="*/ 8 h 16"/>
                  <a:gd name="T2" fmla="*/ 8 w 16"/>
                  <a:gd name="T3" fmla="*/ 16 h 16"/>
                  <a:gd name="T4" fmla="*/ 16 w 16"/>
                  <a:gd name="T5" fmla="*/ 8 h 16"/>
                  <a:gd name="T6" fmla="*/ 8 w 16"/>
                  <a:gd name="T7" fmla="*/ 0 h 16"/>
                  <a:gd name="T8" fmla="*/ 0 w 16"/>
                  <a:gd name="T9" fmla="*/ 8 h 16"/>
                  <a:gd name="T10" fmla="*/ 8 w 16"/>
                  <a:gd name="T11" fmla="*/ 4 h 16"/>
                  <a:gd name="T12" fmla="*/ 12 w 16"/>
                  <a:gd name="T13" fmla="*/ 8 h 16"/>
                  <a:gd name="T14" fmla="*/ 8 w 16"/>
                  <a:gd name="T15" fmla="*/ 12 h 16"/>
                  <a:gd name="T16" fmla="*/ 4 w 16"/>
                  <a:gd name="T17" fmla="*/ 8 h 16"/>
                  <a:gd name="T18" fmla="*/ 8 w 16"/>
                  <a:gd name="T19" fmla="*/ 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" h="16">
                    <a:moveTo>
                      <a:pt x="0" y="8"/>
                    </a:moveTo>
                    <a:cubicBezTo>
                      <a:pt x="0" y="12"/>
                      <a:pt x="4" y="16"/>
                      <a:pt x="8" y="16"/>
                    </a:cubicBezTo>
                    <a:cubicBezTo>
                      <a:pt x="12" y="16"/>
                      <a:pt x="16" y="12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lose/>
                    <a:moveTo>
                      <a:pt x="8" y="4"/>
                    </a:moveTo>
                    <a:cubicBezTo>
                      <a:pt x="10" y="4"/>
                      <a:pt x="12" y="6"/>
                      <a:pt x="12" y="8"/>
                    </a:cubicBezTo>
                    <a:cubicBezTo>
                      <a:pt x="12" y="10"/>
                      <a:pt x="10" y="12"/>
                      <a:pt x="8" y="12"/>
                    </a:cubicBezTo>
                    <a:cubicBezTo>
                      <a:pt x="6" y="12"/>
                      <a:pt x="4" y="10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0" name="Oval 42">
                <a:extLst>
                  <a:ext uri="{FF2B5EF4-FFF2-40B4-BE49-F238E27FC236}">
                    <a16:creationId xmlns:a16="http://schemas.microsoft.com/office/drawing/2014/main" id="{EBE23448-3AE3-4468-B324-E050C183FD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6436" y="5417030"/>
                <a:ext cx="25084" cy="2508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1" name="Oval 43">
                <a:extLst>
                  <a:ext uri="{FF2B5EF4-FFF2-40B4-BE49-F238E27FC236}">
                    <a16:creationId xmlns:a16="http://schemas.microsoft.com/office/drawing/2014/main" id="{8BE3C8EA-66DC-4010-8195-A89D7BB8AA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7108" y="5229560"/>
                <a:ext cx="25084" cy="2508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315" name="椭圆 314">
            <a:extLst>
              <a:ext uri="{FF2B5EF4-FFF2-40B4-BE49-F238E27FC236}">
                <a16:creationId xmlns:a16="http://schemas.microsoft.com/office/drawing/2014/main" id="{95238929-4D9E-4A6F-ACF2-8876995BD371}"/>
              </a:ext>
            </a:extLst>
          </p:cNvPr>
          <p:cNvSpPr/>
          <p:nvPr/>
        </p:nvSpPr>
        <p:spPr>
          <a:xfrm>
            <a:off x="10676807" y="5425532"/>
            <a:ext cx="1080000" cy="10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3" name="Group 58">
            <a:extLst>
              <a:ext uri="{FF2B5EF4-FFF2-40B4-BE49-F238E27FC236}">
                <a16:creationId xmlns:a16="http://schemas.microsoft.com/office/drawing/2014/main" id="{5E7DAB2B-01EB-4627-B8B6-3841F015FCEE}"/>
              </a:ext>
            </a:extLst>
          </p:cNvPr>
          <p:cNvGrpSpPr/>
          <p:nvPr/>
        </p:nvGrpSpPr>
        <p:grpSpPr>
          <a:xfrm>
            <a:off x="10885917" y="5634642"/>
            <a:ext cx="661781" cy="661781"/>
            <a:chOff x="837205" y="3542332"/>
            <a:chExt cx="400024" cy="400024"/>
          </a:xfrm>
          <a:solidFill>
            <a:schemeClr val="bg1"/>
          </a:solidFill>
        </p:grpSpPr>
        <p:sp>
          <p:nvSpPr>
            <p:cNvPr id="324" name="Freeform 85">
              <a:extLst>
                <a:ext uri="{FF2B5EF4-FFF2-40B4-BE49-F238E27FC236}">
                  <a16:creationId xmlns:a16="http://schemas.microsoft.com/office/drawing/2014/main" id="{FA221919-3CE0-4A0B-975A-5BD530E85A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7205" y="3542332"/>
              <a:ext cx="400024" cy="400024"/>
            </a:xfrm>
            <a:custGeom>
              <a:avLst/>
              <a:gdLst>
                <a:gd name="T0" fmla="*/ 116 w 128"/>
                <a:gd name="T1" fmla="*/ 0 h 128"/>
                <a:gd name="T2" fmla="*/ 28 w 128"/>
                <a:gd name="T3" fmla="*/ 0 h 128"/>
                <a:gd name="T4" fmla="*/ 16 w 128"/>
                <a:gd name="T5" fmla="*/ 12 h 128"/>
                <a:gd name="T6" fmla="*/ 16 w 128"/>
                <a:gd name="T7" fmla="*/ 20 h 128"/>
                <a:gd name="T8" fmla="*/ 12 w 128"/>
                <a:gd name="T9" fmla="*/ 20 h 128"/>
                <a:gd name="T10" fmla="*/ 0 w 128"/>
                <a:gd name="T11" fmla="*/ 32 h 128"/>
                <a:gd name="T12" fmla="*/ 0 w 128"/>
                <a:gd name="T13" fmla="*/ 112 h 128"/>
                <a:gd name="T14" fmla="*/ 16 w 128"/>
                <a:gd name="T15" fmla="*/ 128 h 128"/>
                <a:gd name="T16" fmla="*/ 112 w 128"/>
                <a:gd name="T17" fmla="*/ 128 h 128"/>
                <a:gd name="T18" fmla="*/ 128 w 128"/>
                <a:gd name="T19" fmla="*/ 112 h 128"/>
                <a:gd name="T20" fmla="*/ 128 w 128"/>
                <a:gd name="T21" fmla="*/ 12 h 128"/>
                <a:gd name="T22" fmla="*/ 116 w 128"/>
                <a:gd name="T23" fmla="*/ 0 h 128"/>
                <a:gd name="T24" fmla="*/ 120 w 128"/>
                <a:gd name="T25" fmla="*/ 112 h 128"/>
                <a:gd name="T26" fmla="*/ 112 w 128"/>
                <a:gd name="T27" fmla="*/ 120 h 128"/>
                <a:gd name="T28" fmla="*/ 16 w 128"/>
                <a:gd name="T29" fmla="*/ 120 h 128"/>
                <a:gd name="T30" fmla="*/ 8 w 128"/>
                <a:gd name="T31" fmla="*/ 112 h 128"/>
                <a:gd name="T32" fmla="*/ 8 w 128"/>
                <a:gd name="T33" fmla="*/ 32 h 128"/>
                <a:gd name="T34" fmla="*/ 12 w 128"/>
                <a:gd name="T35" fmla="*/ 28 h 128"/>
                <a:gd name="T36" fmla="*/ 16 w 128"/>
                <a:gd name="T37" fmla="*/ 28 h 128"/>
                <a:gd name="T38" fmla="*/ 16 w 128"/>
                <a:gd name="T39" fmla="*/ 108 h 128"/>
                <a:gd name="T40" fmla="*/ 20 w 128"/>
                <a:gd name="T41" fmla="*/ 112 h 128"/>
                <a:gd name="T42" fmla="*/ 24 w 128"/>
                <a:gd name="T43" fmla="*/ 108 h 128"/>
                <a:gd name="T44" fmla="*/ 24 w 128"/>
                <a:gd name="T45" fmla="*/ 12 h 128"/>
                <a:gd name="T46" fmla="*/ 28 w 128"/>
                <a:gd name="T47" fmla="*/ 8 h 128"/>
                <a:gd name="T48" fmla="*/ 116 w 128"/>
                <a:gd name="T49" fmla="*/ 8 h 128"/>
                <a:gd name="T50" fmla="*/ 120 w 128"/>
                <a:gd name="T51" fmla="*/ 12 h 128"/>
                <a:gd name="T52" fmla="*/ 120 w 128"/>
                <a:gd name="T53" fmla="*/ 1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" h="128">
                  <a:moveTo>
                    <a:pt x="116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16" y="5"/>
                    <a:pt x="16" y="12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5" y="20"/>
                    <a:pt x="0" y="25"/>
                    <a:pt x="0" y="32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7" y="128"/>
                    <a:pt x="16" y="128"/>
                  </a:cubicBezTo>
                  <a:cubicBezTo>
                    <a:pt x="112" y="128"/>
                    <a:pt x="112" y="128"/>
                    <a:pt x="112" y="128"/>
                  </a:cubicBezTo>
                  <a:cubicBezTo>
                    <a:pt x="121" y="128"/>
                    <a:pt x="128" y="121"/>
                    <a:pt x="128" y="11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5"/>
                    <a:pt x="123" y="0"/>
                    <a:pt x="116" y="0"/>
                  </a:cubicBezTo>
                  <a:close/>
                  <a:moveTo>
                    <a:pt x="120" y="112"/>
                  </a:moveTo>
                  <a:cubicBezTo>
                    <a:pt x="120" y="116"/>
                    <a:pt x="116" y="120"/>
                    <a:pt x="112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0"/>
                    <a:pt x="10" y="28"/>
                    <a:pt x="12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16" y="110"/>
                    <a:pt x="18" y="112"/>
                    <a:pt x="20" y="112"/>
                  </a:cubicBezTo>
                  <a:cubicBezTo>
                    <a:pt x="22" y="112"/>
                    <a:pt x="24" y="110"/>
                    <a:pt x="24" y="108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0"/>
                    <a:pt x="26" y="8"/>
                    <a:pt x="28" y="8"/>
                  </a:cubicBezTo>
                  <a:cubicBezTo>
                    <a:pt x="116" y="8"/>
                    <a:pt x="116" y="8"/>
                    <a:pt x="116" y="8"/>
                  </a:cubicBezTo>
                  <a:cubicBezTo>
                    <a:pt x="118" y="8"/>
                    <a:pt x="120" y="10"/>
                    <a:pt x="120" y="12"/>
                  </a:cubicBezTo>
                  <a:lnTo>
                    <a:pt x="12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25" name="Freeform 86">
              <a:extLst>
                <a:ext uri="{FF2B5EF4-FFF2-40B4-BE49-F238E27FC236}">
                  <a16:creationId xmlns:a16="http://schemas.microsoft.com/office/drawing/2014/main" id="{02A59A24-A7C8-4CE3-AA53-10C307FBD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692836"/>
              <a:ext cx="112218" cy="11882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26" name="Freeform 87">
              <a:extLst>
                <a:ext uri="{FF2B5EF4-FFF2-40B4-BE49-F238E27FC236}">
                  <a16:creationId xmlns:a16="http://schemas.microsoft.com/office/drawing/2014/main" id="{ADF4F03E-BDC6-45C9-9B61-5135FB564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655870"/>
              <a:ext cx="112218" cy="11882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27" name="Freeform 88">
              <a:extLst>
                <a:ext uri="{FF2B5EF4-FFF2-40B4-BE49-F238E27FC236}">
                  <a16:creationId xmlns:a16="http://schemas.microsoft.com/office/drawing/2014/main" id="{CEC92CB1-EDF8-4089-B632-AF5B2DB47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617583"/>
              <a:ext cx="112218" cy="13202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28" name="Freeform 89">
              <a:extLst>
                <a:ext uri="{FF2B5EF4-FFF2-40B4-BE49-F238E27FC236}">
                  <a16:creationId xmlns:a16="http://schemas.microsoft.com/office/drawing/2014/main" id="{D3BF0A68-C1C6-4E9A-A448-ABD7680F6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880306"/>
              <a:ext cx="112218" cy="1188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29" name="Freeform 90">
              <a:extLst>
                <a:ext uri="{FF2B5EF4-FFF2-40B4-BE49-F238E27FC236}">
                  <a16:creationId xmlns:a16="http://schemas.microsoft.com/office/drawing/2014/main" id="{798D247F-276C-4A51-9435-C07BDA384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843340"/>
              <a:ext cx="112218" cy="1188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30" name="Freeform 91">
              <a:extLst>
                <a:ext uri="{FF2B5EF4-FFF2-40B4-BE49-F238E27FC236}">
                  <a16:creationId xmlns:a16="http://schemas.microsoft.com/office/drawing/2014/main" id="{74C8F1F7-FEA0-4028-BA20-613626F5F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805053"/>
              <a:ext cx="112218" cy="1320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31" name="Freeform 92">
              <a:extLst>
                <a:ext uri="{FF2B5EF4-FFF2-40B4-BE49-F238E27FC236}">
                  <a16:creationId xmlns:a16="http://schemas.microsoft.com/office/drawing/2014/main" id="{28F5F056-AF23-475C-B43E-C9BE36DDB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880306"/>
              <a:ext cx="112218" cy="1188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32" name="Freeform 93">
              <a:extLst>
                <a:ext uri="{FF2B5EF4-FFF2-40B4-BE49-F238E27FC236}">
                  <a16:creationId xmlns:a16="http://schemas.microsoft.com/office/drawing/2014/main" id="{E7106B55-1384-4F3E-950C-6C798417D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843340"/>
              <a:ext cx="112218" cy="1188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33" name="Freeform 94">
              <a:extLst>
                <a:ext uri="{FF2B5EF4-FFF2-40B4-BE49-F238E27FC236}">
                  <a16:creationId xmlns:a16="http://schemas.microsoft.com/office/drawing/2014/main" id="{1E88E18B-7CAE-4ACE-8061-223F0FCF7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843" y="3805053"/>
              <a:ext cx="112218" cy="13202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34" name="Freeform 95">
              <a:extLst>
                <a:ext uri="{FF2B5EF4-FFF2-40B4-BE49-F238E27FC236}">
                  <a16:creationId xmlns:a16="http://schemas.microsoft.com/office/drawing/2014/main" id="{274C2AF5-CEBF-4382-8510-1FB069A24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729802"/>
              <a:ext cx="249520" cy="13202"/>
            </a:xfrm>
            <a:custGeom>
              <a:avLst/>
              <a:gdLst>
                <a:gd name="T0" fmla="*/ 78 w 80"/>
                <a:gd name="T1" fmla="*/ 0 h 4"/>
                <a:gd name="T2" fmla="*/ 2 w 80"/>
                <a:gd name="T3" fmla="*/ 0 h 4"/>
                <a:gd name="T4" fmla="*/ 0 w 80"/>
                <a:gd name="T5" fmla="*/ 2 h 4"/>
                <a:gd name="T6" fmla="*/ 2 w 80"/>
                <a:gd name="T7" fmla="*/ 4 h 4"/>
                <a:gd name="T8" fmla="*/ 78 w 80"/>
                <a:gd name="T9" fmla="*/ 4 h 4"/>
                <a:gd name="T10" fmla="*/ 80 w 80"/>
                <a:gd name="T11" fmla="*/ 2 h 4"/>
                <a:gd name="T12" fmla="*/ 78 w 80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4">
                  <a:moveTo>
                    <a:pt x="7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9" y="4"/>
                    <a:pt x="80" y="3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  <p:sp>
          <p:nvSpPr>
            <p:cNvPr id="335" name="Freeform 96">
              <a:extLst>
                <a:ext uri="{FF2B5EF4-FFF2-40B4-BE49-F238E27FC236}">
                  <a16:creationId xmlns:a16="http://schemas.microsoft.com/office/drawing/2014/main" id="{ED801059-E710-42E9-AD27-0ECFBEE65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41" y="3768087"/>
              <a:ext cx="249520" cy="11882"/>
            </a:xfrm>
            <a:custGeom>
              <a:avLst/>
              <a:gdLst>
                <a:gd name="T0" fmla="*/ 78 w 80"/>
                <a:gd name="T1" fmla="*/ 0 h 4"/>
                <a:gd name="T2" fmla="*/ 2 w 80"/>
                <a:gd name="T3" fmla="*/ 0 h 4"/>
                <a:gd name="T4" fmla="*/ 0 w 80"/>
                <a:gd name="T5" fmla="*/ 2 h 4"/>
                <a:gd name="T6" fmla="*/ 2 w 80"/>
                <a:gd name="T7" fmla="*/ 4 h 4"/>
                <a:gd name="T8" fmla="*/ 78 w 80"/>
                <a:gd name="T9" fmla="*/ 4 h 4"/>
                <a:gd name="T10" fmla="*/ 80 w 80"/>
                <a:gd name="T11" fmla="*/ 2 h 4"/>
                <a:gd name="T12" fmla="*/ 78 w 80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4">
                  <a:moveTo>
                    <a:pt x="7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9" y="4"/>
                    <a:pt x="80" y="3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cs typeface="+mn-ea"/>
                <a:sym typeface="+mn-lt"/>
              </a:endParaRPr>
            </a:p>
          </p:txBody>
        </p:sp>
        <p:sp>
          <p:nvSpPr>
            <p:cNvPr id="336" name="Freeform 97">
              <a:extLst>
                <a:ext uri="{FF2B5EF4-FFF2-40B4-BE49-F238E27FC236}">
                  <a16:creationId xmlns:a16="http://schemas.microsoft.com/office/drawing/2014/main" id="{F058BFD3-C82C-472C-BA56-D02DFCA322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7541" y="3592500"/>
              <a:ext cx="112218" cy="112218"/>
            </a:xfrm>
            <a:custGeom>
              <a:avLst/>
              <a:gdLst>
                <a:gd name="T0" fmla="*/ 4 w 36"/>
                <a:gd name="T1" fmla="*/ 36 h 36"/>
                <a:gd name="T2" fmla="*/ 32 w 36"/>
                <a:gd name="T3" fmla="*/ 36 h 36"/>
                <a:gd name="T4" fmla="*/ 36 w 36"/>
                <a:gd name="T5" fmla="*/ 32 h 36"/>
                <a:gd name="T6" fmla="*/ 36 w 36"/>
                <a:gd name="T7" fmla="*/ 4 h 36"/>
                <a:gd name="T8" fmla="*/ 32 w 36"/>
                <a:gd name="T9" fmla="*/ 0 h 36"/>
                <a:gd name="T10" fmla="*/ 4 w 36"/>
                <a:gd name="T11" fmla="*/ 0 h 36"/>
                <a:gd name="T12" fmla="*/ 0 w 36"/>
                <a:gd name="T13" fmla="*/ 4 h 36"/>
                <a:gd name="T14" fmla="*/ 0 w 36"/>
                <a:gd name="T15" fmla="*/ 32 h 36"/>
                <a:gd name="T16" fmla="*/ 4 w 36"/>
                <a:gd name="T17" fmla="*/ 36 h 36"/>
                <a:gd name="T18" fmla="*/ 8 w 36"/>
                <a:gd name="T19" fmla="*/ 8 h 36"/>
                <a:gd name="T20" fmla="*/ 28 w 36"/>
                <a:gd name="T21" fmla="*/ 8 h 36"/>
                <a:gd name="T22" fmla="*/ 28 w 36"/>
                <a:gd name="T23" fmla="*/ 28 h 36"/>
                <a:gd name="T24" fmla="*/ 8 w 36"/>
                <a:gd name="T25" fmla="*/ 28 h 36"/>
                <a:gd name="T26" fmla="*/ 8 w 36"/>
                <a:gd name="T27" fmla="*/ 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36">
                  <a:moveTo>
                    <a:pt x="4" y="36"/>
                  </a:moveTo>
                  <a:cubicBezTo>
                    <a:pt x="32" y="36"/>
                    <a:pt x="32" y="36"/>
                    <a:pt x="32" y="36"/>
                  </a:cubicBezTo>
                  <a:cubicBezTo>
                    <a:pt x="34" y="36"/>
                    <a:pt x="36" y="34"/>
                    <a:pt x="36" y="32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2"/>
                    <a:pt x="34" y="0"/>
                    <a:pt x="3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4" y="36"/>
                  </a:cubicBezTo>
                  <a:close/>
                  <a:moveTo>
                    <a:pt x="8" y="8"/>
                  </a:moveTo>
                  <a:cubicBezTo>
                    <a:pt x="28" y="8"/>
                    <a:pt x="28" y="8"/>
                    <a:pt x="28" y="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8" y="28"/>
                    <a:pt x="8" y="28"/>
                    <a:pt x="8" y="28"/>
                  </a:cubicBezTo>
                  <a:lnTo>
                    <a:pt x="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343" name="组合 342">
            <a:extLst>
              <a:ext uri="{FF2B5EF4-FFF2-40B4-BE49-F238E27FC236}">
                <a16:creationId xmlns:a16="http://schemas.microsoft.com/office/drawing/2014/main" id="{C85095E1-AA2F-4E90-BF5C-7C6E00FD9BDA}"/>
              </a:ext>
            </a:extLst>
          </p:cNvPr>
          <p:cNvGrpSpPr/>
          <p:nvPr/>
        </p:nvGrpSpPr>
        <p:grpSpPr>
          <a:xfrm>
            <a:off x="10676807" y="2493832"/>
            <a:ext cx="1080000" cy="1080000"/>
            <a:chOff x="10551321" y="2739535"/>
            <a:chExt cx="1080000" cy="1080000"/>
          </a:xfrm>
        </p:grpSpPr>
        <p:sp>
          <p:nvSpPr>
            <p:cNvPr id="342" name="椭圆 341">
              <a:extLst>
                <a:ext uri="{FF2B5EF4-FFF2-40B4-BE49-F238E27FC236}">
                  <a16:creationId xmlns:a16="http://schemas.microsoft.com/office/drawing/2014/main" id="{62F7AB8F-9FF1-438B-9A26-37606E572E5D}"/>
                </a:ext>
              </a:extLst>
            </p:cNvPr>
            <p:cNvSpPr/>
            <p:nvPr/>
          </p:nvSpPr>
          <p:spPr>
            <a:xfrm>
              <a:off x="10551321" y="2739535"/>
              <a:ext cx="1080000" cy="108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38" name="Group 53">
              <a:extLst>
                <a:ext uri="{FF2B5EF4-FFF2-40B4-BE49-F238E27FC236}">
                  <a16:creationId xmlns:a16="http://schemas.microsoft.com/office/drawing/2014/main" id="{F0393B21-ECEB-4910-9985-80700AE31205}"/>
                </a:ext>
              </a:extLst>
            </p:cNvPr>
            <p:cNvGrpSpPr/>
            <p:nvPr/>
          </p:nvGrpSpPr>
          <p:grpSpPr>
            <a:xfrm>
              <a:off x="10791659" y="2979873"/>
              <a:ext cx="599324" cy="599324"/>
              <a:chOff x="1637252" y="4342379"/>
              <a:chExt cx="400024" cy="400024"/>
            </a:xfrm>
            <a:solidFill>
              <a:schemeClr val="bg1"/>
            </a:solidFill>
          </p:grpSpPr>
          <p:sp>
            <p:nvSpPr>
              <p:cNvPr id="339" name="Freeform 57">
                <a:extLst>
                  <a:ext uri="{FF2B5EF4-FFF2-40B4-BE49-F238E27FC236}">
                    <a16:creationId xmlns:a16="http://schemas.microsoft.com/office/drawing/2014/main" id="{CF7EC66F-3C1D-431D-8AB5-2A2054D7C8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37252" y="4342379"/>
                <a:ext cx="125420" cy="400024"/>
              </a:xfrm>
              <a:custGeom>
                <a:avLst/>
                <a:gdLst>
                  <a:gd name="T0" fmla="*/ 32 w 40"/>
                  <a:gd name="T1" fmla="*/ 24 h 128"/>
                  <a:gd name="T2" fmla="*/ 32 w 40"/>
                  <a:gd name="T3" fmla="*/ 12 h 128"/>
                  <a:gd name="T4" fmla="*/ 20 w 40"/>
                  <a:gd name="T5" fmla="*/ 0 h 128"/>
                  <a:gd name="T6" fmla="*/ 8 w 40"/>
                  <a:gd name="T7" fmla="*/ 12 h 128"/>
                  <a:gd name="T8" fmla="*/ 8 w 40"/>
                  <a:gd name="T9" fmla="*/ 24 h 128"/>
                  <a:gd name="T10" fmla="*/ 0 w 40"/>
                  <a:gd name="T11" fmla="*/ 40 h 128"/>
                  <a:gd name="T12" fmla="*/ 8 w 40"/>
                  <a:gd name="T13" fmla="*/ 56 h 128"/>
                  <a:gd name="T14" fmla="*/ 8 w 40"/>
                  <a:gd name="T15" fmla="*/ 116 h 128"/>
                  <a:gd name="T16" fmla="*/ 20 w 40"/>
                  <a:gd name="T17" fmla="*/ 128 h 128"/>
                  <a:gd name="T18" fmla="*/ 32 w 40"/>
                  <a:gd name="T19" fmla="*/ 116 h 128"/>
                  <a:gd name="T20" fmla="*/ 32 w 40"/>
                  <a:gd name="T21" fmla="*/ 56 h 128"/>
                  <a:gd name="T22" fmla="*/ 40 w 40"/>
                  <a:gd name="T23" fmla="*/ 40 h 128"/>
                  <a:gd name="T24" fmla="*/ 32 w 40"/>
                  <a:gd name="T25" fmla="*/ 24 h 128"/>
                  <a:gd name="T26" fmla="*/ 16 w 40"/>
                  <a:gd name="T27" fmla="*/ 12 h 128"/>
                  <a:gd name="T28" fmla="*/ 20 w 40"/>
                  <a:gd name="T29" fmla="*/ 8 h 128"/>
                  <a:gd name="T30" fmla="*/ 24 w 40"/>
                  <a:gd name="T31" fmla="*/ 12 h 128"/>
                  <a:gd name="T32" fmla="*/ 24 w 40"/>
                  <a:gd name="T33" fmla="*/ 20 h 128"/>
                  <a:gd name="T34" fmla="*/ 20 w 40"/>
                  <a:gd name="T35" fmla="*/ 20 h 128"/>
                  <a:gd name="T36" fmla="*/ 16 w 40"/>
                  <a:gd name="T37" fmla="*/ 20 h 128"/>
                  <a:gd name="T38" fmla="*/ 16 w 40"/>
                  <a:gd name="T39" fmla="*/ 12 h 128"/>
                  <a:gd name="T40" fmla="*/ 24 w 40"/>
                  <a:gd name="T41" fmla="*/ 116 h 128"/>
                  <a:gd name="T42" fmla="*/ 20 w 40"/>
                  <a:gd name="T43" fmla="*/ 120 h 128"/>
                  <a:gd name="T44" fmla="*/ 16 w 40"/>
                  <a:gd name="T45" fmla="*/ 116 h 128"/>
                  <a:gd name="T46" fmla="*/ 16 w 40"/>
                  <a:gd name="T47" fmla="*/ 60 h 128"/>
                  <a:gd name="T48" fmla="*/ 20 w 40"/>
                  <a:gd name="T49" fmla="*/ 60 h 128"/>
                  <a:gd name="T50" fmla="*/ 24 w 40"/>
                  <a:gd name="T51" fmla="*/ 60 h 128"/>
                  <a:gd name="T52" fmla="*/ 24 w 40"/>
                  <a:gd name="T53" fmla="*/ 116 h 128"/>
                  <a:gd name="T54" fmla="*/ 31 w 40"/>
                  <a:gd name="T55" fmla="*/ 43 h 128"/>
                  <a:gd name="T56" fmla="*/ 31 w 40"/>
                  <a:gd name="T57" fmla="*/ 44 h 128"/>
                  <a:gd name="T58" fmla="*/ 30 w 40"/>
                  <a:gd name="T59" fmla="*/ 47 h 128"/>
                  <a:gd name="T60" fmla="*/ 30 w 40"/>
                  <a:gd name="T61" fmla="*/ 47 h 128"/>
                  <a:gd name="T62" fmla="*/ 27 w 40"/>
                  <a:gd name="T63" fmla="*/ 50 h 128"/>
                  <a:gd name="T64" fmla="*/ 27 w 40"/>
                  <a:gd name="T65" fmla="*/ 50 h 128"/>
                  <a:gd name="T66" fmla="*/ 24 w 40"/>
                  <a:gd name="T67" fmla="*/ 51 h 128"/>
                  <a:gd name="T68" fmla="*/ 20 w 40"/>
                  <a:gd name="T69" fmla="*/ 52 h 128"/>
                  <a:gd name="T70" fmla="*/ 16 w 40"/>
                  <a:gd name="T71" fmla="*/ 51 h 128"/>
                  <a:gd name="T72" fmla="*/ 13 w 40"/>
                  <a:gd name="T73" fmla="*/ 50 h 128"/>
                  <a:gd name="T74" fmla="*/ 13 w 40"/>
                  <a:gd name="T75" fmla="*/ 50 h 128"/>
                  <a:gd name="T76" fmla="*/ 10 w 40"/>
                  <a:gd name="T77" fmla="*/ 47 h 128"/>
                  <a:gd name="T78" fmla="*/ 10 w 40"/>
                  <a:gd name="T79" fmla="*/ 47 h 128"/>
                  <a:gd name="T80" fmla="*/ 9 w 40"/>
                  <a:gd name="T81" fmla="*/ 44 h 128"/>
                  <a:gd name="T82" fmla="*/ 9 w 40"/>
                  <a:gd name="T83" fmla="*/ 43 h 128"/>
                  <a:gd name="T84" fmla="*/ 8 w 40"/>
                  <a:gd name="T85" fmla="*/ 40 h 128"/>
                  <a:gd name="T86" fmla="*/ 9 w 40"/>
                  <a:gd name="T87" fmla="*/ 37 h 128"/>
                  <a:gd name="T88" fmla="*/ 9 w 40"/>
                  <a:gd name="T89" fmla="*/ 36 h 128"/>
                  <a:gd name="T90" fmla="*/ 10 w 40"/>
                  <a:gd name="T91" fmla="*/ 33 h 128"/>
                  <a:gd name="T92" fmla="*/ 10 w 40"/>
                  <a:gd name="T93" fmla="*/ 33 h 128"/>
                  <a:gd name="T94" fmla="*/ 13 w 40"/>
                  <a:gd name="T95" fmla="*/ 30 h 128"/>
                  <a:gd name="T96" fmla="*/ 13 w 40"/>
                  <a:gd name="T97" fmla="*/ 30 h 128"/>
                  <a:gd name="T98" fmla="*/ 16 w 40"/>
                  <a:gd name="T99" fmla="*/ 29 h 128"/>
                  <a:gd name="T100" fmla="*/ 20 w 40"/>
                  <a:gd name="T101" fmla="*/ 28 h 128"/>
                  <a:gd name="T102" fmla="*/ 24 w 40"/>
                  <a:gd name="T103" fmla="*/ 29 h 128"/>
                  <a:gd name="T104" fmla="*/ 27 w 40"/>
                  <a:gd name="T105" fmla="*/ 30 h 128"/>
                  <a:gd name="T106" fmla="*/ 27 w 40"/>
                  <a:gd name="T107" fmla="*/ 30 h 128"/>
                  <a:gd name="T108" fmla="*/ 30 w 40"/>
                  <a:gd name="T109" fmla="*/ 33 h 128"/>
                  <a:gd name="T110" fmla="*/ 30 w 40"/>
                  <a:gd name="T111" fmla="*/ 33 h 128"/>
                  <a:gd name="T112" fmla="*/ 31 w 40"/>
                  <a:gd name="T113" fmla="*/ 36 h 128"/>
                  <a:gd name="T114" fmla="*/ 31 w 40"/>
                  <a:gd name="T115" fmla="*/ 37 h 128"/>
                  <a:gd name="T116" fmla="*/ 32 w 40"/>
                  <a:gd name="T117" fmla="*/ 40 h 128"/>
                  <a:gd name="T118" fmla="*/ 31 w 40"/>
                  <a:gd name="T119" fmla="*/ 43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0" h="128">
                    <a:moveTo>
                      <a:pt x="32" y="24"/>
                    </a:move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5"/>
                      <a:pt x="27" y="0"/>
                      <a:pt x="20" y="0"/>
                    </a:cubicBezTo>
                    <a:cubicBezTo>
                      <a:pt x="13" y="0"/>
                      <a:pt x="8" y="5"/>
                      <a:pt x="8" y="12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3" y="28"/>
                      <a:pt x="0" y="33"/>
                      <a:pt x="0" y="40"/>
                    </a:cubicBezTo>
                    <a:cubicBezTo>
                      <a:pt x="0" y="47"/>
                      <a:pt x="3" y="52"/>
                      <a:pt x="8" y="56"/>
                    </a:cubicBezTo>
                    <a:cubicBezTo>
                      <a:pt x="8" y="116"/>
                      <a:pt x="8" y="116"/>
                      <a:pt x="8" y="116"/>
                    </a:cubicBezTo>
                    <a:cubicBezTo>
                      <a:pt x="8" y="123"/>
                      <a:pt x="13" y="128"/>
                      <a:pt x="20" y="128"/>
                    </a:cubicBezTo>
                    <a:cubicBezTo>
                      <a:pt x="27" y="128"/>
                      <a:pt x="32" y="123"/>
                      <a:pt x="32" y="116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37" y="52"/>
                      <a:pt x="40" y="47"/>
                      <a:pt x="40" y="40"/>
                    </a:cubicBezTo>
                    <a:cubicBezTo>
                      <a:pt x="40" y="33"/>
                      <a:pt x="37" y="28"/>
                      <a:pt x="32" y="24"/>
                    </a:cubicBezTo>
                    <a:close/>
                    <a:moveTo>
                      <a:pt x="16" y="12"/>
                    </a:moveTo>
                    <a:cubicBezTo>
                      <a:pt x="16" y="10"/>
                      <a:pt x="18" y="8"/>
                      <a:pt x="20" y="8"/>
                    </a:cubicBezTo>
                    <a:cubicBezTo>
                      <a:pt x="22" y="8"/>
                      <a:pt x="24" y="10"/>
                      <a:pt x="24" y="12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3" y="20"/>
                      <a:pt x="21" y="20"/>
                      <a:pt x="20" y="20"/>
                    </a:cubicBezTo>
                    <a:cubicBezTo>
                      <a:pt x="19" y="20"/>
                      <a:pt x="17" y="20"/>
                      <a:pt x="16" y="20"/>
                    </a:cubicBezTo>
                    <a:lnTo>
                      <a:pt x="16" y="12"/>
                    </a:lnTo>
                    <a:close/>
                    <a:moveTo>
                      <a:pt x="24" y="116"/>
                    </a:moveTo>
                    <a:cubicBezTo>
                      <a:pt x="24" y="118"/>
                      <a:pt x="22" y="120"/>
                      <a:pt x="20" y="120"/>
                    </a:cubicBezTo>
                    <a:cubicBezTo>
                      <a:pt x="18" y="120"/>
                      <a:pt x="16" y="118"/>
                      <a:pt x="16" y="116"/>
                    </a:cubicBezTo>
                    <a:cubicBezTo>
                      <a:pt x="16" y="60"/>
                      <a:pt x="16" y="60"/>
                      <a:pt x="16" y="60"/>
                    </a:cubicBezTo>
                    <a:cubicBezTo>
                      <a:pt x="17" y="60"/>
                      <a:pt x="19" y="60"/>
                      <a:pt x="20" y="60"/>
                    </a:cubicBezTo>
                    <a:cubicBezTo>
                      <a:pt x="21" y="60"/>
                      <a:pt x="23" y="60"/>
                      <a:pt x="24" y="60"/>
                    </a:cubicBezTo>
                    <a:lnTo>
                      <a:pt x="24" y="116"/>
                    </a:lnTo>
                    <a:close/>
                    <a:moveTo>
                      <a:pt x="31" y="43"/>
                    </a:move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5"/>
                      <a:pt x="30" y="46"/>
                      <a:pt x="30" y="47"/>
                    </a:cubicBezTo>
                    <a:cubicBezTo>
                      <a:pt x="30" y="47"/>
                      <a:pt x="30" y="47"/>
                      <a:pt x="30" y="47"/>
                    </a:cubicBezTo>
                    <a:cubicBezTo>
                      <a:pt x="29" y="48"/>
                      <a:pt x="28" y="49"/>
                      <a:pt x="27" y="50"/>
                    </a:cubicBezTo>
                    <a:cubicBezTo>
                      <a:pt x="27" y="50"/>
                      <a:pt x="27" y="50"/>
                      <a:pt x="27" y="50"/>
                    </a:cubicBezTo>
                    <a:cubicBezTo>
                      <a:pt x="26" y="50"/>
                      <a:pt x="25" y="51"/>
                      <a:pt x="24" y="51"/>
                    </a:cubicBezTo>
                    <a:cubicBezTo>
                      <a:pt x="23" y="52"/>
                      <a:pt x="21" y="52"/>
                      <a:pt x="20" y="52"/>
                    </a:cubicBezTo>
                    <a:cubicBezTo>
                      <a:pt x="19" y="52"/>
                      <a:pt x="17" y="52"/>
                      <a:pt x="16" y="51"/>
                    </a:cubicBezTo>
                    <a:cubicBezTo>
                      <a:pt x="15" y="51"/>
                      <a:pt x="14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2" y="49"/>
                      <a:pt x="11" y="48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6"/>
                      <a:pt x="9" y="45"/>
                      <a:pt x="9" y="44"/>
                    </a:cubicBezTo>
                    <a:cubicBezTo>
                      <a:pt x="9" y="44"/>
                      <a:pt x="9" y="44"/>
                      <a:pt x="9" y="43"/>
                    </a:cubicBezTo>
                    <a:cubicBezTo>
                      <a:pt x="8" y="42"/>
                      <a:pt x="8" y="41"/>
                      <a:pt x="8" y="40"/>
                    </a:cubicBezTo>
                    <a:cubicBezTo>
                      <a:pt x="8" y="39"/>
                      <a:pt x="8" y="38"/>
                      <a:pt x="9" y="37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5"/>
                      <a:pt x="10" y="34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1" y="32"/>
                      <a:pt x="12" y="31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4" y="30"/>
                      <a:pt x="15" y="29"/>
                      <a:pt x="16" y="29"/>
                    </a:cubicBezTo>
                    <a:cubicBezTo>
                      <a:pt x="17" y="28"/>
                      <a:pt x="19" y="28"/>
                      <a:pt x="20" y="28"/>
                    </a:cubicBezTo>
                    <a:cubicBezTo>
                      <a:pt x="21" y="28"/>
                      <a:pt x="23" y="28"/>
                      <a:pt x="24" y="29"/>
                    </a:cubicBezTo>
                    <a:cubicBezTo>
                      <a:pt x="25" y="29"/>
                      <a:pt x="26" y="30"/>
                      <a:pt x="27" y="30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8" y="31"/>
                      <a:pt x="29" y="32"/>
                      <a:pt x="30" y="33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0" y="34"/>
                      <a:pt x="31" y="35"/>
                      <a:pt x="31" y="36"/>
                    </a:cubicBezTo>
                    <a:cubicBezTo>
                      <a:pt x="31" y="36"/>
                      <a:pt x="31" y="36"/>
                      <a:pt x="31" y="37"/>
                    </a:cubicBezTo>
                    <a:cubicBezTo>
                      <a:pt x="32" y="38"/>
                      <a:pt x="32" y="39"/>
                      <a:pt x="32" y="40"/>
                    </a:cubicBezTo>
                    <a:cubicBezTo>
                      <a:pt x="32" y="41"/>
                      <a:pt x="32" y="42"/>
                      <a:pt x="31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340" name="Freeform 58">
                <a:extLst>
                  <a:ext uri="{FF2B5EF4-FFF2-40B4-BE49-F238E27FC236}">
                    <a16:creationId xmlns:a16="http://schemas.microsoft.com/office/drawing/2014/main" id="{697A09AC-7DE1-40C4-9765-866EF4E9E22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11856" y="4342379"/>
                <a:ext cx="125420" cy="400024"/>
              </a:xfrm>
              <a:custGeom>
                <a:avLst/>
                <a:gdLst>
                  <a:gd name="T0" fmla="*/ 32 w 40"/>
                  <a:gd name="T1" fmla="*/ 24 h 128"/>
                  <a:gd name="T2" fmla="*/ 32 w 40"/>
                  <a:gd name="T3" fmla="*/ 12 h 128"/>
                  <a:gd name="T4" fmla="*/ 20 w 40"/>
                  <a:gd name="T5" fmla="*/ 0 h 128"/>
                  <a:gd name="T6" fmla="*/ 8 w 40"/>
                  <a:gd name="T7" fmla="*/ 12 h 128"/>
                  <a:gd name="T8" fmla="*/ 8 w 40"/>
                  <a:gd name="T9" fmla="*/ 24 h 128"/>
                  <a:gd name="T10" fmla="*/ 0 w 40"/>
                  <a:gd name="T11" fmla="*/ 40 h 128"/>
                  <a:gd name="T12" fmla="*/ 8 w 40"/>
                  <a:gd name="T13" fmla="*/ 56 h 128"/>
                  <a:gd name="T14" fmla="*/ 8 w 40"/>
                  <a:gd name="T15" fmla="*/ 116 h 128"/>
                  <a:gd name="T16" fmla="*/ 20 w 40"/>
                  <a:gd name="T17" fmla="*/ 128 h 128"/>
                  <a:gd name="T18" fmla="*/ 32 w 40"/>
                  <a:gd name="T19" fmla="*/ 116 h 128"/>
                  <a:gd name="T20" fmla="*/ 32 w 40"/>
                  <a:gd name="T21" fmla="*/ 56 h 128"/>
                  <a:gd name="T22" fmla="*/ 40 w 40"/>
                  <a:gd name="T23" fmla="*/ 40 h 128"/>
                  <a:gd name="T24" fmla="*/ 32 w 40"/>
                  <a:gd name="T25" fmla="*/ 24 h 128"/>
                  <a:gd name="T26" fmla="*/ 16 w 40"/>
                  <a:gd name="T27" fmla="*/ 12 h 128"/>
                  <a:gd name="T28" fmla="*/ 20 w 40"/>
                  <a:gd name="T29" fmla="*/ 8 h 128"/>
                  <a:gd name="T30" fmla="*/ 24 w 40"/>
                  <a:gd name="T31" fmla="*/ 12 h 128"/>
                  <a:gd name="T32" fmla="*/ 24 w 40"/>
                  <a:gd name="T33" fmla="*/ 20 h 128"/>
                  <a:gd name="T34" fmla="*/ 20 w 40"/>
                  <a:gd name="T35" fmla="*/ 20 h 128"/>
                  <a:gd name="T36" fmla="*/ 16 w 40"/>
                  <a:gd name="T37" fmla="*/ 20 h 128"/>
                  <a:gd name="T38" fmla="*/ 16 w 40"/>
                  <a:gd name="T39" fmla="*/ 12 h 128"/>
                  <a:gd name="T40" fmla="*/ 24 w 40"/>
                  <a:gd name="T41" fmla="*/ 116 h 128"/>
                  <a:gd name="T42" fmla="*/ 20 w 40"/>
                  <a:gd name="T43" fmla="*/ 120 h 128"/>
                  <a:gd name="T44" fmla="*/ 16 w 40"/>
                  <a:gd name="T45" fmla="*/ 116 h 128"/>
                  <a:gd name="T46" fmla="*/ 16 w 40"/>
                  <a:gd name="T47" fmla="*/ 60 h 128"/>
                  <a:gd name="T48" fmla="*/ 20 w 40"/>
                  <a:gd name="T49" fmla="*/ 60 h 128"/>
                  <a:gd name="T50" fmla="*/ 24 w 40"/>
                  <a:gd name="T51" fmla="*/ 60 h 128"/>
                  <a:gd name="T52" fmla="*/ 24 w 40"/>
                  <a:gd name="T53" fmla="*/ 116 h 128"/>
                  <a:gd name="T54" fmla="*/ 31 w 40"/>
                  <a:gd name="T55" fmla="*/ 43 h 128"/>
                  <a:gd name="T56" fmla="*/ 31 w 40"/>
                  <a:gd name="T57" fmla="*/ 44 h 128"/>
                  <a:gd name="T58" fmla="*/ 30 w 40"/>
                  <a:gd name="T59" fmla="*/ 47 h 128"/>
                  <a:gd name="T60" fmla="*/ 30 w 40"/>
                  <a:gd name="T61" fmla="*/ 47 h 128"/>
                  <a:gd name="T62" fmla="*/ 27 w 40"/>
                  <a:gd name="T63" fmla="*/ 50 h 128"/>
                  <a:gd name="T64" fmla="*/ 27 w 40"/>
                  <a:gd name="T65" fmla="*/ 50 h 128"/>
                  <a:gd name="T66" fmla="*/ 24 w 40"/>
                  <a:gd name="T67" fmla="*/ 51 h 128"/>
                  <a:gd name="T68" fmla="*/ 20 w 40"/>
                  <a:gd name="T69" fmla="*/ 52 h 128"/>
                  <a:gd name="T70" fmla="*/ 16 w 40"/>
                  <a:gd name="T71" fmla="*/ 51 h 128"/>
                  <a:gd name="T72" fmla="*/ 13 w 40"/>
                  <a:gd name="T73" fmla="*/ 50 h 128"/>
                  <a:gd name="T74" fmla="*/ 13 w 40"/>
                  <a:gd name="T75" fmla="*/ 50 h 128"/>
                  <a:gd name="T76" fmla="*/ 10 w 40"/>
                  <a:gd name="T77" fmla="*/ 47 h 128"/>
                  <a:gd name="T78" fmla="*/ 10 w 40"/>
                  <a:gd name="T79" fmla="*/ 47 h 128"/>
                  <a:gd name="T80" fmla="*/ 9 w 40"/>
                  <a:gd name="T81" fmla="*/ 44 h 128"/>
                  <a:gd name="T82" fmla="*/ 9 w 40"/>
                  <a:gd name="T83" fmla="*/ 43 h 128"/>
                  <a:gd name="T84" fmla="*/ 8 w 40"/>
                  <a:gd name="T85" fmla="*/ 40 h 128"/>
                  <a:gd name="T86" fmla="*/ 9 w 40"/>
                  <a:gd name="T87" fmla="*/ 37 h 128"/>
                  <a:gd name="T88" fmla="*/ 9 w 40"/>
                  <a:gd name="T89" fmla="*/ 36 h 128"/>
                  <a:gd name="T90" fmla="*/ 10 w 40"/>
                  <a:gd name="T91" fmla="*/ 33 h 128"/>
                  <a:gd name="T92" fmla="*/ 10 w 40"/>
                  <a:gd name="T93" fmla="*/ 33 h 128"/>
                  <a:gd name="T94" fmla="*/ 13 w 40"/>
                  <a:gd name="T95" fmla="*/ 30 h 128"/>
                  <a:gd name="T96" fmla="*/ 13 w 40"/>
                  <a:gd name="T97" fmla="*/ 30 h 128"/>
                  <a:gd name="T98" fmla="*/ 16 w 40"/>
                  <a:gd name="T99" fmla="*/ 29 h 128"/>
                  <a:gd name="T100" fmla="*/ 20 w 40"/>
                  <a:gd name="T101" fmla="*/ 28 h 128"/>
                  <a:gd name="T102" fmla="*/ 24 w 40"/>
                  <a:gd name="T103" fmla="*/ 29 h 128"/>
                  <a:gd name="T104" fmla="*/ 27 w 40"/>
                  <a:gd name="T105" fmla="*/ 30 h 128"/>
                  <a:gd name="T106" fmla="*/ 27 w 40"/>
                  <a:gd name="T107" fmla="*/ 30 h 128"/>
                  <a:gd name="T108" fmla="*/ 30 w 40"/>
                  <a:gd name="T109" fmla="*/ 33 h 128"/>
                  <a:gd name="T110" fmla="*/ 30 w 40"/>
                  <a:gd name="T111" fmla="*/ 33 h 128"/>
                  <a:gd name="T112" fmla="*/ 31 w 40"/>
                  <a:gd name="T113" fmla="*/ 36 h 128"/>
                  <a:gd name="T114" fmla="*/ 31 w 40"/>
                  <a:gd name="T115" fmla="*/ 37 h 128"/>
                  <a:gd name="T116" fmla="*/ 32 w 40"/>
                  <a:gd name="T117" fmla="*/ 40 h 128"/>
                  <a:gd name="T118" fmla="*/ 31 w 40"/>
                  <a:gd name="T119" fmla="*/ 43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0" h="128">
                    <a:moveTo>
                      <a:pt x="32" y="24"/>
                    </a:move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5"/>
                      <a:pt x="27" y="0"/>
                      <a:pt x="20" y="0"/>
                    </a:cubicBezTo>
                    <a:cubicBezTo>
                      <a:pt x="13" y="0"/>
                      <a:pt x="8" y="5"/>
                      <a:pt x="8" y="12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3" y="28"/>
                      <a:pt x="0" y="33"/>
                      <a:pt x="0" y="40"/>
                    </a:cubicBezTo>
                    <a:cubicBezTo>
                      <a:pt x="0" y="47"/>
                      <a:pt x="3" y="52"/>
                      <a:pt x="8" y="56"/>
                    </a:cubicBezTo>
                    <a:cubicBezTo>
                      <a:pt x="8" y="116"/>
                      <a:pt x="8" y="116"/>
                      <a:pt x="8" y="116"/>
                    </a:cubicBezTo>
                    <a:cubicBezTo>
                      <a:pt x="8" y="123"/>
                      <a:pt x="13" y="128"/>
                      <a:pt x="20" y="128"/>
                    </a:cubicBezTo>
                    <a:cubicBezTo>
                      <a:pt x="27" y="128"/>
                      <a:pt x="32" y="123"/>
                      <a:pt x="32" y="116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37" y="52"/>
                      <a:pt x="40" y="47"/>
                      <a:pt x="40" y="40"/>
                    </a:cubicBezTo>
                    <a:cubicBezTo>
                      <a:pt x="40" y="33"/>
                      <a:pt x="37" y="28"/>
                      <a:pt x="32" y="24"/>
                    </a:cubicBezTo>
                    <a:close/>
                    <a:moveTo>
                      <a:pt x="16" y="12"/>
                    </a:moveTo>
                    <a:cubicBezTo>
                      <a:pt x="16" y="10"/>
                      <a:pt x="18" y="8"/>
                      <a:pt x="20" y="8"/>
                    </a:cubicBezTo>
                    <a:cubicBezTo>
                      <a:pt x="22" y="8"/>
                      <a:pt x="24" y="10"/>
                      <a:pt x="24" y="12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3" y="20"/>
                      <a:pt x="21" y="20"/>
                      <a:pt x="20" y="20"/>
                    </a:cubicBezTo>
                    <a:cubicBezTo>
                      <a:pt x="19" y="20"/>
                      <a:pt x="17" y="20"/>
                      <a:pt x="16" y="20"/>
                    </a:cubicBezTo>
                    <a:lnTo>
                      <a:pt x="16" y="12"/>
                    </a:lnTo>
                    <a:close/>
                    <a:moveTo>
                      <a:pt x="24" y="116"/>
                    </a:moveTo>
                    <a:cubicBezTo>
                      <a:pt x="24" y="118"/>
                      <a:pt x="22" y="120"/>
                      <a:pt x="20" y="120"/>
                    </a:cubicBezTo>
                    <a:cubicBezTo>
                      <a:pt x="18" y="120"/>
                      <a:pt x="16" y="118"/>
                      <a:pt x="16" y="116"/>
                    </a:cubicBezTo>
                    <a:cubicBezTo>
                      <a:pt x="16" y="60"/>
                      <a:pt x="16" y="60"/>
                      <a:pt x="16" y="60"/>
                    </a:cubicBezTo>
                    <a:cubicBezTo>
                      <a:pt x="17" y="60"/>
                      <a:pt x="19" y="60"/>
                      <a:pt x="20" y="60"/>
                    </a:cubicBezTo>
                    <a:cubicBezTo>
                      <a:pt x="21" y="60"/>
                      <a:pt x="23" y="60"/>
                      <a:pt x="24" y="60"/>
                    </a:cubicBezTo>
                    <a:lnTo>
                      <a:pt x="24" y="116"/>
                    </a:lnTo>
                    <a:close/>
                    <a:moveTo>
                      <a:pt x="31" y="43"/>
                    </a:move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5"/>
                      <a:pt x="30" y="46"/>
                      <a:pt x="30" y="47"/>
                    </a:cubicBezTo>
                    <a:cubicBezTo>
                      <a:pt x="30" y="47"/>
                      <a:pt x="30" y="47"/>
                      <a:pt x="30" y="47"/>
                    </a:cubicBezTo>
                    <a:cubicBezTo>
                      <a:pt x="29" y="48"/>
                      <a:pt x="28" y="49"/>
                      <a:pt x="27" y="50"/>
                    </a:cubicBezTo>
                    <a:cubicBezTo>
                      <a:pt x="27" y="50"/>
                      <a:pt x="27" y="50"/>
                      <a:pt x="27" y="50"/>
                    </a:cubicBezTo>
                    <a:cubicBezTo>
                      <a:pt x="26" y="50"/>
                      <a:pt x="25" y="51"/>
                      <a:pt x="24" y="51"/>
                    </a:cubicBezTo>
                    <a:cubicBezTo>
                      <a:pt x="23" y="52"/>
                      <a:pt x="21" y="52"/>
                      <a:pt x="20" y="52"/>
                    </a:cubicBezTo>
                    <a:cubicBezTo>
                      <a:pt x="19" y="52"/>
                      <a:pt x="17" y="52"/>
                      <a:pt x="16" y="51"/>
                    </a:cubicBezTo>
                    <a:cubicBezTo>
                      <a:pt x="15" y="51"/>
                      <a:pt x="14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2" y="49"/>
                      <a:pt x="11" y="48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6"/>
                      <a:pt x="9" y="45"/>
                      <a:pt x="9" y="44"/>
                    </a:cubicBezTo>
                    <a:cubicBezTo>
                      <a:pt x="9" y="44"/>
                      <a:pt x="9" y="44"/>
                      <a:pt x="9" y="43"/>
                    </a:cubicBezTo>
                    <a:cubicBezTo>
                      <a:pt x="8" y="42"/>
                      <a:pt x="8" y="41"/>
                      <a:pt x="8" y="40"/>
                    </a:cubicBezTo>
                    <a:cubicBezTo>
                      <a:pt x="8" y="39"/>
                      <a:pt x="8" y="38"/>
                      <a:pt x="9" y="37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5"/>
                      <a:pt x="10" y="34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1" y="32"/>
                      <a:pt x="12" y="31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4" y="30"/>
                      <a:pt x="15" y="29"/>
                      <a:pt x="16" y="29"/>
                    </a:cubicBezTo>
                    <a:cubicBezTo>
                      <a:pt x="17" y="28"/>
                      <a:pt x="19" y="28"/>
                      <a:pt x="20" y="28"/>
                    </a:cubicBezTo>
                    <a:cubicBezTo>
                      <a:pt x="21" y="28"/>
                      <a:pt x="23" y="28"/>
                      <a:pt x="24" y="29"/>
                    </a:cubicBezTo>
                    <a:cubicBezTo>
                      <a:pt x="25" y="29"/>
                      <a:pt x="26" y="30"/>
                      <a:pt x="27" y="30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8" y="31"/>
                      <a:pt x="29" y="32"/>
                      <a:pt x="30" y="33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0" y="34"/>
                      <a:pt x="31" y="35"/>
                      <a:pt x="31" y="36"/>
                    </a:cubicBezTo>
                    <a:cubicBezTo>
                      <a:pt x="31" y="36"/>
                      <a:pt x="31" y="36"/>
                      <a:pt x="31" y="37"/>
                    </a:cubicBezTo>
                    <a:cubicBezTo>
                      <a:pt x="32" y="38"/>
                      <a:pt x="32" y="39"/>
                      <a:pt x="32" y="40"/>
                    </a:cubicBezTo>
                    <a:cubicBezTo>
                      <a:pt x="32" y="41"/>
                      <a:pt x="32" y="42"/>
                      <a:pt x="31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341" name="Freeform 59">
                <a:extLst>
                  <a:ext uri="{FF2B5EF4-FFF2-40B4-BE49-F238E27FC236}">
                    <a16:creationId xmlns:a16="http://schemas.microsoft.com/office/drawing/2014/main" id="{52FB035D-3D9F-428D-83F8-9BF5BB9AE9C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74554" y="4342379"/>
                <a:ext cx="125420" cy="400024"/>
              </a:xfrm>
              <a:custGeom>
                <a:avLst/>
                <a:gdLst>
                  <a:gd name="T0" fmla="*/ 32 w 40"/>
                  <a:gd name="T1" fmla="*/ 72 h 128"/>
                  <a:gd name="T2" fmla="*/ 32 w 40"/>
                  <a:gd name="T3" fmla="*/ 12 h 128"/>
                  <a:gd name="T4" fmla="*/ 20 w 40"/>
                  <a:gd name="T5" fmla="*/ 0 h 128"/>
                  <a:gd name="T6" fmla="*/ 8 w 40"/>
                  <a:gd name="T7" fmla="*/ 12 h 128"/>
                  <a:gd name="T8" fmla="*/ 8 w 40"/>
                  <a:gd name="T9" fmla="*/ 72 h 128"/>
                  <a:gd name="T10" fmla="*/ 0 w 40"/>
                  <a:gd name="T11" fmla="*/ 88 h 128"/>
                  <a:gd name="T12" fmla="*/ 8 w 40"/>
                  <a:gd name="T13" fmla="*/ 104 h 128"/>
                  <a:gd name="T14" fmla="*/ 8 w 40"/>
                  <a:gd name="T15" fmla="*/ 116 h 128"/>
                  <a:gd name="T16" fmla="*/ 20 w 40"/>
                  <a:gd name="T17" fmla="*/ 128 h 128"/>
                  <a:gd name="T18" fmla="*/ 32 w 40"/>
                  <a:gd name="T19" fmla="*/ 116 h 128"/>
                  <a:gd name="T20" fmla="*/ 32 w 40"/>
                  <a:gd name="T21" fmla="*/ 104 h 128"/>
                  <a:gd name="T22" fmla="*/ 40 w 40"/>
                  <a:gd name="T23" fmla="*/ 88 h 128"/>
                  <a:gd name="T24" fmla="*/ 32 w 40"/>
                  <a:gd name="T25" fmla="*/ 72 h 128"/>
                  <a:gd name="T26" fmla="*/ 16 w 40"/>
                  <a:gd name="T27" fmla="*/ 12 h 128"/>
                  <a:gd name="T28" fmla="*/ 20 w 40"/>
                  <a:gd name="T29" fmla="*/ 8 h 128"/>
                  <a:gd name="T30" fmla="*/ 24 w 40"/>
                  <a:gd name="T31" fmla="*/ 12 h 128"/>
                  <a:gd name="T32" fmla="*/ 24 w 40"/>
                  <a:gd name="T33" fmla="*/ 68 h 128"/>
                  <a:gd name="T34" fmla="*/ 20 w 40"/>
                  <a:gd name="T35" fmla="*/ 68 h 128"/>
                  <a:gd name="T36" fmla="*/ 16 w 40"/>
                  <a:gd name="T37" fmla="*/ 68 h 128"/>
                  <a:gd name="T38" fmla="*/ 16 w 40"/>
                  <a:gd name="T39" fmla="*/ 12 h 128"/>
                  <a:gd name="T40" fmla="*/ 24 w 40"/>
                  <a:gd name="T41" fmla="*/ 116 h 128"/>
                  <a:gd name="T42" fmla="*/ 20 w 40"/>
                  <a:gd name="T43" fmla="*/ 120 h 128"/>
                  <a:gd name="T44" fmla="*/ 16 w 40"/>
                  <a:gd name="T45" fmla="*/ 116 h 128"/>
                  <a:gd name="T46" fmla="*/ 16 w 40"/>
                  <a:gd name="T47" fmla="*/ 108 h 128"/>
                  <a:gd name="T48" fmla="*/ 20 w 40"/>
                  <a:gd name="T49" fmla="*/ 108 h 128"/>
                  <a:gd name="T50" fmla="*/ 24 w 40"/>
                  <a:gd name="T51" fmla="*/ 108 h 128"/>
                  <a:gd name="T52" fmla="*/ 24 w 40"/>
                  <a:gd name="T53" fmla="*/ 116 h 128"/>
                  <a:gd name="T54" fmla="*/ 31 w 40"/>
                  <a:gd name="T55" fmla="*/ 91 h 128"/>
                  <a:gd name="T56" fmla="*/ 31 w 40"/>
                  <a:gd name="T57" fmla="*/ 92 h 128"/>
                  <a:gd name="T58" fmla="*/ 30 w 40"/>
                  <a:gd name="T59" fmla="*/ 95 h 128"/>
                  <a:gd name="T60" fmla="*/ 30 w 40"/>
                  <a:gd name="T61" fmla="*/ 95 h 128"/>
                  <a:gd name="T62" fmla="*/ 27 w 40"/>
                  <a:gd name="T63" fmla="*/ 98 h 128"/>
                  <a:gd name="T64" fmla="*/ 27 w 40"/>
                  <a:gd name="T65" fmla="*/ 98 h 128"/>
                  <a:gd name="T66" fmla="*/ 24 w 40"/>
                  <a:gd name="T67" fmla="*/ 99 h 128"/>
                  <a:gd name="T68" fmla="*/ 20 w 40"/>
                  <a:gd name="T69" fmla="*/ 100 h 128"/>
                  <a:gd name="T70" fmla="*/ 16 w 40"/>
                  <a:gd name="T71" fmla="*/ 99 h 128"/>
                  <a:gd name="T72" fmla="*/ 13 w 40"/>
                  <a:gd name="T73" fmla="*/ 98 h 128"/>
                  <a:gd name="T74" fmla="*/ 13 w 40"/>
                  <a:gd name="T75" fmla="*/ 98 h 128"/>
                  <a:gd name="T76" fmla="*/ 10 w 40"/>
                  <a:gd name="T77" fmla="*/ 95 h 128"/>
                  <a:gd name="T78" fmla="*/ 10 w 40"/>
                  <a:gd name="T79" fmla="*/ 95 h 128"/>
                  <a:gd name="T80" fmla="*/ 9 w 40"/>
                  <a:gd name="T81" fmla="*/ 92 h 128"/>
                  <a:gd name="T82" fmla="*/ 9 w 40"/>
                  <a:gd name="T83" fmla="*/ 91 h 128"/>
                  <a:gd name="T84" fmla="*/ 8 w 40"/>
                  <a:gd name="T85" fmla="*/ 88 h 128"/>
                  <a:gd name="T86" fmla="*/ 9 w 40"/>
                  <a:gd name="T87" fmla="*/ 85 h 128"/>
                  <a:gd name="T88" fmla="*/ 9 w 40"/>
                  <a:gd name="T89" fmla="*/ 84 h 128"/>
                  <a:gd name="T90" fmla="*/ 10 w 40"/>
                  <a:gd name="T91" fmla="*/ 81 h 128"/>
                  <a:gd name="T92" fmla="*/ 10 w 40"/>
                  <a:gd name="T93" fmla="*/ 81 h 128"/>
                  <a:gd name="T94" fmla="*/ 13 w 40"/>
                  <a:gd name="T95" fmla="*/ 78 h 128"/>
                  <a:gd name="T96" fmla="*/ 13 w 40"/>
                  <a:gd name="T97" fmla="*/ 78 h 128"/>
                  <a:gd name="T98" fmla="*/ 16 w 40"/>
                  <a:gd name="T99" fmla="*/ 77 h 128"/>
                  <a:gd name="T100" fmla="*/ 20 w 40"/>
                  <a:gd name="T101" fmla="*/ 76 h 128"/>
                  <a:gd name="T102" fmla="*/ 24 w 40"/>
                  <a:gd name="T103" fmla="*/ 77 h 128"/>
                  <a:gd name="T104" fmla="*/ 27 w 40"/>
                  <a:gd name="T105" fmla="*/ 78 h 128"/>
                  <a:gd name="T106" fmla="*/ 27 w 40"/>
                  <a:gd name="T107" fmla="*/ 78 h 128"/>
                  <a:gd name="T108" fmla="*/ 30 w 40"/>
                  <a:gd name="T109" fmla="*/ 81 h 128"/>
                  <a:gd name="T110" fmla="*/ 30 w 40"/>
                  <a:gd name="T111" fmla="*/ 81 h 128"/>
                  <a:gd name="T112" fmla="*/ 31 w 40"/>
                  <a:gd name="T113" fmla="*/ 84 h 128"/>
                  <a:gd name="T114" fmla="*/ 31 w 40"/>
                  <a:gd name="T115" fmla="*/ 85 h 128"/>
                  <a:gd name="T116" fmla="*/ 32 w 40"/>
                  <a:gd name="T117" fmla="*/ 88 h 128"/>
                  <a:gd name="T118" fmla="*/ 31 w 40"/>
                  <a:gd name="T119" fmla="*/ 9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0" h="128">
                    <a:moveTo>
                      <a:pt x="32" y="72"/>
                    </a:move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5"/>
                      <a:pt x="27" y="0"/>
                      <a:pt x="20" y="0"/>
                    </a:cubicBezTo>
                    <a:cubicBezTo>
                      <a:pt x="13" y="0"/>
                      <a:pt x="8" y="5"/>
                      <a:pt x="8" y="12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3" y="76"/>
                      <a:pt x="0" y="81"/>
                      <a:pt x="0" y="88"/>
                    </a:cubicBezTo>
                    <a:cubicBezTo>
                      <a:pt x="0" y="95"/>
                      <a:pt x="3" y="100"/>
                      <a:pt x="8" y="104"/>
                    </a:cubicBezTo>
                    <a:cubicBezTo>
                      <a:pt x="8" y="116"/>
                      <a:pt x="8" y="116"/>
                      <a:pt x="8" y="116"/>
                    </a:cubicBezTo>
                    <a:cubicBezTo>
                      <a:pt x="8" y="123"/>
                      <a:pt x="13" y="128"/>
                      <a:pt x="20" y="128"/>
                    </a:cubicBezTo>
                    <a:cubicBezTo>
                      <a:pt x="27" y="128"/>
                      <a:pt x="32" y="123"/>
                      <a:pt x="32" y="116"/>
                    </a:cubicBezTo>
                    <a:cubicBezTo>
                      <a:pt x="32" y="104"/>
                      <a:pt x="32" y="104"/>
                      <a:pt x="32" y="104"/>
                    </a:cubicBezTo>
                    <a:cubicBezTo>
                      <a:pt x="37" y="100"/>
                      <a:pt x="40" y="95"/>
                      <a:pt x="40" y="88"/>
                    </a:cubicBezTo>
                    <a:cubicBezTo>
                      <a:pt x="40" y="81"/>
                      <a:pt x="37" y="76"/>
                      <a:pt x="32" y="72"/>
                    </a:cubicBezTo>
                    <a:close/>
                    <a:moveTo>
                      <a:pt x="16" y="12"/>
                    </a:moveTo>
                    <a:cubicBezTo>
                      <a:pt x="16" y="10"/>
                      <a:pt x="18" y="8"/>
                      <a:pt x="20" y="8"/>
                    </a:cubicBezTo>
                    <a:cubicBezTo>
                      <a:pt x="22" y="8"/>
                      <a:pt x="24" y="10"/>
                      <a:pt x="24" y="12"/>
                    </a:cubicBezTo>
                    <a:cubicBezTo>
                      <a:pt x="24" y="68"/>
                      <a:pt x="24" y="68"/>
                      <a:pt x="24" y="68"/>
                    </a:cubicBezTo>
                    <a:cubicBezTo>
                      <a:pt x="23" y="68"/>
                      <a:pt x="21" y="68"/>
                      <a:pt x="20" y="68"/>
                    </a:cubicBezTo>
                    <a:cubicBezTo>
                      <a:pt x="19" y="68"/>
                      <a:pt x="17" y="68"/>
                      <a:pt x="16" y="68"/>
                    </a:cubicBezTo>
                    <a:lnTo>
                      <a:pt x="16" y="12"/>
                    </a:lnTo>
                    <a:close/>
                    <a:moveTo>
                      <a:pt x="24" y="116"/>
                    </a:moveTo>
                    <a:cubicBezTo>
                      <a:pt x="24" y="118"/>
                      <a:pt x="22" y="120"/>
                      <a:pt x="20" y="120"/>
                    </a:cubicBezTo>
                    <a:cubicBezTo>
                      <a:pt x="18" y="120"/>
                      <a:pt x="16" y="118"/>
                      <a:pt x="16" y="116"/>
                    </a:cubicBezTo>
                    <a:cubicBezTo>
                      <a:pt x="16" y="108"/>
                      <a:pt x="16" y="108"/>
                      <a:pt x="16" y="108"/>
                    </a:cubicBezTo>
                    <a:cubicBezTo>
                      <a:pt x="17" y="108"/>
                      <a:pt x="19" y="108"/>
                      <a:pt x="20" y="108"/>
                    </a:cubicBezTo>
                    <a:cubicBezTo>
                      <a:pt x="21" y="108"/>
                      <a:pt x="23" y="108"/>
                      <a:pt x="24" y="108"/>
                    </a:cubicBezTo>
                    <a:lnTo>
                      <a:pt x="24" y="116"/>
                    </a:lnTo>
                    <a:close/>
                    <a:moveTo>
                      <a:pt x="31" y="91"/>
                    </a:moveTo>
                    <a:cubicBezTo>
                      <a:pt x="31" y="92"/>
                      <a:pt x="31" y="92"/>
                      <a:pt x="31" y="92"/>
                    </a:cubicBezTo>
                    <a:cubicBezTo>
                      <a:pt x="31" y="93"/>
                      <a:pt x="30" y="94"/>
                      <a:pt x="30" y="95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29" y="96"/>
                      <a:pt x="28" y="97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6" y="98"/>
                      <a:pt x="25" y="99"/>
                      <a:pt x="24" y="99"/>
                    </a:cubicBezTo>
                    <a:cubicBezTo>
                      <a:pt x="23" y="100"/>
                      <a:pt x="21" y="100"/>
                      <a:pt x="20" y="100"/>
                    </a:cubicBezTo>
                    <a:cubicBezTo>
                      <a:pt x="19" y="100"/>
                      <a:pt x="17" y="100"/>
                      <a:pt x="16" y="99"/>
                    </a:cubicBezTo>
                    <a:cubicBezTo>
                      <a:pt x="15" y="99"/>
                      <a:pt x="14" y="98"/>
                      <a:pt x="13" y="98"/>
                    </a:cubicBezTo>
                    <a:cubicBezTo>
                      <a:pt x="13" y="98"/>
                      <a:pt x="13" y="98"/>
                      <a:pt x="13" y="98"/>
                    </a:cubicBezTo>
                    <a:cubicBezTo>
                      <a:pt x="12" y="97"/>
                      <a:pt x="11" y="96"/>
                      <a:pt x="10" y="95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4"/>
                      <a:pt x="9" y="93"/>
                      <a:pt x="9" y="92"/>
                    </a:cubicBezTo>
                    <a:cubicBezTo>
                      <a:pt x="9" y="92"/>
                      <a:pt x="9" y="92"/>
                      <a:pt x="9" y="91"/>
                    </a:cubicBezTo>
                    <a:cubicBezTo>
                      <a:pt x="8" y="90"/>
                      <a:pt x="8" y="89"/>
                      <a:pt x="8" y="88"/>
                    </a:cubicBezTo>
                    <a:cubicBezTo>
                      <a:pt x="8" y="87"/>
                      <a:pt x="8" y="86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10" y="82"/>
                      <a:pt x="10" y="81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0"/>
                      <a:pt x="12" y="79"/>
                      <a:pt x="13" y="78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4" y="78"/>
                      <a:pt x="15" y="77"/>
                      <a:pt x="16" y="77"/>
                    </a:cubicBezTo>
                    <a:cubicBezTo>
                      <a:pt x="17" y="76"/>
                      <a:pt x="19" y="76"/>
                      <a:pt x="20" y="76"/>
                    </a:cubicBezTo>
                    <a:cubicBezTo>
                      <a:pt x="21" y="76"/>
                      <a:pt x="23" y="76"/>
                      <a:pt x="24" y="77"/>
                    </a:cubicBezTo>
                    <a:cubicBezTo>
                      <a:pt x="25" y="77"/>
                      <a:pt x="26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8" y="79"/>
                      <a:pt x="29" y="80"/>
                      <a:pt x="30" y="81"/>
                    </a:cubicBezTo>
                    <a:cubicBezTo>
                      <a:pt x="30" y="81"/>
                      <a:pt x="30" y="81"/>
                      <a:pt x="30" y="81"/>
                    </a:cubicBezTo>
                    <a:cubicBezTo>
                      <a:pt x="30" y="82"/>
                      <a:pt x="31" y="83"/>
                      <a:pt x="31" y="84"/>
                    </a:cubicBezTo>
                    <a:cubicBezTo>
                      <a:pt x="31" y="84"/>
                      <a:pt x="31" y="84"/>
                      <a:pt x="31" y="85"/>
                    </a:cubicBezTo>
                    <a:cubicBezTo>
                      <a:pt x="32" y="86"/>
                      <a:pt x="32" y="87"/>
                      <a:pt x="32" y="88"/>
                    </a:cubicBezTo>
                    <a:cubicBezTo>
                      <a:pt x="32" y="89"/>
                      <a:pt x="32" y="90"/>
                      <a:pt x="31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7CD97A4-2D3B-403E-BC8F-D4224C62FD68}"/>
              </a:ext>
            </a:extLst>
          </p:cNvPr>
          <p:cNvGrpSpPr/>
          <p:nvPr/>
        </p:nvGrpSpPr>
        <p:grpSpPr>
          <a:xfrm>
            <a:off x="537773" y="1036460"/>
            <a:ext cx="1080000" cy="1080000"/>
            <a:chOff x="537773" y="1036460"/>
            <a:chExt cx="1080000" cy="1080000"/>
          </a:xfrm>
        </p:grpSpPr>
        <p:sp>
          <p:nvSpPr>
            <p:cNvPr id="348" name="椭圆 347">
              <a:extLst>
                <a:ext uri="{FF2B5EF4-FFF2-40B4-BE49-F238E27FC236}">
                  <a16:creationId xmlns:a16="http://schemas.microsoft.com/office/drawing/2014/main" id="{303569FB-D32D-42DA-89A1-74A1098EFEEB}"/>
                </a:ext>
              </a:extLst>
            </p:cNvPr>
            <p:cNvSpPr/>
            <p:nvPr/>
          </p:nvSpPr>
          <p:spPr>
            <a:xfrm>
              <a:off x="537773" y="1036460"/>
              <a:ext cx="1080000" cy="108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44" name="组合 343">
              <a:extLst>
                <a:ext uri="{FF2B5EF4-FFF2-40B4-BE49-F238E27FC236}">
                  <a16:creationId xmlns:a16="http://schemas.microsoft.com/office/drawing/2014/main" id="{CE7DE113-DCFB-4D82-82F0-3C145D577D11}"/>
                </a:ext>
              </a:extLst>
            </p:cNvPr>
            <p:cNvGrpSpPr/>
            <p:nvPr/>
          </p:nvGrpSpPr>
          <p:grpSpPr>
            <a:xfrm>
              <a:off x="727420" y="1272634"/>
              <a:ext cx="700706" cy="607653"/>
              <a:chOff x="2823379" y="4598624"/>
              <a:chExt cx="226674" cy="196572"/>
            </a:xfrm>
            <a:solidFill>
              <a:schemeClr val="bg1"/>
            </a:solidFill>
          </p:grpSpPr>
          <p:sp>
            <p:nvSpPr>
              <p:cNvPr id="345" name="Freeform 86">
                <a:extLst>
                  <a:ext uri="{FF2B5EF4-FFF2-40B4-BE49-F238E27FC236}">
                    <a16:creationId xmlns:a16="http://schemas.microsoft.com/office/drawing/2014/main" id="{09C26B19-D182-4396-9930-FB9222571E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23379" y="4602273"/>
                <a:ext cx="85287" cy="149595"/>
              </a:xfrm>
              <a:custGeom>
                <a:avLst/>
                <a:gdLst>
                  <a:gd name="T0" fmla="*/ 47 w 79"/>
                  <a:gd name="T1" fmla="*/ 63 h 139"/>
                  <a:gd name="T2" fmla="*/ 59 w 79"/>
                  <a:gd name="T3" fmla="*/ 60 h 139"/>
                  <a:gd name="T4" fmla="*/ 54 w 79"/>
                  <a:gd name="T5" fmla="*/ 38 h 139"/>
                  <a:gd name="T6" fmla="*/ 66 w 79"/>
                  <a:gd name="T7" fmla="*/ 6 h 139"/>
                  <a:gd name="T8" fmla="*/ 47 w 79"/>
                  <a:gd name="T9" fmla="*/ 0 h 139"/>
                  <a:gd name="T10" fmla="*/ 16 w 79"/>
                  <a:gd name="T11" fmla="*/ 31 h 139"/>
                  <a:gd name="T12" fmla="*/ 47 w 79"/>
                  <a:gd name="T13" fmla="*/ 63 h 139"/>
                  <a:gd name="T14" fmla="*/ 79 w 79"/>
                  <a:gd name="T15" fmla="*/ 86 h 139"/>
                  <a:gd name="T16" fmla="*/ 53 w 79"/>
                  <a:gd name="T17" fmla="*/ 74 h 139"/>
                  <a:gd name="T18" fmla="*/ 37 w 79"/>
                  <a:gd name="T19" fmla="*/ 74 h 139"/>
                  <a:gd name="T20" fmla="*/ 15 w 79"/>
                  <a:gd name="T21" fmla="*/ 86 h 139"/>
                  <a:gd name="T22" fmla="*/ 1 w 79"/>
                  <a:gd name="T23" fmla="*/ 128 h 139"/>
                  <a:gd name="T24" fmla="*/ 1 w 79"/>
                  <a:gd name="T25" fmla="*/ 131 h 139"/>
                  <a:gd name="T26" fmla="*/ 7 w 79"/>
                  <a:gd name="T27" fmla="*/ 139 h 139"/>
                  <a:gd name="T28" fmla="*/ 42 w 79"/>
                  <a:gd name="T29" fmla="*/ 139 h 139"/>
                  <a:gd name="T30" fmla="*/ 55 w 79"/>
                  <a:gd name="T31" fmla="*/ 104 h 139"/>
                  <a:gd name="T32" fmla="*/ 79 w 79"/>
                  <a:gd name="T33" fmla="*/ 87 h 139"/>
                  <a:gd name="T34" fmla="*/ 79 w 79"/>
                  <a:gd name="T35" fmla="*/ 86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9" h="139">
                    <a:moveTo>
                      <a:pt x="47" y="63"/>
                    </a:moveTo>
                    <a:cubicBezTo>
                      <a:pt x="52" y="63"/>
                      <a:pt x="56" y="62"/>
                      <a:pt x="59" y="60"/>
                    </a:cubicBezTo>
                    <a:cubicBezTo>
                      <a:pt x="56" y="54"/>
                      <a:pt x="54" y="46"/>
                      <a:pt x="54" y="38"/>
                    </a:cubicBezTo>
                    <a:cubicBezTo>
                      <a:pt x="54" y="26"/>
                      <a:pt x="58" y="15"/>
                      <a:pt x="66" y="6"/>
                    </a:cubicBezTo>
                    <a:cubicBezTo>
                      <a:pt x="60" y="2"/>
                      <a:pt x="54" y="0"/>
                      <a:pt x="47" y="0"/>
                    </a:cubicBezTo>
                    <a:cubicBezTo>
                      <a:pt x="30" y="0"/>
                      <a:pt x="16" y="14"/>
                      <a:pt x="16" y="31"/>
                    </a:cubicBezTo>
                    <a:cubicBezTo>
                      <a:pt x="16" y="49"/>
                      <a:pt x="30" y="63"/>
                      <a:pt x="47" y="63"/>
                    </a:cubicBezTo>
                    <a:close/>
                    <a:moveTo>
                      <a:pt x="79" y="86"/>
                    </a:moveTo>
                    <a:cubicBezTo>
                      <a:pt x="72" y="74"/>
                      <a:pt x="53" y="74"/>
                      <a:pt x="53" y="74"/>
                    </a:cubicBezTo>
                    <a:cubicBezTo>
                      <a:pt x="37" y="74"/>
                      <a:pt x="37" y="74"/>
                      <a:pt x="37" y="74"/>
                    </a:cubicBezTo>
                    <a:cubicBezTo>
                      <a:pt x="37" y="74"/>
                      <a:pt x="23" y="74"/>
                      <a:pt x="15" y="86"/>
                    </a:cubicBezTo>
                    <a:cubicBezTo>
                      <a:pt x="11" y="92"/>
                      <a:pt x="4" y="116"/>
                      <a:pt x="1" y="128"/>
                    </a:cubicBezTo>
                    <a:cubicBezTo>
                      <a:pt x="1" y="130"/>
                      <a:pt x="1" y="131"/>
                      <a:pt x="1" y="131"/>
                    </a:cubicBezTo>
                    <a:cubicBezTo>
                      <a:pt x="0" y="135"/>
                      <a:pt x="2" y="139"/>
                      <a:pt x="7" y="139"/>
                    </a:cubicBezTo>
                    <a:cubicBezTo>
                      <a:pt x="42" y="139"/>
                      <a:pt x="42" y="139"/>
                      <a:pt x="42" y="139"/>
                    </a:cubicBezTo>
                    <a:cubicBezTo>
                      <a:pt x="45" y="126"/>
                      <a:pt x="50" y="110"/>
                      <a:pt x="55" y="104"/>
                    </a:cubicBezTo>
                    <a:cubicBezTo>
                      <a:pt x="62" y="94"/>
                      <a:pt x="71" y="89"/>
                      <a:pt x="79" y="87"/>
                    </a:cubicBezTo>
                    <a:lnTo>
                      <a:pt x="79" y="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346" name="Freeform 87">
                <a:extLst>
                  <a:ext uri="{FF2B5EF4-FFF2-40B4-BE49-F238E27FC236}">
                    <a16:creationId xmlns:a16="http://schemas.microsoft.com/office/drawing/2014/main" id="{8BABEA19-83B7-4FA0-B0A1-E7C83CD5AD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62485" y="4602273"/>
                <a:ext cx="87568" cy="149595"/>
              </a:xfrm>
              <a:custGeom>
                <a:avLst/>
                <a:gdLst>
                  <a:gd name="T0" fmla="*/ 80 w 81"/>
                  <a:gd name="T1" fmla="*/ 131 h 139"/>
                  <a:gd name="T2" fmla="*/ 79 w 81"/>
                  <a:gd name="T3" fmla="*/ 129 h 139"/>
                  <a:gd name="T4" fmla="*/ 64 w 81"/>
                  <a:gd name="T5" fmla="*/ 86 h 139"/>
                  <a:gd name="T6" fmla="*/ 38 w 81"/>
                  <a:gd name="T7" fmla="*/ 74 h 139"/>
                  <a:gd name="T8" fmla="*/ 23 w 81"/>
                  <a:gd name="T9" fmla="*/ 74 h 139"/>
                  <a:gd name="T10" fmla="*/ 1 w 81"/>
                  <a:gd name="T11" fmla="*/ 86 h 139"/>
                  <a:gd name="T12" fmla="*/ 0 w 81"/>
                  <a:gd name="T13" fmla="*/ 88 h 139"/>
                  <a:gd name="T14" fmla="*/ 24 w 81"/>
                  <a:gd name="T15" fmla="*/ 105 h 139"/>
                  <a:gd name="T16" fmla="*/ 38 w 81"/>
                  <a:gd name="T17" fmla="*/ 139 h 139"/>
                  <a:gd name="T18" fmla="*/ 74 w 81"/>
                  <a:gd name="T19" fmla="*/ 139 h 139"/>
                  <a:gd name="T20" fmla="*/ 80 w 81"/>
                  <a:gd name="T21" fmla="*/ 131 h 139"/>
                  <a:gd name="T22" fmla="*/ 21 w 81"/>
                  <a:gd name="T23" fmla="*/ 60 h 139"/>
                  <a:gd name="T24" fmla="*/ 33 w 81"/>
                  <a:gd name="T25" fmla="*/ 63 h 139"/>
                  <a:gd name="T26" fmla="*/ 64 w 81"/>
                  <a:gd name="T27" fmla="*/ 31 h 139"/>
                  <a:gd name="T28" fmla="*/ 33 w 81"/>
                  <a:gd name="T29" fmla="*/ 0 h 139"/>
                  <a:gd name="T30" fmla="*/ 15 w 81"/>
                  <a:gd name="T31" fmla="*/ 6 h 139"/>
                  <a:gd name="T32" fmla="*/ 26 w 81"/>
                  <a:gd name="T33" fmla="*/ 38 h 139"/>
                  <a:gd name="T34" fmla="*/ 21 w 81"/>
                  <a:gd name="T35" fmla="*/ 6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1" h="139">
                    <a:moveTo>
                      <a:pt x="80" y="131"/>
                    </a:moveTo>
                    <a:cubicBezTo>
                      <a:pt x="79" y="129"/>
                      <a:pt x="79" y="129"/>
                      <a:pt x="79" y="129"/>
                    </a:cubicBezTo>
                    <a:cubicBezTo>
                      <a:pt x="77" y="118"/>
                      <a:pt x="69" y="92"/>
                      <a:pt x="64" y="86"/>
                    </a:cubicBezTo>
                    <a:cubicBezTo>
                      <a:pt x="58" y="74"/>
                      <a:pt x="38" y="74"/>
                      <a:pt x="38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9" y="74"/>
                      <a:pt x="1" y="86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9" y="90"/>
                      <a:pt x="19" y="95"/>
                      <a:pt x="24" y="105"/>
                    </a:cubicBezTo>
                    <a:cubicBezTo>
                      <a:pt x="29" y="111"/>
                      <a:pt x="34" y="126"/>
                      <a:pt x="38" y="139"/>
                    </a:cubicBezTo>
                    <a:cubicBezTo>
                      <a:pt x="74" y="139"/>
                      <a:pt x="74" y="139"/>
                      <a:pt x="74" y="139"/>
                    </a:cubicBezTo>
                    <a:cubicBezTo>
                      <a:pt x="78" y="139"/>
                      <a:pt x="81" y="135"/>
                      <a:pt x="80" y="131"/>
                    </a:cubicBezTo>
                    <a:close/>
                    <a:moveTo>
                      <a:pt x="21" y="60"/>
                    </a:moveTo>
                    <a:cubicBezTo>
                      <a:pt x="24" y="62"/>
                      <a:pt x="29" y="63"/>
                      <a:pt x="33" y="63"/>
                    </a:cubicBezTo>
                    <a:cubicBezTo>
                      <a:pt x="50" y="63"/>
                      <a:pt x="64" y="49"/>
                      <a:pt x="64" y="31"/>
                    </a:cubicBezTo>
                    <a:cubicBezTo>
                      <a:pt x="64" y="14"/>
                      <a:pt x="50" y="0"/>
                      <a:pt x="33" y="0"/>
                    </a:cubicBezTo>
                    <a:cubicBezTo>
                      <a:pt x="26" y="0"/>
                      <a:pt x="20" y="2"/>
                      <a:pt x="15" y="6"/>
                    </a:cubicBezTo>
                    <a:cubicBezTo>
                      <a:pt x="22" y="15"/>
                      <a:pt x="26" y="26"/>
                      <a:pt x="26" y="38"/>
                    </a:cubicBezTo>
                    <a:cubicBezTo>
                      <a:pt x="26" y="46"/>
                      <a:pt x="24" y="54"/>
                      <a:pt x="2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  <p:sp>
            <p:nvSpPr>
              <p:cNvPr id="347" name="Freeform 88">
                <a:extLst>
                  <a:ext uri="{FF2B5EF4-FFF2-40B4-BE49-F238E27FC236}">
                    <a16:creationId xmlns:a16="http://schemas.microsoft.com/office/drawing/2014/main" id="{59875F14-DBF5-4793-9C66-406BC919C5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68987" y="4598624"/>
                <a:ext cx="135913" cy="196572"/>
              </a:xfrm>
              <a:custGeom>
                <a:avLst/>
                <a:gdLst>
                  <a:gd name="T0" fmla="*/ 63 w 126"/>
                  <a:gd name="T1" fmla="*/ 82 h 182"/>
                  <a:gd name="T2" fmla="*/ 104 w 126"/>
                  <a:gd name="T3" fmla="*/ 41 h 182"/>
                  <a:gd name="T4" fmla="*/ 63 w 126"/>
                  <a:gd name="T5" fmla="*/ 0 h 182"/>
                  <a:gd name="T6" fmla="*/ 21 w 126"/>
                  <a:gd name="T7" fmla="*/ 41 h 182"/>
                  <a:gd name="T8" fmla="*/ 63 w 126"/>
                  <a:gd name="T9" fmla="*/ 82 h 182"/>
                  <a:gd name="T10" fmla="*/ 124 w 126"/>
                  <a:gd name="T11" fmla="*/ 172 h 182"/>
                  <a:gd name="T12" fmla="*/ 124 w 126"/>
                  <a:gd name="T13" fmla="*/ 169 h 182"/>
                  <a:gd name="T14" fmla="*/ 104 w 126"/>
                  <a:gd name="T15" fmla="*/ 113 h 182"/>
                  <a:gd name="T16" fmla="*/ 70 w 126"/>
                  <a:gd name="T17" fmla="*/ 97 h 182"/>
                  <a:gd name="T18" fmla="*/ 50 w 126"/>
                  <a:gd name="T19" fmla="*/ 97 h 182"/>
                  <a:gd name="T20" fmla="*/ 20 w 126"/>
                  <a:gd name="T21" fmla="*/ 112 h 182"/>
                  <a:gd name="T22" fmla="*/ 2 w 126"/>
                  <a:gd name="T23" fmla="*/ 168 h 182"/>
                  <a:gd name="T24" fmla="*/ 1 w 126"/>
                  <a:gd name="T25" fmla="*/ 171 h 182"/>
                  <a:gd name="T26" fmla="*/ 10 w 126"/>
                  <a:gd name="T27" fmla="*/ 182 h 182"/>
                  <a:gd name="T28" fmla="*/ 116 w 126"/>
                  <a:gd name="T29" fmla="*/ 182 h 182"/>
                  <a:gd name="T30" fmla="*/ 124 w 126"/>
                  <a:gd name="T31" fmla="*/ 17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6" h="182">
                    <a:moveTo>
                      <a:pt x="63" y="82"/>
                    </a:moveTo>
                    <a:cubicBezTo>
                      <a:pt x="85" y="82"/>
                      <a:pt x="104" y="64"/>
                      <a:pt x="104" y="41"/>
                    </a:cubicBezTo>
                    <a:cubicBezTo>
                      <a:pt x="104" y="18"/>
                      <a:pt x="85" y="0"/>
                      <a:pt x="63" y="0"/>
                    </a:cubicBezTo>
                    <a:cubicBezTo>
                      <a:pt x="40" y="0"/>
                      <a:pt x="21" y="18"/>
                      <a:pt x="21" y="41"/>
                    </a:cubicBezTo>
                    <a:cubicBezTo>
                      <a:pt x="21" y="64"/>
                      <a:pt x="40" y="82"/>
                      <a:pt x="63" y="82"/>
                    </a:cubicBezTo>
                    <a:close/>
                    <a:moveTo>
                      <a:pt x="124" y="172"/>
                    </a:moveTo>
                    <a:cubicBezTo>
                      <a:pt x="124" y="169"/>
                      <a:pt x="124" y="169"/>
                      <a:pt x="124" y="169"/>
                    </a:cubicBezTo>
                    <a:cubicBezTo>
                      <a:pt x="120" y="155"/>
                      <a:pt x="110" y="121"/>
                      <a:pt x="104" y="113"/>
                    </a:cubicBezTo>
                    <a:cubicBezTo>
                      <a:pt x="95" y="97"/>
                      <a:pt x="70" y="97"/>
                      <a:pt x="70" y="97"/>
                    </a:cubicBezTo>
                    <a:cubicBezTo>
                      <a:pt x="50" y="97"/>
                      <a:pt x="50" y="97"/>
                      <a:pt x="50" y="97"/>
                    </a:cubicBezTo>
                    <a:cubicBezTo>
                      <a:pt x="50" y="97"/>
                      <a:pt x="31" y="97"/>
                      <a:pt x="20" y="112"/>
                    </a:cubicBezTo>
                    <a:cubicBezTo>
                      <a:pt x="15" y="120"/>
                      <a:pt x="6" y="152"/>
                      <a:pt x="2" y="168"/>
                    </a:cubicBezTo>
                    <a:cubicBezTo>
                      <a:pt x="2" y="170"/>
                      <a:pt x="1" y="171"/>
                      <a:pt x="1" y="171"/>
                    </a:cubicBezTo>
                    <a:cubicBezTo>
                      <a:pt x="0" y="177"/>
                      <a:pt x="4" y="182"/>
                      <a:pt x="10" y="182"/>
                    </a:cubicBezTo>
                    <a:cubicBezTo>
                      <a:pt x="116" y="182"/>
                      <a:pt x="116" y="182"/>
                      <a:pt x="116" y="182"/>
                    </a:cubicBezTo>
                    <a:cubicBezTo>
                      <a:pt x="122" y="182"/>
                      <a:pt x="126" y="177"/>
                      <a:pt x="124" y="1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Segoe UI Light"/>
                  <a:ea typeface="微软雅黑"/>
                </a:endParaRPr>
              </a:p>
            </p:txBody>
          </p:sp>
        </p:grpSp>
      </p:grpSp>
      <p:grpSp>
        <p:nvGrpSpPr>
          <p:cNvPr id="352" name="组合 351">
            <a:extLst>
              <a:ext uri="{FF2B5EF4-FFF2-40B4-BE49-F238E27FC236}">
                <a16:creationId xmlns:a16="http://schemas.microsoft.com/office/drawing/2014/main" id="{7068351F-1CAA-4713-B4E0-FB18756DE059}"/>
              </a:ext>
            </a:extLst>
          </p:cNvPr>
          <p:cNvGrpSpPr/>
          <p:nvPr/>
        </p:nvGrpSpPr>
        <p:grpSpPr>
          <a:xfrm>
            <a:off x="10671836" y="1036460"/>
            <a:ext cx="1080000" cy="1080000"/>
            <a:chOff x="10594629" y="1093420"/>
            <a:chExt cx="1080000" cy="1080000"/>
          </a:xfrm>
        </p:grpSpPr>
        <p:sp>
          <p:nvSpPr>
            <p:cNvPr id="351" name="椭圆 350">
              <a:extLst>
                <a:ext uri="{FF2B5EF4-FFF2-40B4-BE49-F238E27FC236}">
                  <a16:creationId xmlns:a16="http://schemas.microsoft.com/office/drawing/2014/main" id="{C48F29A4-FC51-49DD-8785-9D3F8A7AC6F9}"/>
                </a:ext>
              </a:extLst>
            </p:cNvPr>
            <p:cNvSpPr/>
            <p:nvPr/>
          </p:nvSpPr>
          <p:spPr>
            <a:xfrm>
              <a:off x="10594629" y="1093420"/>
              <a:ext cx="1080000" cy="108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0" name="Freeform 187">
              <a:extLst>
                <a:ext uri="{FF2B5EF4-FFF2-40B4-BE49-F238E27FC236}">
                  <a16:creationId xmlns:a16="http://schemas.microsoft.com/office/drawing/2014/main" id="{BD77DDCF-537B-4E44-A788-64344E6E97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89724" y="1316365"/>
              <a:ext cx="689810" cy="634111"/>
            </a:xfrm>
            <a:custGeom>
              <a:avLst/>
              <a:gdLst>
                <a:gd name="T0" fmla="*/ 107 w 204"/>
                <a:gd name="T1" fmla="*/ 0 h 188"/>
                <a:gd name="T2" fmla="*/ 0 w 204"/>
                <a:gd name="T3" fmla="*/ 78 h 188"/>
                <a:gd name="T4" fmla="*/ 39 w 204"/>
                <a:gd name="T5" fmla="*/ 139 h 188"/>
                <a:gd name="T6" fmla="*/ 14 w 204"/>
                <a:gd name="T7" fmla="*/ 181 h 188"/>
                <a:gd name="T8" fmla="*/ 86 w 204"/>
                <a:gd name="T9" fmla="*/ 153 h 188"/>
                <a:gd name="T10" fmla="*/ 107 w 204"/>
                <a:gd name="T11" fmla="*/ 156 h 188"/>
                <a:gd name="T12" fmla="*/ 204 w 204"/>
                <a:gd name="T13" fmla="*/ 78 h 188"/>
                <a:gd name="T14" fmla="*/ 107 w 204"/>
                <a:gd name="T15" fmla="*/ 0 h 188"/>
                <a:gd name="T16" fmla="*/ 56 w 204"/>
                <a:gd name="T17" fmla="*/ 93 h 188"/>
                <a:gd name="T18" fmla="*/ 42 w 204"/>
                <a:gd name="T19" fmla="*/ 78 h 188"/>
                <a:gd name="T20" fmla="*/ 56 w 204"/>
                <a:gd name="T21" fmla="*/ 64 h 188"/>
                <a:gd name="T22" fmla="*/ 71 w 204"/>
                <a:gd name="T23" fmla="*/ 78 h 188"/>
                <a:gd name="T24" fmla="*/ 56 w 204"/>
                <a:gd name="T25" fmla="*/ 93 h 188"/>
                <a:gd name="T26" fmla="*/ 103 w 204"/>
                <a:gd name="T27" fmla="*/ 93 h 188"/>
                <a:gd name="T28" fmla="*/ 89 w 204"/>
                <a:gd name="T29" fmla="*/ 78 h 188"/>
                <a:gd name="T30" fmla="*/ 103 w 204"/>
                <a:gd name="T31" fmla="*/ 64 h 188"/>
                <a:gd name="T32" fmla="*/ 117 w 204"/>
                <a:gd name="T33" fmla="*/ 78 h 188"/>
                <a:gd name="T34" fmla="*/ 103 w 204"/>
                <a:gd name="T35" fmla="*/ 93 h 188"/>
                <a:gd name="T36" fmla="*/ 150 w 204"/>
                <a:gd name="T37" fmla="*/ 93 h 188"/>
                <a:gd name="T38" fmla="*/ 136 w 204"/>
                <a:gd name="T39" fmla="*/ 78 h 188"/>
                <a:gd name="T40" fmla="*/ 150 w 204"/>
                <a:gd name="T41" fmla="*/ 64 h 188"/>
                <a:gd name="T42" fmla="*/ 164 w 204"/>
                <a:gd name="T43" fmla="*/ 78 h 188"/>
                <a:gd name="T44" fmla="*/ 150 w 204"/>
                <a:gd name="T45" fmla="*/ 9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4" h="188">
                  <a:moveTo>
                    <a:pt x="107" y="0"/>
                  </a:moveTo>
                  <a:cubicBezTo>
                    <a:pt x="47" y="0"/>
                    <a:pt x="0" y="35"/>
                    <a:pt x="0" y="78"/>
                  </a:cubicBezTo>
                  <a:cubicBezTo>
                    <a:pt x="0" y="103"/>
                    <a:pt x="15" y="125"/>
                    <a:pt x="39" y="139"/>
                  </a:cubicBezTo>
                  <a:cubicBezTo>
                    <a:pt x="45" y="142"/>
                    <a:pt x="45" y="167"/>
                    <a:pt x="14" y="181"/>
                  </a:cubicBezTo>
                  <a:cubicBezTo>
                    <a:pt x="14" y="181"/>
                    <a:pt x="58" y="188"/>
                    <a:pt x="86" y="153"/>
                  </a:cubicBezTo>
                  <a:cubicBezTo>
                    <a:pt x="93" y="154"/>
                    <a:pt x="100" y="156"/>
                    <a:pt x="107" y="156"/>
                  </a:cubicBezTo>
                  <a:cubicBezTo>
                    <a:pt x="167" y="156"/>
                    <a:pt x="204" y="122"/>
                    <a:pt x="204" y="78"/>
                  </a:cubicBezTo>
                  <a:cubicBezTo>
                    <a:pt x="204" y="35"/>
                    <a:pt x="167" y="0"/>
                    <a:pt x="107" y="0"/>
                  </a:cubicBezTo>
                  <a:close/>
                  <a:moveTo>
                    <a:pt x="56" y="93"/>
                  </a:moveTo>
                  <a:cubicBezTo>
                    <a:pt x="48" y="93"/>
                    <a:pt x="42" y="86"/>
                    <a:pt x="42" y="78"/>
                  </a:cubicBezTo>
                  <a:cubicBezTo>
                    <a:pt x="42" y="70"/>
                    <a:pt x="48" y="64"/>
                    <a:pt x="56" y="64"/>
                  </a:cubicBezTo>
                  <a:cubicBezTo>
                    <a:pt x="64" y="64"/>
                    <a:pt x="71" y="70"/>
                    <a:pt x="71" y="78"/>
                  </a:cubicBezTo>
                  <a:cubicBezTo>
                    <a:pt x="71" y="86"/>
                    <a:pt x="64" y="93"/>
                    <a:pt x="56" y="93"/>
                  </a:cubicBezTo>
                  <a:close/>
                  <a:moveTo>
                    <a:pt x="103" y="93"/>
                  </a:moveTo>
                  <a:cubicBezTo>
                    <a:pt x="95" y="93"/>
                    <a:pt x="89" y="86"/>
                    <a:pt x="89" y="78"/>
                  </a:cubicBezTo>
                  <a:cubicBezTo>
                    <a:pt x="89" y="70"/>
                    <a:pt x="95" y="64"/>
                    <a:pt x="103" y="64"/>
                  </a:cubicBezTo>
                  <a:cubicBezTo>
                    <a:pt x="111" y="64"/>
                    <a:pt x="117" y="70"/>
                    <a:pt x="117" y="78"/>
                  </a:cubicBezTo>
                  <a:cubicBezTo>
                    <a:pt x="117" y="86"/>
                    <a:pt x="111" y="93"/>
                    <a:pt x="103" y="93"/>
                  </a:cubicBezTo>
                  <a:close/>
                  <a:moveTo>
                    <a:pt x="150" y="93"/>
                  </a:moveTo>
                  <a:cubicBezTo>
                    <a:pt x="142" y="93"/>
                    <a:pt x="136" y="86"/>
                    <a:pt x="136" y="78"/>
                  </a:cubicBezTo>
                  <a:cubicBezTo>
                    <a:pt x="136" y="70"/>
                    <a:pt x="142" y="64"/>
                    <a:pt x="150" y="64"/>
                  </a:cubicBezTo>
                  <a:cubicBezTo>
                    <a:pt x="158" y="64"/>
                    <a:pt x="164" y="70"/>
                    <a:pt x="164" y="78"/>
                  </a:cubicBezTo>
                  <a:cubicBezTo>
                    <a:pt x="164" y="86"/>
                    <a:pt x="158" y="93"/>
                    <a:pt x="150" y="9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grpSp>
        <p:nvGrpSpPr>
          <p:cNvPr id="355" name="组合 354">
            <a:extLst>
              <a:ext uri="{FF2B5EF4-FFF2-40B4-BE49-F238E27FC236}">
                <a16:creationId xmlns:a16="http://schemas.microsoft.com/office/drawing/2014/main" id="{0BA5D8D4-7510-469A-A9BE-4CFCB24370AD}"/>
              </a:ext>
            </a:extLst>
          </p:cNvPr>
          <p:cNvGrpSpPr/>
          <p:nvPr/>
        </p:nvGrpSpPr>
        <p:grpSpPr>
          <a:xfrm>
            <a:off x="537773" y="2511961"/>
            <a:ext cx="1080000" cy="1080000"/>
            <a:chOff x="537773" y="2511961"/>
            <a:chExt cx="1080000" cy="1080000"/>
          </a:xfrm>
        </p:grpSpPr>
        <p:sp>
          <p:nvSpPr>
            <p:cNvPr id="354" name="椭圆 353">
              <a:extLst>
                <a:ext uri="{FF2B5EF4-FFF2-40B4-BE49-F238E27FC236}">
                  <a16:creationId xmlns:a16="http://schemas.microsoft.com/office/drawing/2014/main" id="{8CC1FAF9-6D69-45C1-BE87-62A18FF0B891}"/>
                </a:ext>
              </a:extLst>
            </p:cNvPr>
            <p:cNvSpPr/>
            <p:nvPr/>
          </p:nvSpPr>
          <p:spPr>
            <a:xfrm>
              <a:off x="537773" y="2511961"/>
              <a:ext cx="1080000" cy="108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3" name="Freeform 307">
              <a:extLst>
                <a:ext uri="{FF2B5EF4-FFF2-40B4-BE49-F238E27FC236}">
                  <a16:creationId xmlns:a16="http://schemas.microsoft.com/office/drawing/2014/main" id="{BA25488B-BFCA-4AE2-9289-635D9C2FE2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249" y="2666439"/>
              <a:ext cx="771048" cy="771044"/>
            </a:xfrm>
            <a:custGeom>
              <a:avLst/>
              <a:gdLst>
                <a:gd name="T0" fmla="*/ 198 w 202"/>
                <a:gd name="T1" fmla="*/ 97 h 202"/>
                <a:gd name="T2" fmla="*/ 175 w 202"/>
                <a:gd name="T3" fmla="*/ 97 h 202"/>
                <a:gd name="T4" fmla="*/ 105 w 202"/>
                <a:gd name="T5" fmla="*/ 27 h 202"/>
                <a:gd name="T6" fmla="*/ 105 w 202"/>
                <a:gd name="T7" fmla="*/ 4 h 202"/>
                <a:gd name="T8" fmla="*/ 101 w 202"/>
                <a:gd name="T9" fmla="*/ 0 h 202"/>
                <a:gd name="T10" fmla="*/ 97 w 202"/>
                <a:gd name="T11" fmla="*/ 4 h 202"/>
                <a:gd name="T12" fmla="*/ 97 w 202"/>
                <a:gd name="T13" fmla="*/ 27 h 202"/>
                <a:gd name="T14" fmla="*/ 28 w 202"/>
                <a:gd name="T15" fmla="*/ 97 h 202"/>
                <a:gd name="T16" fmla="*/ 4 w 202"/>
                <a:gd name="T17" fmla="*/ 97 h 202"/>
                <a:gd name="T18" fmla="*/ 0 w 202"/>
                <a:gd name="T19" fmla="*/ 101 h 202"/>
                <a:gd name="T20" fmla="*/ 4 w 202"/>
                <a:gd name="T21" fmla="*/ 105 h 202"/>
                <a:gd name="T22" fmla="*/ 28 w 202"/>
                <a:gd name="T23" fmla="*/ 105 h 202"/>
                <a:gd name="T24" fmla="*/ 97 w 202"/>
                <a:gd name="T25" fmla="*/ 174 h 202"/>
                <a:gd name="T26" fmla="*/ 97 w 202"/>
                <a:gd name="T27" fmla="*/ 198 h 202"/>
                <a:gd name="T28" fmla="*/ 101 w 202"/>
                <a:gd name="T29" fmla="*/ 202 h 202"/>
                <a:gd name="T30" fmla="*/ 105 w 202"/>
                <a:gd name="T31" fmla="*/ 198 h 202"/>
                <a:gd name="T32" fmla="*/ 105 w 202"/>
                <a:gd name="T33" fmla="*/ 174 h 202"/>
                <a:gd name="T34" fmla="*/ 175 w 202"/>
                <a:gd name="T35" fmla="*/ 105 h 202"/>
                <a:gd name="T36" fmla="*/ 198 w 202"/>
                <a:gd name="T37" fmla="*/ 105 h 202"/>
                <a:gd name="T38" fmla="*/ 202 w 202"/>
                <a:gd name="T39" fmla="*/ 101 h 202"/>
                <a:gd name="T40" fmla="*/ 198 w 202"/>
                <a:gd name="T41" fmla="*/ 97 h 202"/>
                <a:gd name="T42" fmla="*/ 105 w 202"/>
                <a:gd name="T43" fmla="*/ 166 h 202"/>
                <a:gd name="T44" fmla="*/ 105 w 202"/>
                <a:gd name="T45" fmla="*/ 141 h 202"/>
                <a:gd name="T46" fmla="*/ 101 w 202"/>
                <a:gd name="T47" fmla="*/ 137 h 202"/>
                <a:gd name="T48" fmla="*/ 97 w 202"/>
                <a:gd name="T49" fmla="*/ 141 h 202"/>
                <a:gd name="T50" fmla="*/ 97 w 202"/>
                <a:gd name="T51" fmla="*/ 166 h 202"/>
                <a:gd name="T52" fmla="*/ 36 w 202"/>
                <a:gd name="T53" fmla="*/ 105 h 202"/>
                <a:gd name="T54" fmla="*/ 61 w 202"/>
                <a:gd name="T55" fmla="*/ 105 h 202"/>
                <a:gd name="T56" fmla="*/ 65 w 202"/>
                <a:gd name="T57" fmla="*/ 101 h 202"/>
                <a:gd name="T58" fmla="*/ 61 w 202"/>
                <a:gd name="T59" fmla="*/ 97 h 202"/>
                <a:gd name="T60" fmla="*/ 36 w 202"/>
                <a:gd name="T61" fmla="*/ 97 h 202"/>
                <a:gd name="T62" fmla="*/ 97 w 202"/>
                <a:gd name="T63" fmla="*/ 35 h 202"/>
                <a:gd name="T64" fmla="*/ 97 w 202"/>
                <a:gd name="T65" fmla="*/ 61 h 202"/>
                <a:gd name="T66" fmla="*/ 101 w 202"/>
                <a:gd name="T67" fmla="*/ 65 h 202"/>
                <a:gd name="T68" fmla="*/ 105 w 202"/>
                <a:gd name="T69" fmla="*/ 61 h 202"/>
                <a:gd name="T70" fmla="*/ 105 w 202"/>
                <a:gd name="T71" fmla="*/ 35 h 202"/>
                <a:gd name="T72" fmla="*/ 167 w 202"/>
                <a:gd name="T73" fmla="*/ 97 h 202"/>
                <a:gd name="T74" fmla="*/ 141 w 202"/>
                <a:gd name="T75" fmla="*/ 97 h 202"/>
                <a:gd name="T76" fmla="*/ 137 w 202"/>
                <a:gd name="T77" fmla="*/ 101 h 202"/>
                <a:gd name="T78" fmla="*/ 141 w 202"/>
                <a:gd name="T79" fmla="*/ 105 h 202"/>
                <a:gd name="T80" fmla="*/ 167 w 202"/>
                <a:gd name="T81" fmla="*/ 105 h 202"/>
                <a:gd name="T82" fmla="*/ 105 w 202"/>
                <a:gd name="T83" fmla="*/ 16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2" h="202">
                  <a:moveTo>
                    <a:pt x="198" y="97"/>
                  </a:moveTo>
                  <a:cubicBezTo>
                    <a:pt x="175" y="97"/>
                    <a:pt x="175" y="97"/>
                    <a:pt x="175" y="97"/>
                  </a:cubicBezTo>
                  <a:cubicBezTo>
                    <a:pt x="173" y="59"/>
                    <a:pt x="143" y="29"/>
                    <a:pt x="105" y="27"/>
                  </a:cubicBezTo>
                  <a:cubicBezTo>
                    <a:pt x="105" y="4"/>
                    <a:pt x="105" y="4"/>
                    <a:pt x="105" y="4"/>
                  </a:cubicBezTo>
                  <a:cubicBezTo>
                    <a:pt x="105" y="1"/>
                    <a:pt x="103" y="0"/>
                    <a:pt x="101" y="0"/>
                  </a:cubicBezTo>
                  <a:cubicBezTo>
                    <a:pt x="99" y="0"/>
                    <a:pt x="97" y="1"/>
                    <a:pt x="97" y="4"/>
                  </a:cubicBezTo>
                  <a:cubicBezTo>
                    <a:pt x="97" y="27"/>
                    <a:pt x="97" y="27"/>
                    <a:pt x="97" y="27"/>
                  </a:cubicBezTo>
                  <a:cubicBezTo>
                    <a:pt x="60" y="29"/>
                    <a:pt x="30" y="59"/>
                    <a:pt x="28" y="97"/>
                  </a:cubicBezTo>
                  <a:cubicBezTo>
                    <a:pt x="4" y="97"/>
                    <a:pt x="4" y="97"/>
                    <a:pt x="4" y="97"/>
                  </a:cubicBezTo>
                  <a:cubicBezTo>
                    <a:pt x="2" y="97"/>
                    <a:pt x="0" y="98"/>
                    <a:pt x="0" y="101"/>
                  </a:cubicBezTo>
                  <a:cubicBezTo>
                    <a:pt x="0" y="103"/>
                    <a:pt x="2" y="105"/>
                    <a:pt x="4" y="105"/>
                  </a:cubicBezTo>
                  <a:cubicBezTo>
                    <a:pt x="28" y="105"/>
                    <a:pt x="28" y="105"/>
                    <a:pt x="28" y="105"/>
                  </a:cubicBezTo>
                  <a:cubicBezTo>
                    <a:pt x="30" y="142"/>
                    <a:pt x="60" y="172"/>
                    <a:pt x="97" y="174"/>
                  </a:cubicBezTo>
                  <a:cubicBezTo>
                    <a:pt x="97" y="198"/>
                    <a:pt x="97" y="198"/>
                    <a:pt x="97" y="198"/>
                  </a:cubicBezTo>
                  <a:cubicBezTo>
                    <a:pt x="97" y="200"/>
                    <a:pt x="99" y="202"/>
                    <a:pt x="101" y="202"/>
                  </a:cubicBezTo>
                  <a:cubicBezTo>
                    <a:pt x="103" y="202"/>
                    <a:pt x="105" y="200"/>
                    <a:pt x="105" y="198"/>
                  </a:cubicBezTo>
                  <a:cubicBezTo>
                    <a:pt x="105" y="174"/>
                    <a:pt x="105" y="174"/>
                    <a:pt x="105" y="174"/>
                  </a:cubicBezTo>
                  <a:cubicBezTo>
                    <a:pt x="143" y="172"/>
                    <a:pt x="173" y="142"/>
                    <a:pt x="175" y="105"/>
                  </a:cubicBezTo>
                  <a:cubicBezTo>
                    <a:pt x="198" y="105"/>
                    <a:pt x="198" y="105"/>
                    <a:pt x="198" y="105"/>
                  </a:cubicBezTo>
                  <a:cubicBezTo>
                    <a:pt x="201" y="105"/>
                    <a:pt x="202" y="103"/>
                    <a:pt x="202" y="101"/>
                  </a:cubicBezTo>
                  <a:cubicBezTo>
                    <a:pt x="202" y="98"/>
                    <a:pt x="201" y="97"/>
                    <a:pt x="198" y="97"/>
                  </a:cubicBezTo>
                  <a:close/>
                  <a:moveTo>
                    <a:pt x="105" y="166"/>
                  </a:moveTo>
                  <a:cubicBezTo>
                    <a:pt x="105" y="141"/>
                    <a:pt x="105" y="141"/>
                    <a:pt x="105" y="141"/>
                  </a:cubicBezTo>
                  <a:cubicBezTo>
                    <a:pt x="105" y="139"/>
                    <a:pt x="103" y="137"/>
                    <a:pt x="101" y="137"/>
                  </a:cubicBezTo>
                  <a:cubicBezTo>
                    <a:pt x="99" y="137"/>
                    <a:pt x="97" y="139"/>
                    <a:pt x="97" y="141"/>
                  </a:cubicBezTo>
                  <a:cubicBezTo>
                    <a:pt x="97" y="166"/>
                    <a:pt x="97" y="166"/>
                    <a:pt x="97" y="166"/>
                  </a:cubicBezTo>
                  <a:cubicBezTo>
                    <a:pt x="64" y="164"/>
                    <a:pt x="38" y="138"/>
                    <a:pt x="36" y="105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3" y="105"/>
                    <a:pt x="65" y="103"/>
                    <a:pt x="65" y="101"/>
                  </a:cubicBezTo>
                  <a:cubicBezTo>
                    <a:pt x="65" y="98"/>
                    <a:pt x="63" y="97"/>
                    <a:pt x="61" y="9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8" y="64"/>
                    <a:pt x="64" y="37"/>
                    <a:pt x="97" y="35"/>
                  </a:cubicBezTo>
                  <a:cubicBezTo>
                    <a:pt x="97" y="61"/>
                    <a:pt x="97" y="61"/>
                    <a:pt x="97" y="61"/>
                  </a:cubicBezTo>
                  <a:cubicBezTo>
                    <a:pt x="97" y="63"/>
                    <a:pt x="99" y="65"/>
                    <a:pt x="101" y="65"/>
                  </a:cubicBezTo>
                  <a:cubicBezTo>
                    <a:pt x="103" y="65"/>
                    <a:pt x="105" y="63"/>
                    <a:pt x="105" y="61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38" y="37"/>
                    <a:pt x="165" y="64"/>
                    <a:pt x="167" y="97"/>
                  </a:cubicBezTo>
                  <a:cubicBezTo>
                    <a:pt x="141" y="97"/>
                    <a:pt x="141" y="97"/>
                    <a:pt x="141" y="97"/>
                  </a:cubicBezTo>
                  <a:cubicBezTo>
                    <a:pt x="139" y="97"/>
                    <a:pt x="137" y="98"/>
                    <a:pt x="137" y="101"/>
                  </a:cubicBezTo>
                  <a:cubicBezTo>
                    <a:pt x="137" y="103"/>
                    <a:pt x="139" y="105"/>
                    <a:pt x="141" y="105"/>
                  </a:cubicBezTo>
                  <a:cubicBezTo>
                    <a:pt x="167" y="105"/>
                    <a:pt x="167" y="105"/>
                    <a:pt x="167" y="105"/>
                  </a:cubicBezTo>
                  <a:cubicBezTo>
                    <a:pt x="165" y="138"/>
                    <a:pt x="138" y="164"/>
                    <a:pt x="105" y="166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846BDA08-DBE1-4EBF-B41B-4F9720342F81}"/>
              </a:ext>
            </a:extLst>
          </p:cNvPr>
          <p:cNvGrpSpPr/>
          <p:nvPr/>
        </p:nvGrpSpPr>
        <p:grpSpPr>
          <a:xfrm>
            <a:off x="10668912" y="3980385"/>
            <a:ext cx="1080000" cy="1080000"/>
            <a:chOff x="10671836" y="3980385"/>
            <a:chExt cx="1080000" cy="1080000"/>
          </a:xfrm>
        </p:grpSpPr>
        <p:sp>
          <p:nvSpPr>
            <p:cNvPr id="357" name="椭圆 356">
              <a:extLst>
                <a:ext uri="{FF2B5EF4-FFF2-40B4-BE49-F238E27FC236}">
                  <a16:creationId xmlns:a16="http://schemas.microsoft.com/office/drawing/2014/main" id="{1704119C-5F0B-4B8C-9F4D-FF5AC2916800}"/>
                </a:ext>
              </a:extLst>
            </p:cNvPr>
            <p:cNvSpPr/>
            <p:nvPr/>
          </p:nvSpPr>
          <p:spPr>
            <a:xfrm>
              <a:off x="10671836" y="3980385"/>
              <a:ext cx="1080000" cy="108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6" name="Freeform 15">
              <a:extLst>
                <a:ext uri="{FF2B5EF4-FFF2-40B4-BE49-F238E27FC236}">
                  <a16:creationId xmlns:a16="http://schemas.microsoft.com/office/drawing/2014/main" id="{7C29C0C4-634E-46A3-8A4F-86175062F6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58195" y="4240789"/>
              <a:ext cx="707283" cy="559193"/>
            </a:xfrm>
            <a:custGeom>
              <a:avLst/>
              <a:gdLst>
                <a:gd name="T0" fmla="*/ 576 w 917"/>
                <a:gd name="T1" fmla="*/ 114 h 725"/>
                <a:gd name="T2" fmla="*/ 580 w 917"/>
                <a:gd name="T3" fmla="*/ 37 h 725"/>
                <a:gd name="T4" fmla="*/ 617 w 917"/>
                <a:gd name="T5" fmla="*/ 0 h 725"/>
                <a:gd name="T6" fmla="*/ 917 w 917"/>
                <a:gd name="T7" fmla="*/ 0 h 725"/>
                <a:gd name="T8" fmla="*/ 917 w 917"/>
                <a:gd name="T9" fmla="*/ 686 h 725"/>
                <a:gd name="T10" fmla="*/ 879 w 917"/>
                <a:gd name="T11" fmla="*/ 725 h 725"/>
                <a:gd name="T12" fmla="*/ 580 w 917"/>
                <a:gd name="T13" fmla="*/ 725 h 725"/>
                <a:gd name="T14" fmla="*/ 580 w 917"/>
                <a:gd name="T15" fmla="*/ 587 h 725"/>
                <a:gd name="T16" fmla="*/ 414 w 917"/>
                <a:gd name="T17" fmla="*/ 587 h 725"/>
                <a:gd name="T18" fmla="*/ 452 w 917"/>
                <a:gd name="T19" fmla="*/ 664 h 725"/>
                <a:gd name="T20" fmla="*/ 140 w 917"/>
                <a:gd name="T21" fmla="*/ 723 h 725"/>
                <a:gd name="T22" fmla="*/ 186 w 917"/>
                <a:gd name="T23" fmla="*/ 664 h 725"/>
                <a:gd name="T24" fmla="*/ 38 w 917"/>
                <a:gd name="T25" fmla="*/ 587 h 725"/>
                <a:gd name="T26" fmla="*/ 0 w 917"/>
                <a:gd name="T27" fmla="*/ 550 h 725"/>
                <a:gd name="T28" fmla="*/ 0 w 917"/>
                <a:gd name="T29" fmla="*/ 114 h 725"/>
                <a:gd name="T30" fmla="*/ 38 w 917"/>
                <a:gd name="T31" fmla="*/ 114 h 725"/>
                <a:gd name="T32" fmla="*/ 201 w 917"/>
                <a:gd name="T33" fmla="*/ 453 h 725"/>
                <a:gd name="T34" fmla="*/ 160 w 917"/>
                <a:gd name="T35" fmla="*/ 327 h 725"/>
                <a:gd name="T36" fmla="*/ 160 w 917"/>
                <a:gd name="T37" fmla="*/ 453 h 725"/>
                <a:gd name="T38" fmla="*/ 450 w 917"/>
                <a:gd name="T39" fmla="*/ 453 h 725"/>
                <a:gd name="T40" fmla="*/ 408 w 917"/>
                <a:gd name="T41" fmla="*/ 242 h 725"/>
                <a:gd name="T42" fmla="*/ 408 w 917"/>
                <a:gd name="T43" fmla="*/ 453 h 725"/>
                <a:gd name="T44" fmla="*/ 387 w 917"/>
                <a:gd name="T45" fmla="*/ 453 h 725"/>
                <a:gd name="T46" fmla="*/ 347 w 917"/>
                <a:gd name="T47" fmla="*/ 374 h 725"/>
                <a:gd name="T48" fmla="*/ 347 w 917"/>
                <a:gd name="T49" fmla="*/ 453 h 725"/>
                <a:gd name="T50" fmla="*/ 325 w 917"/>
                <a:gd name="T51" fmla="*/ 453 h 725"/>
                <a:gd name="T52" fmla="*/ 284 w 917"/>
                <a:gd name="T53" fmla="*/ 351 h 725"/>
                <a:gd name="T54" fmla="*/ 284 w 917"/>
                <a:gd name="T55" fmla="*/ 453 h 725"/>
                <a:gd name="T56" fmla="*/ 264 w 917"/>
                <a:gd name="T57" fmla="*/ 453 h 725"/>
                <a:gd name="T58" fmla="*/ 223 w 917"/>
                <a:gd name="T59" fmla="*/ 296 h 725"/>
                <a:gd name="T60" fmla="*/ 223 w 917"/>
                <a:gd name="T61" fmla="*/ 453 h 725"/>
                <a:gd name="T62" fmla="*/ 840 w 917"/>
                <a:gd name="T63" fmla="*/ 254 h 725"/>
                <a:gd name="T64" fmla="*/ 694 w 917"/>
                <a:gd name="T65" fmla="*/ 207 h 725"/>
                <a:gd name="T66" fmla="*/ 840 w 917"/>
                <a:gd name="T67" fmla="*/ 134 h 725"/>
                <a:gd name="T68" fmla="*/ 655 w 917"/>
                <a:gd name="T69" fmla="*/ 75 h 725"/>
                <a:gd name="T70" fmla="*/ 840 w 917"/>
                <a:gd name="T71" fmla="*/ 648 h 725"/>
                <a:gd name="T72" fmla="*/ 694 w 917"/>
                <a:gd name="T73" fmla="*/ 327 h 725"/>
                <a:gd name="T74" fmla="*/ 694 w 917"/>
                <a:gd name="T75" fmla="*/ 254 h 725"/>
                <a:gd name="T76" fmla="*/ 75 w 917"/>
                <a:gd name="T77" fmla="*/ 189 h 725"/>
                <a:gd name="T78" fmla="*/ 540 w 917"/>
                <a:gd name="T79" fmla="*/ 512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17" h="725">
                  <a:moveTo>
                    <a:pt x="38" y="114"/>
                  </a:moveTo>
                  <a:lnTo>
                    <a:pt x="576" y="114"/>
                  </a:lnTo>
                  <a:lnTo>
                    <a:pt x="580" y="114"/>
                  </a:lnTo>
                  <a:lnTo>
                    <a:pt x="580" y="37"/>
                  </a:lnTo>
                  <a:lnTo>
                    <a:pt x="580" y="0"/>
                  </a:lnTo>
                  <a:lnTo>
                    <a:pt x="617" y="0"/>
                  </a:lnTo>
                  <a:lnTo>
                    <a:pt x="879" y="0"/>
                  </a:lnTo>
                  <a:lnTo>
                    <a:pt x="917" y="0"/>
                  </a:lnTo>
                  <a:lnTo>
                    <a:pt x="917" y="37"/>
                  </a:lnTo>
                  <a:lnTo>
                    <a:pt x="917" y="686"/>
                  </a:lnTo>
                  <a:lnTo>
                    <a:pt x="917" y="725"/>
                  </a:lnTo>
                  <a:lnTo>
                    <a:pt x="879" y="725"/>
                  </a:lnTo>
                  <a:lnTo>
                    <a:pt x="617" y="725"/>
                  </a:lnTo>
                  <a:lnTo>
                    <a:pt x="580" y="725"/>
                  </a:lnTo>
                  <a:lnTo>
                    <a:pt x="580" y="686"/>
                  </a:lnTo>
                  <a:lnTo>
                    <a:pt x="580" y="587"/>
                  </a:lnTo>
                  <a:lnTo>
                    <a:pt x="576" y="587"/>
                  </a:lnTo>
                  <a:lnTo>
                    <a:pt x="414" y="587"/>
                  </a:lnTo>
                  <a:lnTo>
                    <a:pt x="414" y="664"/>
                  </a:lnTo>
                  <a:lnTo>
                    <a:pt x="452" y="664"/>
                  </a:lnTo>
                  <a:lnTo>
                    <a:pt x="452" y="723"/>
                  </a:lnTo>
                  <a:lnTo>
                    <a:pt x="140" y="723"/>
                  </a:lnTo>
                  <a:lnTo>
                    <a:pt x="140" y="664"/>
                  </a:lnTo>
                  <a:lnTo>
                    <a:pt x="186" y="664"/>
                  </a:lnTo>
                  <a:lnTo>
                    <a:pt x="186" y="587"/>
                  </a:lnTo>
                  <a:lnTo>
                    <a:pt x="38" y="587"/>
                  </a:lnTo>
                  <a:lnTo>
                    <a:pt x="0" y="587"/>
                  </a:lnTo>
                  <a:lnTo>
                    <a:pt x="0" y="550"/>
                  </a:lnTo>
                  <a:lnTo>
                    <a:pt x="0" y="150"/>
                  </a:lnTo>
                  <a:lnTo>
                    <a:pt x="0" y="114"/>
                  </a:lnTo>
                  <a:lnTo>
                    <a:pt x="38" y="114"/>
                  </a:lnTo>
                  <a:lnTo>
                    <a:pt x="38" y="114"/>
                  </a:lnTo>
                  <a:close/>
                  <a:moveTo>
                    <a:pt x="160" y="453"/>
                  </a:moveTo>
                  <a:lnTo>
                    <a:pt x="201" y="453"/>
                  </a:lnTo>
                  <a:lnTo>
                    <a:pt x="201" y="327"/>
                  </a:lnTo>
                  <a:lnTo>
                    <a:pt x="160" y="327"/>
                  </a:lnTo>
                  <a:lnTo>
                    <a:pt x="160" y="453"/>
                  </a:lnTo>
                  <a:lnTo>
                    <a:pt x="160" y="453"/>
                  </a:lnTo>
                  <a:close/>
                  <a:moveTo>
                    <a:pt x="408" y="453"/>
                  </a:moveTo>
                  <a:lnTo>
                    <a:pt x="450" y="453"/>
                  </a:lnTo>
                  <a:lnTo>
                    <a:pt x="450" y="242"/>
                  </a:lnTo>
                  <a:lnTo>
                    <a:pt x="408" y="242"/>
                  </a:lnTo>
                  <a:lnTo>
                    <a:pt x="408" y="453"/>
                  </a:lnTo>
                  <a:lnTo>
                    <a:pt x="408" y="453"/>
                  </a:lnTo>
                  <a:close/>
                  <a:moveTo>
                    <a:pt x="347" y="453"/>
                  </a:moveTo>
                  <a:lnTo>
                    <a:pt x="387" y="453"/>
                  </a:lnTo>
                  <a:lnTo>
                    <a:pt x="387" y="374"/>
                  </a:lnTo>
                  <a:lnTo>
                    <a:pt x="347" y="374"/>
                  </a:lnTo>
                  <a:lnTo>
                    <a:pt x="347" y="453"/>
                  </a:lnTo>
                  <a:lnTo>
                    <a:pt x="347" y="453"/>
                  </a:lnTo>
                  <a:close/>
                  <a:moveTo>
                    <a:pt x="284" y="453"/>
                  </a:moveTo>
                  <a:lnTo>
                    <a:pt x="325" y="453"/>
                  </a:lnTo>
                  <a:lnTo>
                    <a:pt x="325" y="351"/>
                  </a:lnTo>
                  <a:lnTo>
                    <a:pt x="284" y="351"/>
                  </a:lnTo>
                  <a:lnTo>
                    <a:pt x="284" y="453"/>
                  </a:lnTo>
                  <a:lnTo>
                    <a:pt x="284" y="453"/>
                  </a:lnTo>
                  <a:close/>
                  <a:moveTo>
                    <a:pt x="223" y="453"/>
                  </a:moveTo>
                  <a:lnTo>
                    <a:pt x="264" y="453"/>
                  </a:lnTo>
                  <a:lnTo>
                    <a:pt x="264" y="296"/>
                  </a:lnTo>
                  <a:lnTo>
                    <a:pt x="223" y="296"/>
                  </a:lnTo>
                  <a:lnTo>
                    <a:pt x="223" y="453"/>
                  </a:lnTo>
                  <a:lnTo>
                    <a:pt x="223" y="453"/>
                  </a:lnTo>
                  <a:close/>
                  <a:moveTo>
                    <a:pt x="694" y="254"/>
                  </a:moveTo>
                  <a:lnTo>
                    <a:pt x="840" y="254"/>
                  </a:lnTo>
                  <a:lnTo>
                    <a:pt x="840" y="207"/>
                  </a:lnTo>
                  <a:lnTo>
                    <a:pt x="694" y="207"/>
                  </a:lnTo>
                  <a:lnTo>
                    <a:pt x="694" y="134"/>
                  </a:lnTo>
                  <a:lnTo>
                    <a:pt x="840" y="134"/>
                  </a:lnTo>
                  <a:lnTo>
                    <a:pt x="840" y="75"/>
                  </a:lnTo>
                  <a:lnTo>
                    <a:pt x="655" y="75"/>
                  </a:lnTo>
                  <a:lnTo>
                    <a:pt x="655" y="648"/>
                  </a:lnTo>
                  <a:lnTo>
                    <a:pt x="840" y="648"/>
                  </a:lnTo>
                  <a:lnTo>
                    <a:pt x="840" y="327"/>
                  </a:lnTo>
                  <a:lnTo>
                    <a:pt x="694" y="327"/>
                  </a:lnTo>
                  <a:lnTo>
                    <a:pt x="694" y="254"/>
                  </a:lnTo>
                  <a:lnTo>
                    <a:pt x="694" y="254"/>
                  </a:lnTo>
                  <a:close/>
                  <a:moveTo>
                    <a:pt x="540" y="189"/>
                  </a:moveTo>
                  <a:lnTo>
                    <a:pt x="75" y="189"/>
                  </a:lnTo>
                  <a:lnTo>
                    <a:pt x="75" y="512"/>
                  </a:lnTo>
                  <a:lnTo>
                    <a:pt x="540" y="512"/>
                  </a:lnTo>
                  <a:lnTo>
                    <a:pt x="540" y="1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 dirty="0">
                <a:solidFill>
                  <a:prstClr val="black"/>
                </a:solidFill>
                <a:latin typeface="Impact"/>
                <a:ea typeface="微软雅黑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F3F7341-0E6D-431E-BF79-9CFFA9AF4679}"/>
              </a:ext>
            </a:extLst>
          </p:cNvPr>
          <p:cNvGrpSpPr/>
          <p:nvPr/>
        </p:nvGrpSpPr>
        <p:grpSpPr>
          <a:xfrm>
            <a:off x="2164432" y="1028910"/>
            <a:ext cx="1085429" cy="1080000"/>
            <a:chOff x="2164432" y="1028910"/>
            <a:chExt cx="1085429" cy="1080000"/>
          </a:xfrm>
        </p:grpSpPr>
        <p:sp>
          <p:nvSpPr>
            <p:cNvPr id="246" name="Oval 733">
              <a:extLst>
                <a:ext uri="{FF2B5EF4-FFF2-40B4-BE49-F238E27FC236}">
                  <a16:creationId xmlns:a16="http://schemas.microsoft.com/office/drawing/2014/main" id="{826D4DBD-AEA5-454D-8C48-74555D569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432" y="1028910"/>
              <a:ext cx="1085429" cy="108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dirty="0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362" name="Freeform 12">
              <a:extLst>
                <a:ext uri="{FF2B5EF4-FFF2-40B4-BE49-F238E27FC236}">
                  <a16:creationId xmlns:a16="http://schemas.microsoft.com/office/drawing/2014/main" id="{256F37CF-DF93-4E6A-9980-85B156715E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53969" y="1187430"/>
              <a:ext cx="706354" cy="762960"/>
            </a:xfrm>
            <a:custGeom>
              <a:avLst/>
              <a:gdLst>
                <a:gd name="T0" fmla="*/ 58 w 861"/>
                <a:gd name="T1" fmla="*/ 58 h 930"/>
                <a:gd name="T2" fmla="*/ 144 w 861"/>
                <a:gd name="T3" fmla="*/ 62 h 930"/>
                <a:gd name="T4" fmla="*/ 229 w 861"/>
                <a:gd name="T5" fmla="*/ 56 h 930"/>
                <a:gd name="T6" fmla="*/ 275 w 861"/>
                <a:gd name="T7" fmla="*/ 48 h 930"/>
                <a:gd name="T8" fmla="*/ 367 w 861"/>
                <a:gd name="T9" fmla="*/ 25 h 930"/>
                <a:gd name="T10" fmla="*/ 431 w 861"/>
                <a:gd name="T11" fmla="*/ 0 h 930"/>
                <a:gd name="T12" fmla="*/ 448 w 861"/>
                <a:gd name="T13" fmla="*/ 6 h 930"/>
                <a:gd name="T14" fmla="*/ 542 w 861"/>
                <a:gd name="T15" fmla="*/ 37 h 930"/>
                <a:gd name="T16" fmla="*/ 632 w 861"/>
                <a:gd name="T17" fmla="*/ 56 h 930"/>
                <a:gd name="T18" fmla="*/ 675 w 861"/>
                <a:gd name="T19" fmla="*/ 60 h 930"/>
                <a:gd name="T20" fmla="*/ 761 w 861"/>
                <a:gd name="T21" fmla="*/ 60 h 930"/>
                <a:gd name="T22" fmla="*/ 861 w 861"/>
                <a:gd name="T23" fmla="*/ 50 h 930"/>
                <a:gd name="T24" fmla="*/ 859 w 861"/>
                <a:gd name="T25" fmla="*/ 117 h 930"/>
                <a:gd name="T26" fmla="*/ 851 w 861"/>
                <a:gd name="T27" fmla="*/ 309 h 930"/>
                <a:gd name="T28" fmla="*/ 826 w 861"/>
                <a:gd name="T29" fmla="*/ 469 h 930"/>
                <a:gd name="T30" fmla="*/ 788 w 861"/>
                <a:gd name="T31" fmla="*/ 601 h 930"/>
                <a:gd name="T32" fmla="*/ 765 w 861"/>
                <a:gd name="T33" fmla="*/ 655 h 930"/>
                <a:gd name="T34" fmla="*/ 740 w 861"/>
                <a:gd name="T35" fmla="*/ 705 h 930"/>
                <a:gd name="T36" fmla="*/ 725 w 861"/>
                <a:gd name="T37" fmla="*/ 728 h 930"/>
                <a:gd name="T38" fmla="*/ 694 w 861"/>
                <a:gd name="T39" fmla="*/ 772 h 930"/>
                <a:gd name="T40" fmla="*/ 661 w 861"/>
                <a:gd name="T41" fmla="*/ 809 h 930"/>
                <a:gd name="T42" fmla="*/ 625 w 861"/>
                <a:gd name="T43" fmla="*/ 840 h 930"/>
                <a:gd name="T44" fmla="*/ 567 w 861"/>
                <a:gd name="T45" fmla="*/ 878 h 930"/>
                <a:gd name="T46" fmla="*/ 486 w 861"/>
                <a:gd name="T47" fmla="*/ 915 h 930"/>
                <a:gd name="T48" fmla="*/ 431 w 861"/>
                <a:gd name="T49" fmla="*/ 930 h 930"/>
                <a:gd name="T50" fmla="*/ 419 w 861"/>
                <a:gd name="T51" fmla="*/ 928 h 930"/>
                <a:gd name="T52" fmla="*/ 333 w 861"/>
                <a:gd name="T53" fmla="*/ 899 h 930"/>
                <a:gd name="T54" fmla="*/ 254 w 861"/>
                <a:gd name="T55" fmla="*/ 853 h 930"/>
                <a:gd name="T56" fmla="*/ 219 w 861"/>
                <a:gd name="T57" fmla="*/ 824 h 930"/>
                <a:gd name="T58" fmla="*/ 183 w 861"/>
                <a:gd name="T59" fmla="*/ 790 h 930"/>
                <a:gd name="T60" fmla="*/ 152 w 861"/>
                <a:gd name="T61" fmla="*/ 751 h 930"/>
                <a:gd name="T62" fmla="*/ 123 w 861"/>
                <a:gd name="T63" fmla="*/ 705 h 930"/>
                <a:gd name="T64" fmla="*/ 108 w 861"/>
                <a:gd name="T65" fmla="*/ 680 h 930"/>
                <a:gd name="T66" fmla="*/ 83 w 861"/>
                <a:gd name="T67" fmla="*/ 628 h 930"/>
                <a:gd name="T68" fmla="*/ 52 w 861"/>
                <a:gd name="T69" fmla="*/ 538 h 930"/>
                <a:gd name="T70" fmla="*/ 21 w 861"/>
                <a:gd name="T71" fmla="*/ 392 h 930"/>
                <a:gd name="T72" fmla="*/ 4 w 861"/>
                <a:gd name="T73" fmla="*/ 217 h 930"/>
                <a:gd name="T74" fmla="*/ 0 w 861"/>
                <a:gd name="T75" fmla="*/ 50 h 930"/>
                <a:gd name="T76" fmla="*/ 58 w 861"/>
                <a:gd name="T77" fmla="*/ 58 h 930"/>
                <a:gd name="T78" fmla="*/ 717 w 861"/>
                <a:gd name="T79" fmla="*/ 473 h 930"/>
                <a:gd name="T80" fmla="*/ 732 w 861"/>
                <a:gd name="T81" fmla="*/ 411 h 930"/>
                <a:gd name="T82" fmla="*/ 751 w 861"/>
                <a:gd name="T83" fmla="*/ 263 h 930"/>
                <a:gd name="T84" fmla="*/ 755 w 861"/>
                <a:gd name="T85" fmla="*/ 177 h 930"/>
                <a:gd name="T86" fmla="*/ 688 w 861"/>
                <a:gd name="T87" fmla="*/ 177 h 930"/>
                <a:gd name="T88" fmla="*/ 619 w 861"/>
                <a:gd name="T89" fmla="*/ 171 h 930"/>
                <a:gd name="T90" fmla="*/ 573 w 861"/>
                <a:gd name="T91" fmla="*/ 165 h 930"/>
                <a:gd name="T92" fmla="*/ 479 w 861"/>
                <a:gd name="T93" fmla="*/ 140 h 930"/>
                <a:gd name="T94" fmla="*/ 431 w 861"/>
                <a:gd name="T95" fmla="*/ 473 h 930"/>
                <a:gd name="T96" fmla="*/ 431 w 861"/>
                <a:gd name="T97" fmla="*/ 811 h 930"/>
                <a:gd name="T98" fmla="*/ 144 w 861"/>
                <a:gd name="T99" fmla="*/ 473 h 930"/>
                <a:gd name="T100" fmla="*/ 158 w 861"/>
                <a:gd name="T101" fmla="*/ 521 h 930"/>
                <a:gd name="T102" fmla="*/ 190 w 861"/>
                <a:gd name="T103" fmla="*/ 607 h 930"/>
                <a:gd name="T104" fmla="*/ 208 w 861"/>
                <a:gd name="T105" fmla="*/ 642 h 930"/>
                <a:gd name="T106" fmla="*/ 254 w 861"/>
                <a:gd name="T107" fmla="*/ 705 h 930"/>
                <a:gd name="T108" fmla="*/ 308 w 861"/>
                <a:gd name="T109" fmla="*/ 753 h 930"/>
                <a:gd name="T110" fmla="*/ 367 w 861"/>
                <a:gd name="T111" fmla="*/ 788 h 930"/>
                <a:gd name="T112" fmla="*/ 431 w 861"/>
                <a:gd name="T113" fmla="*/ 811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61" h="930">
                  <a:moveTo>
                    <a:pt x="58" y="58"/>
                  </a:moveTo>
                  <a:lnTo>
                    <a:pt x="58" y="58"/>
                  </a:lnTo>
                  <a:lnTo>
                    <a:pt x="100" y="60"/>
                  </a:lnTo>
                  <a:lnTo>
                    <a:pt x="144" y="62"/>
                  </a:lnTo>
                  <a:lnTo>
                    <a:pt x="185" y="60"/>
                  </a:lnTo>
                  <a:lnTo>
                    <a:pt x="229" y="56"/>
                  </a:lnTo>
                  <a:lnTo>
                    <a:pt x="229" y="56"/>
                  </a:lnTo>
                  <a:lnTo>
                    <a:pt x="275" y="48"/>
                  </a:lnTo>
                  <a:lnTo>
                    <a:pt x="321" y="37"/>
                  </a:lnTo>
                  <a:lnTo>
                    <a:pt x="367" y="25"/>
                  </a:lnTo>
                  <a:lnTo>
                    <a:pt x="413" y="6"/>
                  </a:lnTo>
                  <a:lnTo>
                    <a:pt x="431" y="0"/>
                  </a:lnTo>
                  <a:lnTo>
                    <a:pt x="448" y="6"/>
                  </a:lnTo>
                  <a:lnTo>
                    <a:pt x="448" y="6"/>
                  </a:lnTo>
                  <a:lnTo>
                    <a:pt x="494" y="25"/>
                  </a:lnTo>
                  <a:lnTo>
                    <a:pt x="542" y="37"/>
                  </a:lnTo>
                  <a:lnTo>
                    <a:pt x="586" y="48"/>
                  </a:lnTo>
                  <a:lnTo>
                    <a:pt x="632" y="56"/>
                  </a:lnTo>
                  <a:lnTo>
                    <a:pt x="632" y="56"/>
                  </a:lnTo>
                  <a:lnTo>
                    <a:pt x="675" y="60"/>
                  </a:lnTo>
                  <a:lnTo>
                    <a:pt x="719" y="62"/>
                  </a:lnTo>
                  <a:lnTo>
                    <a:pt x="761" y="60"/>
                  </a:lnTo>
                  <a:lnTo>
                    <a:pt x="803" y="58"/>
                  </a:lnTo>
                  <a:lnTo>
                    <a:pt x="861" y="50"/>
                  </a:lnTo>
                  <a:lnTo>
                    <a:pt x="859" y="117"/>
                  </a:lnTo>
                  <a:lnTo>
                    <a:pt x="859" y="117"/>
                  </a:lnTo>
                  <a:lnTo>
                    <a:pt x="857" y="217"/>
                  </a:lnTo>
                  <a:lnTo>
                    <a:pt x="851" y="309"/>
                  </a:lnTo>
                  <a:lnTo>
                    <a:pt x="840" y="392"/>
                  </a:lnTo>
                  <a:lnTo>
                    <a:pt x="826" y="469"/>
                  </a:lnTo>
                  <a:lnTo>
                    <a:pt x="809" y="538"/>
                  </a:lnTo>
                  <a:lnTo>
                    <a:pt x="788" y="601"/>
                  </a:lnTo>
                  <a:lnTo>
                    <a:pt x="778" y="628"/>
                  </a:lnTo>
                  <a:lnTo>
                    <a:pt x="765" y="655"/>
                  </a:lnTo>
                  <a:lnTo>
                    <a:pt x="753" y="680"/>
                  </a:lnTo>
                  <a:lnTo>
                    <a:pt x="740" y="705"/>
                  </a:lnTo>
                  <a:lnTo>
                    <a:pt x="740" y="705"/>
                  </a:lnTo>
                  <a:lnTo>
                    <a:pt x="725" y="728"/>
                  </a:lnTo>
                  <a:lnTo>
                    <a:pt x="709" y="751"/>
                  </a:lnTo>
                  <a:lnTo>
                    <a:pt x="694" y="772"/>
                  </a:lnTo>
                  <a:lnTo>
                    <a:pt x="678" y="790"/>
                  </a:lnTo>
                  <a:lnTo>
                    <a:pt x="661" y="809"/>
                  </a:lnTo>
                  <a:lnTo>
                    <a:pt x="642" y="824"/>
                  </a:lnTo>
                  <a:lnTo>
                    <a:pt x="625" y="840"/>
                  </a:lnTo>
                  <a:lnTo>
                    <a:pt x="607" y="853"/>
                  </a:lnTo>
                  <a:lnTo>
                    <a:pt x="567" y="878"/>
                  </a:lnTo>
                  <a:lnTo>
                    <a:pt x="527" y="899"/>
                  </a:lnTo>
                  <a:lnTo>
                    <a:pt x="486" y="915"/>
                  </a:lnTo>
                  <a:lnTo>
                    <a:pt x="442" y="928"/>
                  </a:lnTo>
                  <a:lnTo>
                    <a:pt x="431" y="930"/>
                  </a:lnTo>
                  <a:lnTo>
                    <a:pt x="419" y="928"/>
                  </a:lnTo>
                  <a:lnTo>
                    <a:pt x="419" y="928"/>
                  </a:lnTo>
                  <a:lnTo>
                    <a:pt x="375" y="915"/>
                  </a:lnTo>
                  <a:lnTo>
                    <a:pt x="333" y="899"/>
                  </a:lnTo>
                  <a:lnTo>
                    <a:pt x="294" y="878"/>
                  </a:lnTo>
                  <a:lnTo>
                    <a:pt x="254" y="853"/>
                  </a:lnTo>
                  <a:lnTo>
                    <a:pt x="235" y="840"/>
                  </a:lnTo>
                  <a:lnTo>
                    <a:pt x="219" y="824"/>
                  </a:lnTo>
                  <a:lnTo>
                    <a:pt x="200" y="809"/>
                  </a:lnTo>
                  <a:lnTo>
                    <a:pt x="183" y="790"/>
                  </a:lnTo>
                  <a:lnTo>
                    <a:pt x="167" y="772"/>
                  </a:lnTo>
                  <a:lnTo>
                    <a:pt x="152" y="751"/>
                  </a:lnTo>
                  <a:lnTo>
                    <a:pt x="137" y="728"/>
                  </a:lnTo>
                  <a:lnTo>
                    <a:pt x="123" y="705"/>
                  </a:lnTo>
                  <a:lnTo>
                    <a:pt x="123" y="705"/>
                  </a:lnTo>
                  <a:lnTo>
                    <a:pt x="108" y="680"/>
                  </a:lnTo>
                  <a:lnTo>
                    <a:pt x="96" y="655"/>
                  </a:lnTo>
                  <a:lnTo>
                    <a:pt x="83" y="628"/>
                  </a:lnTo>
                  <a:lnTo>
                    <a:pt x="73" y="601"/>
                  </a:lnTo>
                  <a:lnTo>
                    <a:pt x="52" y="538"/>
                  </a:lnTo>
                  <a:lnTo>
                    <a:pt x="35" y="469"/>
                  </a:lnTo>
                  <a:lnTo>
                    <a:pt x="21" y="392"/>
                  </a:lnTo>
                  <a:lnTo>
                    <a:pt x="10" y="309"/>
                  </a:lnTo>
                  <a:lnTo>
                    <a:pt x="4" y="217"/>
                  </a:lnTo>
                  <a:lnTo>
                    <a:pt x="2" y="117"/>
                  </a:lnTo>
                  <a:lnTo>
                    <a:pt x="0" y="50"/>
                  </a:lnTo>
                  <a:lnTo>
                    <a:pt x="58" y="58"/>
                  </a:lnTo>
                  <a:lnTo>
                    <a:pt x="58" y="58"/>
                  </a:lnTo>
                  <a:close/>
                  <a:moveTo>
                    <a:pt x="431" y="473"/>
                  </a:moveTo>
                  <a:lnTo>
                    <a:pt x="717" y="473"/>
                  </a:lnTo>
                  <a:lnTo>
                    <a:pt x="717" y="473"/>
                  </a:lnTo>
                  <a:lnTo>
                    <a:pt x="732" y="411"/>
                  </a:lnTo>
                  <a:lnTo>
                    <a:pt x="742" y="340"/>
                  </a:lnTo>
                  <a:lnTo>
                    <a:pt x="751" y="263"/>
                  </a:lnTo>
                  <a:lnTo>
                    <a:pt x="755" y="177"/>
                  </a:lnTo>
                  <a:lnTo>
                    <a:pt x="755" y="177"/>
                  </a:lnTo>
                  <a:lnTo>
                    <a:pt x="721" y="179"/>
                  </a:lnTo>
                  <a:lnTo>
                    <a:pt x="688" y="177"/>
                  </a:lnTo>
                  <a:lnTo>
                    <a:pt x="653" y="175"/>
                  </a:lnTo>
                  <a:lnTo>
                    <a:pt x="619" y="171"/>
                  </a:lnTo>
                  <a:lnTo>
                    <a:pt x="619" y="171"/>
                  </a:lnTo>
                  <a:lnTo>
                    <a:pt x="573" y="165"/>
                  </a:lnTo>
                  <a:lnTo>
                    <a:pt x="525" y="154"/>
                  </a:lnTo>
                  <a:lnTo>
                    <a:pt x="479" y="140"/>
                  </a:lnTo>
                  <a:lnTo>
                    <a:pt x="431" y="123"/>
                  </a:lnTo>
                  <a:lnTo>
                    <a:pt x="431" y="473"/>
                  </a:lnTo>
                  <a:lnTo>
                    <a:pt x="431" y="473"/>
                  </a:lnTo>
                  <a:close/>
                  <a:moveTo>
                    <a:pt x="431" y="811"/>
                  </a:moveTo>
                  <a:lnTo>
                    <a:pt x="431" y="473"/>
                  </a:lnTo>
                  <a:lnTo>
                    <a:pt x="144" y="473"/>
                  </a:lnTo>
                  <a:lnTo>
                    <a:pt x="144" y="473"/>
                  </a:lnTo>
                  <a:lnTo>
                    <a:pt x="158" y="521"/>
                  </a:lnTo>
                  <a:lnTo>
                    <a:pt x="173" y="567"/>
                  </a:lnTo>
                  <a:lnTo>
                    <a:pt x="190" y="607"/>
                  </a:lnTo>
                  <a:lnTo>
                    <a:pt x="208" y="642"/>
                  </a:lnTo>
                  <a:lnTo>
                    <a:pt x="208" y="642"/>
                  </a:lnTo>
                  <a:lnTo>
                    <a:pt x="231" y="676"/>
                  </a:lnTo>
                  <a:lnTo>
                    <a:pt x="254" y="705"/>
                  </a:lnTo>
                  <a:lnTo>
                    <a:pt x="281" y="732"/>
                  </a:lnTo>
                  <a:lnTo>
                    <a:pt x="308" y="753"/>
                  </a:lnTo>
                  <a:lnTo>
                    <a:pt x="338" y="772"/>
                  </a:lnTo>
                  <a:lnTo>
                    <a:pt x="367" y="788"/>
                  </a:lnTo>
                  <a:lnTo>
                    <a:pt x="398" y="801"/>
                  </a:lnTo>
                  <a:lnTo>
                    <a:pt x="431" y="811"/>
                  </a:lnTo>
                  <a:lnTo>
                    <a:pt x="431" y="8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black"/>
                </a:solidFill>
                <a:latin typeface="Impact"/>
                <a:ea typeface="微软雅黑"/>
              </a:endParaRPr>
            </a:p>
          </p:txBody>
        </p:sp>
      </p:grpSp>
      <p:sp>
        <p:nvSpPr>
          <p:cNvPr id="6" name="标题 5">
            <a:extLst>
              <a:ext uri="{FF2B5EF4-FFF2-40B4-BE49-F238E27FC236}">
                <a16:creationId xmlns:a16="http://schemas.microsoft.com/office/drawing/2014/main" id="{35160FA9-1F7A-4306-A04C-C84F8EC11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底色可拆分，转变</a:t>
            </a:r>
          </a:p>
        </p:txBody>
      </p:sp>
      <p:sp>
        <p:nvSpPr>
          <p:cNvPr id="360" name="椭圆 359">
            <a:extLst>
              <a:ext uri="{FF2B5EF4-FFF2-40B4-BE49-F238E27FC236}">
                <a16:creationId xmlns:a16="http://schemas.microsoft.com/office/drawing/2014/main" id="{D7CE3F55-4C22-4476-8557-12F42645316D}"/>
              </a:ext>
            </a:extLst>
          </p:cNvPr>
          <p:cNvSpPr/>
          <p:nvPr/>
        </p:nvSpPr>
        <p:spPr>
          <a:xfrm>
            <a:off x="522740" y="5481322"/>
            <a:ext cx="1080000" cy="108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3" name="组合 272">
            <a:extLst>
              <a:ext uri="{FF2B5EF4-FFF2-40B4-BE49-F238E27FC236}">
                <a16:creationId xmlns:a16="http://schemas.microsoft.com/office/drawing/2014/main" id="{EEE276F4-6DCE-4603-B991-A8DD5E40BE85}"/>
              </a:ext>
            </a:extLst>
          </p:cNvPr>
          <p:cNvGrpSpPr/>
          <p:nvPr/>
        </p:nvGrpSpPr>
        <p:grpSpPr>
          <a:xfrm>
            <a:off x="718118" y="5684870"/>
            <a:ext cx="692560" cy="692561"/>
            <a:chOff x="4446032" y="4426318"/>
            <a:chExt cx="819291" cy="819292"/>
          </a:xfrm>
        </p:grpSpPr>
        <p:sp>
          <p:nvSpPr>
            <p:cNvPr id="274" name="Freeform 5">
              <a:extLst>
                <a:ext uri="{FF2B5EF4-FFF2-40B4-BE49-F238E27FC236}">
                  <a16:creationId xmlns:a16="http://schemas.microsoft.com/office/drawing/2014/main" id="{D96F7E78-7EBD-4506-981F-31D461BEB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032" y="4999648"/>
              <a:ext cx="219214" cy="99432"/>
            </a:xfrm>
            <a:custGeom>
              <a:avLst/>
              <a:gdLst>
                <a:gd name="T0" fmla="*/ 708 w 713"/>
                <a:gd name="T1" fmla="*/ 45 h 323"/>
                <a:gd name="T2" fmla="*/ 711 w 713"/>
                <a:gd name="T3" fmla="*/ 12 h 323"/>
                <a:gd name="T4" fmla="*/ 697 w 713"/>
                <a:gd name="T5" fmla="*/ 1 h 323"/>
                <a:gd name="T6" fmla="*/ 11 w 713"/>
                <a:gd name="T7" fmla="*/ 270 h 323"/>
                <a:gd name="T8" fmla="*/ 11 w 713"/>
                <a:gd name="T9" fmla="*/ 312 h 323"/>
                <a:gd name="T10" fmla="*/ 53 w 713"/>
                <a:gd name="T11" fmla="*/ 312 h 323"/>
                <a:gd name="T12" fmla="*/ 693 w 713"/>
                <a:gd name="T13" fmla="*/ 61 h 323"/>
                <a:gd name="T14" fmla="*/ 708 w 713"/>
                <a:gd name="T15" fmla="*/ 45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3" h="323">
                  <a:moveTo>
                    <a:pt x="708" y="45"/>
                  </a:moveTo>
                  <a:cubicBezTo>
                    <a:pt x="709" y="34"/>
                    <a:pt x="710" y="23"/>
                    <a:pt x="711" y="12"/>
                  </a:cubicBezTo>
                  <a:cubicBezTo>
                    <a:pt x="713" y="0"/>
                    <a:pt x="703" y="0"/>
                    <a:pt x="697" y="1"/>
                  </a:cubicBezTo>
                  <a:cubicBezTo>
                    <a:pt x="448" y="29"/>
                    <a:pt x="202" y="80"/>
                    <a:pt x="11" y="270"/>
                  </a:cubicBezTo>
                  <a:cubicBezTo>
                    <a:pt x="0" y="281"/>
                    <a:pt x="0" y="300"/>
                    <a:pt x="11" y="312"/>
                  </a:cubicBezTo>
                  <a:cubicBezTo>
                    <a:pt x="23" y="323"/>
                    <a:pt x="42" y="323"/>
                    <a:pt x="53" y="312"/>
                  </a:cubicBezTo>
                  <a:cubicBezTo>
                    <a:pt x="216" y="148"/>
                    <a:pt x="438" y="92"/>
                    <a:pt x="693" y="61"/>
                  </a:cubicBezTo>
                  <a:cubicBezTo>
                    <a:pt x="704" y="60"/>
                    <a:pt x="707" y="53"/>
                    <a:pt x="708" y="45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75" name="Freeform 6">
              <a:extLst>
                <a:ext uri="{FF2B5EF4-FFF2-40B4-BE49-F238E27FC236}">
                  <a16:creationId xmlns:a16="http://schemas.microsoft.com/office/drawing/2014/main" id="{C2E8F6F2-985F-4708-AB58-5A9292CE5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997" y="4426318"/>
              <a:ext cx="401796" cy="586122"/>
            </a:xfrm>
            <a:custGeom>
              <a:avLst/>
              <a:gdLst>
                <a:gd name="T0" fmla="*/ 1294 w 1306"/>
                <a:gd name="T1" fmla="*/ 11 h 1904"/>
                <a:gd name="T2" fmla="*/ 1252 w 1306"/>
                <a:gd name="T3" fmla="*/ 11 h 1904"/>
                <a:gd name="T4" fmla="*/ 968 w 1306"/>
                <a:gd name="T5" fmla="*/ 841 h 1904"/>
                <a:gd name="T6" fmla="*/ 728 w 1306"/>
                <a:gd name="T7" fmla="*/ 1607 h 1904"/>
                <a:gd name="T8" fmla="*/ 6 w 1306"/>
                <a:gd name="T9" fmla="*/ 1843 h 1904"/>
                <a:gd name="T10" fmla="*/ 0 w 1306"/>
                <a:gd name="T11" fmla="*/ 1904 h 1904"/>
                <a:gd name="T12" fmla="*/ 10 w 1306"/>
                <a:gd name="T13" fmla="*/ 1903 h 1904"/>
                <a:gd name="T14" fmla="*/ 770 w 1306"/>
                <a:gd name="T15" fmla="*/ 1650 h 1904"/>
                <a:gd name="T16" fmla="*/ 1023 w 1306"/>
                <a:gd name="T17" fmla="*/ 890 h 1904"/>
                <a:gd name="T18" fmla="*/ 1027 w 1306"/>
                <a:gd name="T19" fmla="*/ 847 h 1904"/>
                <a:gd name="T20" fmla="*/ 1294 w 1306"/>
                <a:gd name="T21" fmla="*/ 53 h 1904"/>
                <a:gd name="T22" fmla="*/ 1294 w 1306"/>
                <a:gd name="T23" fmla="*/ 11 h 1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06" h="1904">
                  <a:moveTo>
                    <a:pt x="1294" y="11"/>
                  </a:moveTo>
                  <a:cubicBezTo>
                    <a:pt x="1282" y="0"/>
                    <a:pt x="1264" y="0"/>
                    <a:pt x="1252" y="11"/>
                  </a:cubicBezTo>
                  <a:cubicBezTo>
                    <a:pt x="1027" y="238"/>
                    <a:pt x="997" y="543"/>
                    <a:pt x="968" y="841"/>
                  </a:cubicBezTo>
                  <a:cubicBezTo>
                    <a:pt x="942" y="1127"/>
                    <a:pt x="914" y="1424"/>
                    <a:pt x="728" y="1607"/>
                  </a:cubicBezTo>
                  <a:cubicBezTo>
                    <a:pt x="554" y="1784"/>
                    <a:pt x="279" y="1818"/>
                    <a:pt x="6" y="1843"/>
                  </a:cubicBezTo>
                  <a:cubicBezTo>
                    <a:pt x="4" y="1863"/>
                    <a:pt x="2" y="1883"/>
                    <a:pt x="0" y="1904"/>
                  </a:cubicBezTo>
                  <a:cubicBezTo>
                    <a:pt x="10" y="1903"/>
                    <a:pt x="10" y="1903"/>
                    <a:pt x="10" y="1903"/>
                  </a:cubicBezTo>
                  <a:cubicBezTo>
                    <a:pt x="285" y="1876"/>
                    <a:pt x="569" y="1848"/>
                    <a:pt x="770" y="1650"/>
                  </a:cubicBezTo>
                  <a:cubicBezTo>
                    <a:pt x="968" y="1449"/>
                    <a:pt x="996" y="1165"/>
                    <a:pt x="1023" y="890"/>
                  </a:cubicBezTo>
                  <a:cubicBezTo>
                    <a:pt x="1027" y="847"/>
                    <a:pt x="1027" y="847"/>
                    <a:pt x="1027" y="847"/>
                  </a:cubicBezTo>
                  <a:cubicBezTo>
                    <a:pt x="1057" y="528"/>
                    <a:pt x="1097" y="248"/>
                    <a:pt x="1294" y="53"/>
                  </a:cubicBezTo>
                  <a:cubicBezTo>
                    <a:pt x="1306" y="42"/>
                    <a:pt x="1306" y="23"/>
                    <a:pt x="1294" y="11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76" name="Freeform 7">
              <a:extLst>
                <a:ext uri="{FF2B5EF4-FFF2-40B4-BE49-F238E27FC236}">
                  <a16:creationId xmlns:a16="http://schemas.microsoft.com/office/drawing/2014/main" id="{60F8987A-9F54-4804-9EC3-17D689A03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2562" y="4658325"/>
              <a:ext cx="412844" cy="587285"/>
            </a:xfrm>
            <a:custGeom>
              <a:avLst/>
              <a:gdLst>
                <a:gd name="T0" fmla="*/ 257 w 1342"/>
                <a:gd name="T1" fmla="*/ 1260 h 1909"/>
                <a:gd name="T2" fmla="*/ 12 w 1342"/>
                <a:gd name="T3" fmla="*/ 1855 h 1909"/>
                <a:gd name="T4" fmla="*/ 12 w 1342"/>
                <a:gd name="T5" fmla="*/ 1897 h 1909"/>
                <a:gd name="T6" fmla="*/ 54 w 1342"/>
                <a:gd name="T7" fmla="*/ 1897 h 1909"/>
                <a:gd name="T8" fmla="*/ 318 w 1342"/>
                <a:gd name="T9" fmla="*/ 1253 h 1909"/>
                <a:gd name="T10" fmla="*/ 339 w 1342"/>
                <a:gd name="T11" fmla="*/ 1059 h 1909"/>
                <a:gd name="T12" fmla="*/ 578 w 1342"/>
                <a:gd name="T13" fmla="*/ 301 h 1909"/>
                <a:gd name="T14" fmla="*/ 1327 w 1342"/>
                <a:gd name="T15" fmla="*/ 62 h 1909"/>
                <a:gd name="T16" fmla="*/ 1338 w 1342"/>
                <a:gd name="T17" fmla="*/ 50 h 1909"/>
                <a:gd name="T18" fmla="*/ 1342 w 1342"/>
                <a:gd name="T19" fmla="*/ 12 h 1909"/>
                <a:gd name="T20" fmla="*/ 1333 w 1342"/>
                <a:gd name="T21" fmla="*/ 2 h 1909"/>
                <a:gd name="T22" fmla="*/ 1295 w 1342"/>
                <a:gd name="T23" fmla="*/ 6 h 1909"/>
                <a:gd name="T24" fmla="*/ 536 w 1342"/>
                <a:gd name="T25" fmla="*/ 259 h 1909"/>
                <a:gd name="T26" fmla="*/ 283 w 1342"/>
                <a:gd name="T27" fmla="*/ 1018 h 1909"/>
                <a:gd name="T28" fmla="*/ 257 w 1342"/>
                <a:gd name="T29" fmla="*/ 1260 h 1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42" h="1909">
                  <a:moveTo>
                    <a:pt x="257" y="1260"/>
                  </a:moveTo>
                  <a:cubicBezTo>
                    <a:pt x="224" y="1496"/>
                    <a:pt x="166" y="1702"/>
                    <a:pt x="12" y="1855"/>
                  </a:cubicBezTo>
                  <a:cubicBezTo>
                    <a:pt x="0" y="1867"/>
                    <a:pt x="0" y="1886"/>
                    <a:pt x="12" y="1897"/>
                  </a:cubicBezTo>
                  <a:cubicBezTo>
                    <a:pt x="24" y="1909"/>
                    <a:pt x="42" y="1909"/>
                    <a:pt x="54" y="1897"/>
                  </a:cubicBezTo>
                  <a:cubicBezTo>
                    <a:pt x="232" y="1718"/>
                    <a:pt x="288" y="1489"/>
                    <a:pt x="318" y="1253"/>
                  </a:cubicBezTo>
                  <a:cubicBezTo>
                    <a:pt x="339" y="1059"/>
                    <a:pt x="339" y="1059"/>
                    <a:pt x="339" y="1059"/>
                  </a:cubicBezTo>
                  <a:cubicBezTo>
                    <a:pt x="365" y="775"/>
                    <a:pt x="394" y="483"/>
                    <a:pt x="578" y="301"/>
                  </a:cubicBezTo>
                  <a:cubicBezTo>
                    <a:pt x="758" y="119"/>
                    <a:pt x="1045" y="88"/>
                    <a:pt x="1327" y="62"/>
                  </a:cubicBezTo>
                  <a:cubicBezTo>
                    <a:pt x="1330" y="62"/>
                    <a:pt x="1337" y="54"/>
                    <a:pt x="1338" y="50"/>
                  </a:cubicBezTo>
                  <a:cubicBezTo>
                    <a:pt x="1339" y="38"/>
                    <a:pt x="1340" y="25"/>
                    <a:pt x="1342" y="12"/>
                  </a:cubicBezTo>
                  <a:cubicBezTo>
                    <a:pt x="1342" y="4"/>
                    <a:pt x="1338" y="0"/>
                    <a:pt x="1333" y="2"/>
                  </a:cubicBezTo>
                  <a:cubicBezTo>
                    <a:pt x="1295" y="6"/>
                    <a:pt x="1295" y="6"/>
                    <a:pt x="1295" y="6"/>
                  </a:cubicBezTo>
                  <a:cubicBezTo>
                    <a:pt x="1021" y="33"/>
                    <a:pt x="737" y="60"/>
                    <a:pt x="536" y="259"/>
                  </a:cubicBezTo>
                  <a:cubicBezTo>
                    <a:pt x="338" y="460"/>
                    <a:pt x="310" y="743"/>
                    <a:pt x="283" y="1018"/>
                  </a:cubicBezTo>
                  <a:lnTo>
                    <a:pt x="257" y="126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77" name="Freeform 8">
              <a:extLst>
                <a:ext uri="{FF2B5EF4-FFF2-40B4-BE49-F238E27FC236}">
                  <a16:creationId xmlns:a16="http://schemas.microsoft.com/office/drawing/2014/main" id="{57AF7F93-038B-44B8-824C-FAAB884B8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1783" y="4717635"/>
              <a:ext cx="115712" cy="113968"/>
            </a:xfrm>
            <a:custGeom>
              <a:avLst/>
              <a:gdLst>
                <a:gd name="T0" fmla="*/ 365 w 376"/>
                <a:gd name="T1" fmla="*/ 356 h 371"/>
                <a:gd name="T2" fmla="*/ 372 w 376"/>
                <a:gd name="T3" fmla="*/ 331 h 371"/>
                <a:gd name="T4" fmla="*/ 360 w 376"/>
                <a:gd name="T5" fmla="*/ 294 h 371"/>
                <a:gd name="T6" fmla="*/ 80 w 376"/>
                <a:gd name="T7" fmla="*/ 14 h 371"/>
                <a:gd name="T8" fmla="*/ 44 w 376"/>
                <a:gd name="T9" fmla="*/ 3 h 371"/>
                <a:gd name="T10" fmla="*/ 18 w 376"/>
                <a:gd name="T11" fmla="*/ 11 h 371"/>
                <a:gd name="T12" fmla="*/ 14 w 376"/>
                <a:gd name="T13" fmla="*/ 36 h 371"/>
                <a:gd name="T14" fmla="*/ 336 w 376"/>
                <a:gd name="T15" fmla="*/ 358 h 371"/>
                <a:gd name="T16" fmla="*/ 365 w 376"/>
                <a:gd name="T17" fmla="*/ 356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6" h="371">
                  <a:moveTo>
                    <a:pt x="365" y="356"/>
                  </a:moveTo>
                  <a:cubicBezTo>
                    <a:pt x="367" y="348"/>
                    <a:pt x="370" y="339"/>
                    <a:pt x="372" y="331"/>
                  </a:cubicBezTo>
                  <a:cubicBezTo>
                    <a:pt x="376" y="318"/>
                    <a:pt x="375" y="309"/>
                    <a:pt x="360" y="294"/>
                  </a:cubicBezTo>
                  <a:cubicBezTo>
                    <a:pt x="298" y="232"/>
                    <a:pt x="93" y="27"/>
                    <a:pt x="80" y="14"/>
                  </a:cubicBezTo>
                  <a:cubicBezTo>
                    <a:pt x="65" y="0"/>
                    <a:pt x="51" y="1"/>
                    <a:pt x="44" y="3"/>
                  </a:cubicBezTo>
                  <a:cubicBezTo>
                    <a:pt x="35" y="6"/>
                    <a:pt x="26" y="8"/>
                    <a:pt x="18" y="11"/>
                  </a:cubicBezTo>
                  <a:cubicBezTo>
                    <a:pt x="11" y="14"/>
                    <a:pt x="0" y="23"/>
                    <a:pt x="14" y="36"/>
                  </a:cubicBezTo>
                  <a:cubicBezTo>
                    <a:pt x="26" y="48"/>
                    <a:pt x="263" y="285"/>
                    <a:pt x="336" y="358"/>
                  </a:cubicBezTo>
                  <a:cubicBezTo>
                    <a:pt x="349" y="371"/>
                    <a:pt x="362" y="364"/>
                    <a:pt x="365" y="356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01" name="Freeform 10">
              <a:extLst>
                <a:ext uri="{FF2B5EF4-FFF2-40B4-BE49-F238E27FC236}">
                  <a16:creationId xmlns:a16="http://schemas.microsoft.com/office/drawing/2014/main" id="{03001B73-B64C-4893-A69F-EFF202BB7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6192" y="4758338"/>
              <a:ext cx="154089" cy="151764"/>
            </a:xfrm>
            <a:custGeom>
              <a:avLst/>
              <a:gdLst>
                <a:gd name="T0" fmla="*/ 475 w 499"/>
                <a:gd name="T1" fmla="*/ 479 h 493"/>
                <a:gd name="T2" fmla="*/ 484 w 499"/>
                <a:gd name="T3" fmla="*/ 469 h 493"/>
                <a:gd name="T4" fmla="*/ 480 w 499"/>
                <a:gd name="T5" fmla="*/ 435 h 493"/>
                <a:gd name="T6" fmla="*/ 58 w 499"/>
                <a:gd name="T7" fmla="*/ 12 h 493"/>
                <a:gd name="T8" fmla="*/ 33 w 499"/>
                <a:gd name="T9" fmla="*/ 5 h 493"/>
                <a:gd name="T10" fmla="*/ 9 w 499"/>
                <a:gd name="T11" fmla="*/ 28 h 493"/>
                <a:gd name="T12" fmla="*/ 13 w 499"/>
                <a:gd name="T13" fmla="*/ 55 h 493"/>
                <a:gd name="T14" fmla="*/ 438 w 499"/>
                <a:gd name="T15" fmla="*/ 480 h 493"/>
                <a:gd name="T16" fmla="*/ 475 w 499"/>
                <a:gd name="T17" fmla="*/ 479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9" h="493">
                  <a:moveTo>
                    <a:pt x="475" y="479"/>
                  </a:moveTo>
                  <a:cubicBezTo>
                    <a:pt x="478" y="476"/>
                    <a:pt x="481" y="472"/>
                    <a:pt x="484" y="469"/>
                  </a:cubicBezTo>
                  <a:cubicBezTo>
                    <a:pt x="499" y="452"/>
                    <a:pt x="490" y="445"/>
                    <a:pt x="480" y="435"/>
                  </a:cubicBezTo>
                  <a:cubicBezTo>
                    <a:pt x="480" y="435"/>
                    <a:pt x="71" y="24"/>
                    <a:pt x="58" y="12"/>
                  </a:cubicBezTo>
                  <a:cubicBezTo>
                    <a:pt x="45" y="0"/>
                    <a:pt x="36" y="2"/>
                    <a:pt x="33" y="5"/>
                  </a:cubicBezTo>
                  <a:cubicBezTo>
                    <a:pt x="25" y="13"/>
                    <a:pt x="17" y="20"/>
                    <a:pt x="9" y="28"/>
                  </a:cubicBezTo>
                  <a:cubicBezTo>
                    <a:pt x="5" y="32"/>
                    <a:pt x="0" y="41"/>
                    <a:pt x="13" y="55"/>
                  </a:cubicBezTo>
                  <a:cubicBezTo>
                    <a:pt x="26" y="69"/>
                    <a:pt x="438" y="480"/>
                    <a:pt x="438" y="480"/>
                  </a:cubicBezTo>
                  <a:cubicBezTo>
                    <a:pt x="446" y="488"/>
                    <a:pt x="462" y="493"/>
                    <a:pt x="475" y="479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02" name="Freeform 12">
              <a:extLst>
                <a:ext uri="{FF2B5EF4-FFF2-40B4-BE49-F238E27FC236}">
                  <a16:creationId xmlns:a16="http://schemas.microsoft.com/office/drawing/2014/main" id="{AC456319-A2D5-4608-9B61-322799EC8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163" y="4831021"/>
              <a:ext cx="123272" cy="121528"/>
            </a:xfrm>
            <a:custGeom>
              <a:avLst/>
              <a:gdLst>
                <a:gd name="T0" fmla="*/ 355 w 401"/>
                <a:gd name="T1" fmla="*/ 393 h 395"/>
                <a:gd name="T2" fmla="*/ 383 w 401"/>
                <a:gd name="T3" fmla="*/ 383 h 395"/>
                <a:gd name="T4" fmla="*/ 384 w 401"/>
                <a:gd name="T5" fmla="*/ 356 h 395"/>
                <a:gd name="T6" fmla="*/ 40 w 401"/>
                <a:gd name="T7" fmla="*/ 12 h 395"/>
                <a:gd name="T8" fmla="*/ 13 w 401"/>
                <a:gd name="T9" fmla="*/ 12 h 395"/>
                <a:gd name="T10" fmla="*/ 2 w 401"/>
                <a:gd name="T11" fmla="*/ 40 h 395"/>
                <a:gd name="T12" fmla="*/ 11 w 401"/>
                <a:gd name="T13" fmla="*/ 71 h 395"/>
                <a:gd name="T14" fmla="*/ 318 w 401"/>
                <a:gd name="T15" fmla="*/ 378 h 395"/>
                <a:gd name="T16" fmla="*/ 355 w 401"/>
                <a:gd name="T17" fmla="*/ 393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1" h="395">
                  <a:moveTo>
                    <a:pt x="355" y="393"/>
                  </a:moveTo>
                  <a:cubicBezTo>
                    <a:pt x="365" y="390"/>
                    <a:pt x="374" y="387"/>
                    <a:pt x="383" y="383"/>
                  </a:cubicBezTo>
                  <a:cubicBezTo>
                    <a:pt x="390" y="381"/>
                    <a:pt x="401" y="373"/>
                    <a:pt x="384" y="356"/>
                  </a:cubicBezTo>
                  <a:cubicBezTo>
                    <a:pt x="367" y="339"/>
                    <a:pt x="40" y="12"/>
                    <a:pt x="40" y="12"/>
                  </a:cubicBezTo>
                  <a:cubicBezTo>
                    <a:pt x="31" y="3"/>
                    <a:pt x="17" y="0"/>
                    <a:pt x="13" y="12"/>
                  </a:cubicBezTo>
                  <a:cubicBezTo>
                    <a:pt x="9" y="21"/>
                    <a:pt x="6" y="31"/>
                    <a:pt x="2" y="40"/>
                  </a:cubicBezTo>
                  <a:cubicBezTo>
                    <a:pt x="1" y="46"/>
                    <a:pt x="0" y="59"/>
                    <a:pt x="11" y="71"/>
                  </a:cubicBezTo>
                  <a:cubicBezTo>
                    <a:pt x="20" y="82"/>
                    <a:pt x="248" y="309"/>
                    <a:pt x="318" y="378"/>
                  </a:cubicBezTo>
                  <a:cubicBezTo>
                    <a:pt x="331" y="391"/>
                    <a:pt x="349" y="395"/>
                    <a:pt x="355" y="393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03" name="Freeform 13">
              <a:extLst>
                <a:ext uri="{FF2B5EF4-FFF2-40B4-BE49-F238E27FC236}">
                  <a16:creationId xmlns:a16="http://schemas.microsoft.com/office/drawing/2014/main" id="{E92F6AA5-FCEF-46B4-9A11-2181CF1B5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0071" y="4475743"/>
              <a:ext cx="109898" cy="109316"/>
            </a:xfrm>
            <a:custGeom>
              <a:avLst/>
              <a:gdLst>
                <a:gd name="T0" fmla="*/ 356 w 356"/>
                <a:gd name="T1" fmla="*/ 318 h 356"/>
                <a:gd name="T2" fmla="*/ 38 w 356"/>
                <a:gd name="T3" fmla="*/ 0 h 356"/>
                <a:gd name="T4" fmla="*/ 0 w 356"/>
                <a:gd name="T5" fmla="*/ 50 h 356"/>
                <a:gd name="T6" fmla="*/ 306 w 356"/>
                <a:gd name="T7" fmla="*/ 356 h 356"/>
                <a:gd name="T8" fmla="*/ 356 w 356"/>
                <a:gd name="T9" fmla="*/ 31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6" h="356">
                  <a:moveTo>
                    <a:pt x="356" y="31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24" y="16"/>
                    <a:pt x="12" y="33"/>
                    <a:pt x="0" y="50"/>
                  </a:cubicBezTo>
                  <a:cubicBezTo>
                    <a:pt x="306" y="356"/>
                    <a:pt x="306" y="356"/>
                    <a:pt x="306" y="356"/>
                  </a:cubicBezTo>
                  <a:cubicBezTo>
                    <a:pt x="323" y="345"/>
                    <a:pt x="340" y="332"/>
                    <a:pt x="356" y="318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04" name="Freeform 14">
              <a:extLst>
                <a:ext uri="{FF2B5EF4-FFF2-40B4-BE49-F238E27FC236}">
                  <a16:creationId xmlns:a16="http://schemas.microsoft.com/office/drawing/2014/main" id="{4DCF6D1D-442C-44D4-B4E0-7AC943434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2857" y="4554823"/>
              <a:ext cx="68032" cy="68032"/>
            </a:xfrm>
            <a:custGeom>
              <a:avLst/>
              <a:gdLst>
                <a:gd name="T0" fmla="*/ 221 w 221"/>
                <a:gd name="T1" fmla="*/ 201 h 221"/>
                <a:gd name="T2" fmla="*/ 20 w 221"/>
                <a:gd name="T3" fmla="*/ 0 h 221"/>
                <a:gd name="T4" fmla="*/ 0 w 221"/>
                <a:gd name="T5" fmla="*/ 68 h 221"/>
                <a:gd name="T6" fmla="*/ 152 w 221"/>
                <a:gd name="T7" fmla="*/ 221 h 221"/>
                <a:gd name="T8" fmla="*/ 221 w 221"/>
                <a:gd name="T9" fmla="*/ 20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1" h="221">
                  <a:moveTo>
                    <a:pt x="221" y="201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3" y="22"/>
                    <a:pt x="6" y="45"/>
                    <a:pt x="0" y="68"/>
                  </a:cubicBezTo>
                  <a:cubicBezTo>
                    <a:pt x="152" y="221"/>
                    <a:pt x="152" y="221"/>
                    <a:pt x="152" y="221"/>
                  </a:cubicBezTo>
                  <a:cubicBezTo>
                    <a:pt x="176" y="214"/>
                    <a:pt x="199" y="208"/>
                    <a:pt x="221" y="201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13" name="Freeform 15">
              <a:extLst>
                <a:ext uri="{FF2B5EF4-FFF2-40B4-BE49-F238E27FC236}">
                  <a16:creationId xmlns:a16="http://schemas.microsoft.com/office/drawing/2014/main" id="{DABE89D1-9E98-4967-B9B3-FE9754054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910" y="5051399"/>
              <a:ext cx="59891" cy="59892"/>
            </a:xfrm>
            <a:custGeom>
              <a:avLst/>
              <a:gdLst>
                <a:gd name="T0" fmla="*/ 181 w 195"/>
                <a:gd name="T1" fmla="*/ 175 h 195"/>
                <a:gd name="T2" fmla="*/ 189 w 195"/>
                <a:gd name="T3" fmla="*/ 145 h 195"/>
                <a:gd name="T4" fmla="*/ 180 w 195"/>
                <a:gd name="T5" fmla="*/ 113 h 195"/>
                <a:gd name="T6" fmla="*/ 82 w 195"/>
                <a:gd name="T7" fmla="*/ 15 h 195"/>
                <a:gd name="T8" fmla="*/ 50 w 195"/>
                <a:gd name="T9" fmla="*/ 2 h 195"/>
                <a:gd name="T10" fmla="*/ 12 w 195"/>
                <a:gd name="T11" fmla="*/ 12 h 195"/>
                <a:gd name="T12" fmla="*/ 10 w 195"/>
                <a:gd name="T13" fmla="*/ 31 h 195"/>
                <a:gd name="T14" fmla="*/ 159 w 195"/>
                <a:gd name="T15" fmla="*/ 180 h 195"/>
                <a:gd name="T16" fmla="*/ 181 w 195"/>
                <a:gd name="T17" fmla="*/ 17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" h="195">
                  <a:moveTo>
                    <a:pt x="181" y="175"/>
                  </a:moveTo>
                  <a:cubicBezTo>
                    <a:pt x="184" y="165"/>
                    <a:pt x="187" y="155"/>
                    <a:pt x="189" y="145"/>
                  </a:cubicBezTo>
                  <a:cubicBezTo>
                    <a:pt x="191" y="139"/>
                    <a:pt x="195" y="129"/>
                    <a:pt x="180" y="113"/>
                  </a:cubicBezTo>
                  <a:cubicBezTo>
                    <a:pt x="170" y="102"/>
                    <a:pt x="111" y="44"/>
                    <a:pt x="82" y="15"/>
                  </a:cubicBezTo>
                  <a:cubicBezTo>
                    <a:pt x="70" y="3"/>
                    <a:pt x="61" y="0"/>
                    <a:pt x="50" y="2"/>
                  </a:cubicBezTo>
                  <a:cubicBezTo>
                    <a:pt x="37" y="5"/>
                    <a:pt x="24" y="9"/>
                    <a:pt x="12" y="12"/>
                  </a:cubicBezTo>
                  <a:cubicBezTo>
                    <a:pt x="0" y="16"/>
                    <a:pt x="2" y="23"/>
                    <a:pt x="10" y="31"/>
                  </a:cubicBezTo>
                  <a:cubicBezTo>
                    <a:pt x="48" y="68"/>
                    <a:pt x="148" y="167"/>
                    <a:pt x="159" y="180"/>
                  </a:cubicBezTo>
                  <a:cubicBezTo>
                    <a:pt x="172" y="195"/>
                    <a:pt x="179" y="182"/>
                    <a:pt x="181" y="175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14" name="Freeform 16">
              <a:extLst>
                <a:ext uri="{FF2B5EF4-FFF2-40B4-BE49-F238E27FC236}">
                  <a16:creationId xmlns:a16="http://schemas.microsoft.com/office/drawing/2014/main" id="{07C93E33-1BAF-4D79-AA29-96C88E62C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923" y="5086868"/>
              <a:ext cx="105828" cy="105828"/>
            </a:xfrm>
            <a:custGeom>
              <a:avLst/>
              <a:gdLst>
                <a:gd name="T0" fmla="*/ 324 w 344"/>
                <a:gd name="T1" fmla="*/ 335 h 344"/>
                <a:gd name="T2" fmla="*/ 339 w 344"/>
                <a:gd name="T3" fmla="*/ 313 h 344"/>
                <a:gd name="T4" fmla="*/ 335 w 344"/>
                <a:gd name="T5" fmla="*/ 282 h 344"/>
                <a:gd name="T6" fmla="*/ 65 w 344"/>
                <a:gd name="T7" fmla="*/ 12 h 344"/>
                <a:gd name="T8" fmla="*/ 36 w 344"/>
                <a:gd name="T9" fmla="*/ 4 h 344"/>
                <a:gd name="T10" fmla="*/ 12 w 344"/>
                <a:gd name="T11" fmla="*/ 21 h 344"/>
                <a:gd name="T12" fmla="*/ 11 w 344"/>
                <a:gd name="T13" fmla="*/ 46 h 344"/>
                <a:gd name="T14" fmla="*/ 300 w 344"/>
                <a:gd name="T15" fmla="*/ 335 h 344"/>
                <a:gd name="T16" fmla="*/ 324 w 344"/>
                <a:gd name="T17" fmla="*/ 335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4" h="344">
                  <a:moveTo>
                    <a:pt x="324" y="335"/>
                  </a:moveTo>
                  <a:cubicBezTo>
                    <a:pt x="329" y="327"/>
                    <a:pt x="334" y="320"/>
                    <a:pt x="339" y="313"/>
                  </a:cubicBezTo>
                  <a:cubicBezTo>
                    <a:pt x="342" y="307"/>
                    <a:pt x="344" y="291"/>
                    <a:pt x="335" y="282"/>
                  </a:cubicBezTo>
                  <a:cubicBezTo>
                    <a:pt x="279" y="226"/>
                    <a:pt x="77" y="23"/>
                    <a:pt x="65" y="12"/>
                  </a:cubicBezTo>
                  <a:cubicBezTo>
                    <a:pt x="52" y="0"/>
                    <a:pt x="40" y="1"/>
                    <a:pt x="36" y="4"/>
                  </a:cubicBezTo>
                  <a:cubicBezTo>
                    <a:pt x="28" y="10"/>
                    <a:pt x="20" y="15"/>
                    <a:pt x="12" y="21"/>
                  </a:cubicBezTo>
                  <a:cubicBezTo>
                    <a:pt x="7" y="25"/>
                    <a:pt x="0" y="34"/>
                    <a:pt x="11" y="46"/>
                  </a:cubicBezTo>
                  <a:cubicBezTo>
                    <a:pt x="21" y="57"/>
                    <a:pt x="242" y="277"/>
                    <a:pt x="300" y="335"/>
                  </a:cubicBezTo>
                  <a:cubicBezTo>
                    <a:pt x="309" y="344"/>
                    <a:pt x="321" y="339"/>
                    <a:pt x="324" y="335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16" name="Freeform 17">
              <a:extLst>
                <a:ext uri="{FF2B5EF4-FFF2-40B4-BE49-F238E27FC236}">
                  <a16:creationId xmlns:a16="http://schemas.microsoft.com/office/drawing/2014/main" id="{662BC690-1262-470F-A14E-49C35F7D1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3553" y="4572849"/>
              <a:ext cx="201770" cy="97687"/>
            </a:xfrm>
            <a:custGeom>
              <a:avLst/>
              <a:gdLst>
                <a:gd name="T0" fmla="*/ 644 w 655"/>
                <a:gd name="T1" fmla="*/ 12 h 317"/>
                <a:gd name="T2" fmla="*/ 602 w 655"/>
                <a:gd name="T3" fmla="*/ 12 h 317"/>
                <a:gd name="T4" fmla="*/ 34 w 655"/>
                <a:gd name="T5" fmla="*/ 253 h 317"/>
                <a:gd name="T6" fmla="*/ 4 w 655"/>
                <a:gd name="T7" fmla="*/ 276 h 317"/>
                <a:gd name="T8" fmla="*/ 2 w 655"/>
                <a:gd name="T9" fmla="*/ 293 h 317"/>
                <a:gd name="T10" fmla="*/ 27 w 655"/>
                <a:gd name="T11" fmla="*/ 314 h 317"/>
                <a:gd name="T12" fmla="*/ 644 w 655"/>
                <a:gd name="T13" fmla="*/ 54 h 317"/>
                <a:gd name="T14" fmla="*/ 644 w 655"/>
                <a:gd name="T15" fmla="*/ 12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5" h="317">
                  <a:moveTo>
                    <a:pt x="644" y="12"/>
                  </a:moveTo>
                  <a:cubicBezTo>
                    <a:pt x="632" y="0"/>
                    <a:pt x="613" y="0"/>
                    <a:pt x="602" y="12"/>
                  </a:cubicBezTo>
                  <a:cubicBezTo>
                    <a:pt x="454" y="160"/>
                    <a:pt x="258" y="220"/>
                    <a:pt x="34" y="253"/>
                  </a:cubicBezTo>
                  <a:cubicBezTo>
                    <a:pt x="11" y="256"/>
                    <a:pt x="6" y="260"/>
                    <a:pt x="4" y="276"/>
                  </a:cubicBezTo>
                  <a:cubicBezTo>
                    <a:pt x="4" y="282"/>
                    <a:pt x="3" y="288"/>
                    <a:pt x="2" y="293"/>
                  </a:cubicBezTo>
                  <a:cubicBezTo>
                    <a:pt x="0" y="310"/>
                    <a:pt x="8" y="317"/>
                    <a:pt x="27" y="314"/>
                  </a:cubicBezTo>
                  <a:cubicBezTo>
                    <a:pt x="252" y="283"/>
                    <a:pt x="471" y="225"/>
                    <a:pt x="644" y="54"/>
                  </a:cubicBezTo>
                  <a:cubicBezTo>
                    <a:pt x="655" y="42"/>
                    <a:pt x="655" y="23"/>
                    <a:pt x="644" y="12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4E88A063-A0B1-462A-83EA-FC9DA5A563DE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24ABDF96-4FD4-4E55-8902-A471C95C8C1E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矩形 263">
              <a:extLst>
                <a:ext uri="{FF2B5EF4-FFF2-40B4-BE49-F238E27FC236}">
                  <a16:creationId xmlns:a16="http://schemas.microsoft.com/office/drawing/2014/main" id="{5E8CEEC9-3F4F-4027-885C-9B058BFEB592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EF8BBCAC-E50A-4933-AF14-1C579BFB8863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5B421C6C-A1F0-40F5-9C83-50978FE53214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4" name="矩形 283">
              <a:extLst>
                <a:ext uri="{FF2B5EF4-FFF2-40B4-BE49-F238E27FC236}">
                  <a16:creationId xmlns:a16="http://schemas.microsoft.com/office/drawing/2014/main" id="{792DA271-513A-4521-8C59-E9ECAFD880B4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2" name="矩形 291">
              <a:extLst>
                <a:ext uri="{FF2B5EF4-FFF2-40B4-BE49-F238E27FC236}">
                  <a16:creationId xmlns:a16="http://schemas.microsoft.com/office/drawing/2014/main" id="{F1BAD111-38D7-401A-BB97-14CEB83F71D5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0" name="矩形 299">
              <a:extLst>
                <a:ext uri="{FF2B5EF4-FFF2-40B4-BE49-F238E27FC236}">
                  <a16:creationId xmlns:a16="http://schemas.microsoft.com/office/drawing/2014/main" id="{25A231EB-A5E5-4A75-9C07-780D9F7F9AE9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62294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06D204E-7D15-4C8C-9344-6E0F41DD3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7F2B818-C7BB-47FA-ABA5-06D7A9635856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F552480-848C-460F-8F3F-430194EBF387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EBDB37E-23F9-45DB-9688-75C53FE17232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FEB4C62-7177-451D-912A-42A4E9B1DCB2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3D1C513-9FE4-4B45-8913-75723E5667A9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0313F67-4A11-44BB-8D31-958D85B359A5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D9A88FA-C47D-4F31-88D5-CA9886C86A7D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EA2FBB2-51EA-4FE1-9B53-5A764431AF5B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26193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99B3CD1-EE34-4F37-B42E-7B441DE0D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0D34240-83EA-4E4B-A20B-953F98627ADD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42B27F6-F4EC-441C-9BCD-C894FDCFFB8F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0C5C2F2-B9AF-4916-8BED-EB1A28E5434A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0FBD709-1764-461A-8CC1-19D9F6EF67D7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24097F1-C1D8-4457-9AD3-861D815F376B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3625E1D-7F7B-4EB2-95C8-A88EA3C83436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9115713-EDFC-4DB8-B882-CDF5B32D5ECA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DFD2559-188A-4065-85A9-23F1AF249114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62938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304AA86-83D7-4479-9878-8168A1B1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D33B6CB-0864-4B72-9954-386FD0699D74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BB182F3-6266-497B-913B-A002B3B3D079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F28063D-9873-407D-B8D4-DDB6A4737A19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C05EDC9-9BAF-4D15-9CE1-702C123CCCCA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E3292E8-64D1-4941-B132-47D1FF8B7BDD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B03316A-F549-4E9C-9D4F-F8ABB5E940AC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F8C4DF3-F34F-4514-B429-BE7859857461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0190DEA-B92D-4815-BAF5-54BE612BBAAE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62949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873D4-46D4-4A59-8912-665427E76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246EA01-EE98-432D-A8C2-9ED40BDBF964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70AFF52-F232-4707-86C1-872BA7245723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9B2234C-CB20-4991-B45D-697725841413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AB556FC-322A-4949-AA9D-2DD91C9B6B47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1C0B488-9462-444B-9D64-FE14F89FB6CD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375329F-5EA2-4606-B9C8-15798718C4B0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2559F0A-4653-4CFA-9269-36599D8438B0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90814B5-3C91-4F4C-A2F9-68C33A22B8DE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65112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2">
            <a:extLst>
              <a:ext uri="{FF2B5EF4-FFF2-40B4-BE49-F238E27FC236}">
                <a16:creationId xmlns:a16="http://schemas.microsoft.com/office/drawing/2014/main" id="{28DCD09D-1695-4384-8556-F83B407AF80A}"/>
              </a:ext>
            </a:extLst>
          </p:cNvPr>
          <p:cNvSpPr txBox="1">
            <a:spLocks/>
          </p:cNvSpPr>
          <p:nvPr/>
        </p:nvSpPr>
        <p:spPr>
          <a:xfrm>
            <a:off x="5804180" y="2881735"/>
            <a:ext cx="2079531" cy="88144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zh-CN" altLang="en-US" sz="4800" b="1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F68292ED-0F50-44C6-84F5-A4DA74EF9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977" y="2881735"/>
            <a:ext cx="2079531" cy="109453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3494077B-6163-4802-AC85-F7B1A5653099}"/>
              </a:ext>
            </a:extLst>
          </p:cNvPr>
          <p:cNvGrpSpPr/>
          <p:nvPr/>
        </p:nvGrpSpPr>
        <p:grpSpPr>
          <a:xfrm>
            <a:off x="-491832" y="1587"/>
            <a:ext cx="273269" cy="2129816"/>
            <a:chOff x="11681691" y="1513398"/>
            <a:chExt cx="273269" cy="212981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2D88C4F-D727-44AA-881F-736DD2583B14}"/>
                </a:ext>
              </a:extLst>
            </p:cNvPr>
            <p:cNvSpPr/>
            <p:nvPr/>
          </p:nvSpPr>
          <p:spPr>
            <a:xfrm>
              <a:off x="11681691" y="1513398"/>
              <a:ext cx="273269" cy="2522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A2A453E-0277-4310-BDEC-7B0DD7EDED1D}"/>
                </a:ext>
              </a:extLst>
            </p:cNvPr>
            <p:cNvSpPr/>
            <p:nvPr/>
          </p:nvSpPr>
          <p:spPr>
            <a:xfrm>
              <a:off x="11681691" y="1826326"/>
              <a:ext cx="273269" cy="252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09C9AC5-6862-4396-8B9D-DBAE8E3341AE}"/>
                </a:ext>
              </a:extLst>
            </p:cNvPr>
            <p:cNvSpPr/>
            <p:nvPr/>
          </p:nvSpPr>
          <p:spPr>
            <a:xfrm>
              <a:off x="11681691" y="2139254"/>
              <a:ext cx="273269" cy="2522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0B7A37A-4C35-44FE-A0CA-90E63304FDB2}"/>
                </a:ext>
              </a:extLst>
            </p:cNvPr>
            <p:cNvSpPr/>
            <p:nvPr/>
          </p:nvSpPr>
          <p:spPr>
            <a:xfrm>
              <a:off x="11681691" y="2452182"/>
              <a:ext cx="273269" cy="252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3A19D94-E60D-4315-B697-726D387EAC28}"/>
                </a:ext>
              </a:extLst>
            </p:cNvPr>
            <p:cNvSpPr/>
            <p:nvPr/>
          </p:nvSpPr>
          <p:spPr>
            <a:xfrm>
              <a:off x="11681691" y="2765110"/>
              <a:ext cx="273269" cy="25224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A79CD03-998A-42BA-9545-5A57BE645994}"/>
                </a:ext>
              </a:extLst>
            </p:cNvPr>
            <p:cNvSpPr/>
            <p:nvPr/>
          </p:nvSpPr>
          <p:spPr>
            <a:xfrm>
              <a:off x="11681691" y="3078038"/>
              <a:ext cx="273269" cy="25224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F222F6-209C-4F28-B104-E6E4F8C7413A}"/>
                </a:ext>
              </a:extLst>
            </p:cNvPr>
            <p:cNvSpPr/>
            <p:nvPr/>
          </p:nvSpPr>
          <p:spPr>
            <a:xfrm>
              <a:off x="11681691" y="3390966"/>
              <a:ext cx="273269" cy="252248"/>
            </a:xfrm>
            <a:prstGeom prst="rect">
              <a:avLst/>
            </a:prstGeom>
            <a:solidFill>
              <a:srgbClr val="D71B1B"/>
            </a:solidFill>
            <a:ln>
              <a:solidFill>
                <a:srgbClr val="D01A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5806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定义 12">
      <a:dk1>
        <a:sysClr val="windowText" lastClr="000000"/>
      </a:dk1>
      <a:lt1>
        <a:srgbClr val="FFFFFF"/>
      </a:lt1>
      <a:dk2>
        <a:srgbClr val="373545"/>
      </a:dk2>
      <a:lt2>
        <a:srgbClr val="FFFFFF"/>
      </a:lt2>
      <a:accent1>
        <a:srgbClr val="336699"/>
      </a:accent1>
      <a:accent2>
        <a:srgbClr val="3494BA"/>
      </a:accent2>
      <a:accent3>
        <a:srgbClr val="58B6C0"/>
      </a:accent3>
      <a:accent4>
        <a:srgbClr val="75BDA7"/>
      </a:accent4>
      <a:accent5>
        <a:srgbClr val="7A8C8E"/>
      </a:accent5>
      <a:accent6>
        <a:srgbClr val="2683C6"/>
      </a:accent6>
      <a:hlink>
        <a:srgbClr val="00B0F0"/>
      </a:hlink>
      <a:folHlink>
        <a:srgbClr val="A5A5A5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4598</TotalTime>
  <Words>6296</Words>
  <Application>Microsoft Office PowerPoint</Application>
  <PresentationFormat>宽屏</PresentationFormat>
  <Paragraphs>638</Paragraphs>
  <Slides>56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6" baseType="lpstr">
      <vt:lpstr>等线</vt:lpstr>
      <vt:lpstr>方正兰亭纤黑简体</vt:lpstr>
      <vt:lpstr>思源黑体 CN Normal</vt:lpstr>
      <vt:lpstr>微软雅黑</vt:lpstr>
      <vt:lpstr>微软雅黑 Light</vt:lpstr>
      <vt:lpstr>Arial</vt:lpstr>
      <vt:lpstr>Impact</vt:lpstr>
      <vt:lpstr>Segoe UI Light</vt:lpstr>
      <vt:lpstr>Wingdings</vt:lpstr>
      <vt:lpstr>Office Theme</vt:lpstr>
      <vt:lpstr>迈景基因PPT模板使用规范</vt:lpstr>
      <vt:lpstr>PowerPoint 演示文稿</vt:lpstr>
      <vt:lpstr>PowerPoint 演示文稿</vt:lpstr>
      <vt:lpstr>PowerPoint 演示文稿</vt:lpstr>
      <vt:lpstr>文字：并列、递进关系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图文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表格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图表（数据可视化）</vt:lpstr>
      <vt:lpstr>PowerPoint 演示文稿</vt:lpstr>
      <vt:lpstr>PowerPoint 演示文稿</vt:lpstr>
      <vt:lpstr>PowerPoint 演示文稿</vt:lpstr>
      <vt:lpstr>PowerPoint 演示文稿</vt:lpstr>
      <vt:lpstr>常用图标</vt:lpstr>
      <vt:lpstr>底色可拆分，转变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景 迈</dc:creator>
  <cp:lastModifiedBy>景 迈</cp:lastModifiedBy>
  <cp:revision>332</cp:revision>
  <dcterms:created xsi:type="dcterms:W3CDTF">2021-01-13T08:12:30Z</dcterms:created>
  <dcterms:modified xsi:type="dcterms:W3CDTF">2021-07-20T02:05:02Z</dcterms:modified>
</cp:coreProperties>
</file>